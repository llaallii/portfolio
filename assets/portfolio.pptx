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2" r:id="rId2"/>
    <p:sldId id="256" r:id="rId3"/>
    <p:sldId id="259" r:id="rId4"/>
    <p:sldId id="260" r:id="rId5"/>
    <p:sldId id="261" r:id="rId6"/>
    <p:sldId id="306" r:id="rId7"/>
    <p:sldId id="32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58139" y="4827842"/>
            <a:ext cx="3827720" cy="55023"/>
          </a:xfrm>
          <a:custGeom>
            <a:avLst/>
            <a:gdLst/>
            <a:ahLst/>
            <a:cxnLst/>
            <a:rect l="0" t="0" r="0" b="0"/>
            <a:pathLst>
              <a:path w="3827720" h="55023">
                <a:moveTo>
                  <a:pt x="3827720" y="49416"/>
                </a:moveTo>
                <a:cubicBezTo>
                  <a:pt x="3813039" y="49401"/>
                  <a:pt x="3798560" y="45989"/>
                  <a:pt x="3785417" y="39445"/>
                </a:cubicBezTo>
                <a:cubicBezTo>
                  <a:pt x="3772274" y="32901"/>
                  <a:pt x="3760825" y="23404"/>
                  <a:pt x="3751963" y="11698"/>
                </a:cubicBezTo>
                <a:cubicBezTo>
                  <a:pt x="3749668" y="8566"/>
                  <a:pt x="3746666" y="6019"/>
                  <a:pt x="3743202" y="4264"/>
                </a:cubicBezTo>
                <a:cubicBezTo>
                  <a:pt x="3739739" y="2509"/>
                  <a:pt x="3735911" y="1594"/>
                  <a:pt x="3732027" y="1594"/>
                </a:cubicBezTo>
                <a:cubicBezTo>
                  <a:pt x="3728145" y="1594"/>
                  <a:pt x="3724316" y="2509"/>
                  <a:pt x="3720853" y="4264"/>
                </a:cubicBezTo>
                <a:cubicBezTo>
                  <a:pt x="3717389" y="6019"/>
                  <a:pt x="3714388" y="8566"/>
                  <a:pt x="3712091" y="11698"/>
                </a:cubicBezTo>
                <a:cubicBezTo>
                  <a:pt x="3703237" y="23408"/>
                  <a:pt x="3691788" y="32907"/>
                  <a:pt x="3678643" y="39447"/>
                </a:cubicBezTo>
                <a:cubicBezTo>
                  <a:pt x="3665498" y="45987"/>
                  <a:pt x="3651016" y="49391"/>
                  <a:pt x="3636334" y="49391"/>
                </a:cubicBezTo>
                <a:cubicBezTo>
                  <a:pt x="3621653" y="49391"/>
                  <a:pt x="3607170" y="45987"/>
                  <a:pt x="3594026" y="39447"/>
                </a:cubicBezTo>
                <a:cubicBezTo>
                  <a:pt x="3580881" y="32907"/>
                  <a:pt x="3569432" y="23408"/>
                  <a:pt x="3560577" y="11698"/>
                </a:cubicBezTo>
                <a:cubicBezTo>
                  <a:pt x="3558282" y="8566"/>
                  <a:pt x="3555280" y="6019"/>
                  <a:pt x="3551816" y="4264"/>
                </a:cubicBezTo>
                <a:cubicBezTo>
                  <a:pt x="3548353" y="2509"/>
                  <a:pt x="3544525" y="1594"/>
                  <a:pt x="3540641" y="1594"/>
                </a:cubicBezTo>
                <a:cubicBezTo>
                  <a:pt x="3536759" y="1594"/>
                  <a:pt x="3532930" y="2509"/>
                  <a:pt x="3529467" y="4264"/>
                </a:cubicBezTo>
                <a:cubicBezTo>
                  <a:pt x="3526003" y="6019"/>
                  <a:pt x="3523002" y="8566"/>
                  <a:pt x="3520705" y="11698"/>
                </a:cubicBezTo>
                <a:cubicBezTo>
                  <a:pt x="3511851" y="23408"/>
                  <a:pt x="3500402" y="32907"/>
                  <a:pt x="3487257" y="39447"/>
                </a:cubicBezTo>
                <a:cubicBezTo>
                  <a:pt x="3474112" y="45987"/>
                  <a:pt x="3459630" y="49391"/>
                  <a:pt x="3444948" y="49391"/>
                </a:cubicBezTo>
                <a:cubicBezTo>
                  <a:pt x="3430267" y="49391"/>
                  <a:pt x="3415784" y="45987"/>
                  <a:pt x="3402640" y="39447"/>
                </a:cubicBezTo>
                <a:cubicBezTo>
                  <a:pt x="3389495" y="32907"/>
                  <a:pt x="3378046" y="23408"/>
                  <a:pt x="3369191" y="11698"/>
                </a:cubicBezTo>
                <a:cubicBezTo>
                  <a:pt x="3366896" y="8566"/>
                  <a:pt x="3363894" y="6019"/>
                  <a:pt x="3360430" y="4264"/>
                </a:cubicBezTo>
                <a:cubicBezTo>
                  <a:pt x="3356967" y="2509"/>
                  <a:pt x="3353139" y="1594"/>
                  <a:pt x="3349255" y="1594"/>
                </a:cubicBezTo>
                <a:cubicBezTo>
                  <a:pt x="3345373" y="1594"/>
                  <a:pt x="3341544" y="2509"/>
                  <a:pt x="3338081" y="4264"/>
                </a:cubicBezTo>
                <a:cubicBezTo>
                  <a:pt x="3334617" y="6019"/>
                  <a:pt x="3331616" y="8566"/>
                  <a:pt x="3329319" y="11698"/>
                </a:cubicBezTo>
                <a:cubicBezTo>
                  <a:pt x="3320464" y="23408"/>
                  <a:pt x="3309016" y="32907"/>
                  <a:pt x="3295871" y="39447"/>
                </a:cubicBezTo>
                <a:cubicBezTo>
                  <a:pt x="3282726" y="45987"/>
                  <a:pt x="3268244" y="49391"/>
                  <a:pt x="3253562" y="49391"/>
                </a:cubicBezTo>
                <a:cubicBezTo>
                  <a:pt x="3238881" y="49391"/>
                  <a:pt x="3224398" y="45987"/>
                  <a:pt x="3211254" y="39447"/>
                </a:cubicBezTo>
                <a:cubicBezTo>
                  <a:pt x="3198109" y="32907"/>
                  <a:pt x="3186660" y="23408"/>
                  <a:pt x="3177805" y="11698"/>
                </a:cubicBezTo>
                <a:cubicBezTo>
                  <a:pt x="3175509" y="8566"/>
                  <a:pt x="3172508" y="6019"/>
                  <a:pt x="3169044" y="4264"/>
                </a:cubicBezTo>
                <a:cubicBezTo>
                  <a:pt x="3165581" y="2509"/>
                  <a:pt x="3161753" y="1594"/>
                  <a:pt x="3157869" y="1594"/>
                </a:cubicBezTo>
                <a:cubicBezTo>
                  <a:pt x="3153987" y="1594"/>
                  <a:pt x="3150158" y="2509"/>
                  <a:pt x="3146695" y="4264"/>
                </a:cubicBezTo>
                <a:cubicBezTo>
                  <a:pt x="3143231" y="6019"/>
                  <a:pt x="3140230" y="8566"/>
                  <a:pt x="3137933" y="11698"/>
                </a:cubicBezTo>
                <a:cubicBezTo>
                  <a:pt x="3129078" y="23408"/>
                  <a:pt x="3117630" y="32907"/>
                  <a:pt x="3104485" y="39447"/>
                </a:cubicBezTo>
                <a:cubicBezTo>
                  <a:pt x="3091340" y="45987"/>
                  <a:pt x="3076858" y="49391"/>
                  <a:pt x="3062176" y="49391"/>
                </a:cubicBezTo>
                <a:cubicBezTo>
                  <a:pt x="3047495" y="49391"/>
                  <a:pt x="3033012" y="45987"/>
                  <a:pt x="3019868" y="39447"/>
                </a:cubicBezTo>
                <a:cubicBezTo>
                  <a:pt x="3006723" y="32907"/>
                  <a:pt x="2995274" y="23408"/>
                  <a:pt x="2986419" y="11698"/>
                </a:cubicBezTo>
                <a:cubicBezTo>
                  <a:pt x="2984123" y="8566"/>
                  <a:pt x="2981122" y="6019"/>
                  <a:pt x="2977658" y="4264"/>
                </a:cubicBezTo>
                <a:cubicBezTo>
                  <a:pt x="2974194" y="2509"/>
                  <a:pt x="2970367" y="1594"/>
                  <a:pt x="2966483" y="1594"/>
                </a:cubicBezTo>
                <a:cubicBezTo>
                  <a:pt x="2962600" y="1594"/>
                  <a:pt x="2958772" y="2509"/>
                  <a:pt x="2955309" y="4264"/>
                </a:cubicBezTo>
                <a:cubicBezTo>
                  <a:pt x="2951845" y="6019"/>
                  <a:pt x="2948844" y="8566"/>
                  <a:pt x="2946547" y="11698"/>
                </a:cubicBezTo>
                <a:cubicBezTo>
                  <a:pt x="2937692" y="23408"/>
                  <a:pt x="2926244" y="32907"/>
                  <a:pt x="2913098" y="39447"/>
                </a:cubicBezTo>
                <a:cubicBezTo>
                  <a:pt x="2899954" y="45987"/>
                  <a:pt x="2885472" y="49391"/>
                  <a:pt x="2870790" y="49391"/>
                </a:cubicBezTo>
                <a:cubicBezTo>
                  <a:pt x="2856108" y="49391"/>
                  <a:pt x="2841626" y="45987"/>
                  <a:pt x="2828482" y="39447"/>
                </a:cubicBezTo>
                <a:cubicBezTo>
                  <a:pt x="2815337" y="32907"/>
                  <a:pt x="2803888" y="23408"/>
                  <a:pt x="2795033" y="11698"/>
                </a:cubicBezTo>
                <a:cubicBezTo>
                  <a:pt x="2792737" y="8566"/>
                  <a:pt x="2789736" y="6019"/>
                  <a:pt x="2786272" y="4264"/>
                </a:cubicBezTo>
                <a:cubicBezTo>
                  <a:pt x="2782808" y="2509"/>
                  <a:pt x="2778981" y="1594"/>
                  <a:pt x="2775097" y="1594"/>
                </a:cubicBezTo>
                <a:cubicBezTo>
                  <a:pt x="2771214" y="1594"/>
                  <a:pt x="2767386" y="2509"/>
                  <a:pt x="2763923" y="4264"/>
                </a:cubicBezTo>
                <a:cubicBezTo>
                  <a:pt x="2760459" y="6019"/>
                  <a:pt x="2757458" y="8566"/>
                  <a:pt x="2755161" y="11698"/>
                </a:cubicBezTo>
                <a:cubicBezTo>
                  <a:pt x="2746306" y="23408"/>
                  <a:pt x="2734857" y="32907"/>
                  <a:pt x="2721712" y="39447"/>
                </a:cubicBezTo>
                <a:cubicBezTo>
                  <a:pt x="2708568" y="45987"/>
                  <a:pt x="2694086" y="49391"/>
                  <a:pt x="2679404" y="49391"/>
                </a:cubicBezTo>
                <a:cubicBezTo>
                  <a:pt x="2664722" y="49391"/>
                  <a:pt x="2650240" y="45987"/>
                  <a:pt x="2637096" y="39447"/>
                </a:cubicBezTo>
                <a:cubicBezTo>
                  <a:pt x="2623951" y="32907"/>
                  <a:pt x="2612502" y="23408"/>
                  <a:pt x="2603647" y="11698"/>
                </a:cubicBezTo>
                <a:cubicBezTo>
                  <a:pt x="2601351" y="8566"/>
                  <a:pt x="2598350" y="6019"/>
                  <a:pt x="2594886" y="4264"/>
                </a:cubicBezTo>
                <a:cubicBezTo>
                  <a:pt x="2591422" y="2509"/>
                  <a:pt x="2587595" y="1594"/>
                  <a:pt x="2583711" y="1594"/>
                </a:cubicBezTo>
                <a:cubicBezTo>
                  <a:pt x="2579828" y="1594"/>
                  <a:pt x="2576000" y="2509"/>
                  <a:pt x="2572537" y="4264"/>
                </a:cubicBezTo>
                <a:cubicBezTo>
                  <a:pt x="2569072" y="6019"/>
                  <a:pt x="2566072" y="8566"/>
                  <a:pt x="2563775" y="11698"/>
                </a:cubicBezTo>
                <a:cubicBezTo>
                  <a:pt x="2554920" y="23408"/>
                  <a:pt x="2543471" y="32907"/>
                  <a:pt x="2530326" y="39447"/>
                </a:cubicBezTo>
                <a:cubicBezTo>
                  <a:pt x="2517182" y="45987"/>
                  <a:pt x="2502700" y="49391"/>
                  <a:pt x="2488018" y="49391"/>
                </a:cubicBezTo>
                <a:cubicBezTo>
                  <a:pt x="2473336" y="49391"/>
                  <a:pt x="2458854" y="45987"/>
                  <a:pt x="2445710" y="39447"/>
                </a:cubicBezTo>
                <a:cubicBezTo>
                  <a:pt x="2432565" y="32907"/>
                  <a:pt x="2421116" y="23408"/>
                  <a:pt x="2412261" y="11698"/>
                </a:cubicBezTo>
                <a:cubicBezTo>
                  <a:pt x="2409965" y="8566"/>
                  <a:pt x="2406964" y="6019"/>
                  <a:pt x="2403500" y="4264"/>
                </a:cubicBezTo>
                <a:cubicBezTo>
                  <a:pt x="2400036" y="2509"/>
                  <a:pt x="2396209" y="1594"/>
                  <a:pt x="2392325" y="1594"/>
                </a:cubicBezTo>
                <a:cubicBezTo>
                  <a:pt x="2388442" y="1594"/>
                  <a:pt x="2384614" y="2509"/>
                  <a:pt x="2381151" y="4264"/>
                </a:cubicBezTo>
                <a:cubicBezTo>
                  <a:pt x="2377686" y="6019"/>
                  <a:pt x="2374686" y="8566"/>
                  <a:pt x="2372389" y="11698"/>
                </a:cubicBezTo>
                <a:cubicBezTo>
                  <a:pt x="2363534" y="23408"/>
                  <a:pt x="2352085" y="32907"/>
                  <a:pt x="2338940" y="39447"/>
                </a:cubicBezTo>
                <a:cubicBezTo>
                  <a:pt x="2325796" y="45987"/>
                  <a:pt x="2311314" y="49391"/>
                  <a:pt x="2296632" y="49391"/>
                </a:cubicBezTo>
                <a:cubicBezTo>
                  <a:pt x="2281950" y="49391"/>
                  <a:pt x="2267468" y="45987"/>
                  <a:pt x="2254324" y="39447"/>
                </a:cubicBezTo>
                <a:cubicBezTo>
                  <a:pt x="2241179" y="32907"/>
                  <a:pt x="2229730" y="23408"/>
                  <a:pt x="2220875" y="11698"/>
                </a:cubicBezTo>
                <a:cubicBezTo>
                  <a:pt x="2218579" y="8566"/>
                  <a:pt x="2215578" y="6019"/>
                  <a:pt x="2212114" y="4264"/>
                </a:cubicBezTo>
                <a:cubicBezTo>
                  <a:pt x="2208650" y="2509"/>
                  <a:pt x="2204823" y="1594"/>
                  <a:pt x="2200939" y="1594"/>
                </a:cubicBezTo>
                <a:cubicBezTo>
                  <a:pt x="2197056" y="1594"/>
                  <a:pt x="2193228" y="2509"/>
                  <a:pt x="2189764" y="4264"/>
                </a:cubicBezTo>
                <a:cubicBezTo>
                  <a:pt x="2186300" y="6019"/>
                  <a:pt x="2183300" y="8566"/>
                  <a:pt x="2181003" y="11698"/>
                </a:cubicBezTo>
                <a:cubicBezTo>
                  <a:pt x="2172148" y="23408"/>
                  <a:pt x="2160699" y="32907"/>
                  <a:pt x="2147554" y="39447"/>
                </a:cubicBezTo>
                <a:cubicBezTo>
                  <a:pt x="2134410" y="45987"/>
                  <a:pt x="2119928" y="49391"/>
                  <a:pt x="2105246" y="49391"/>
                </a:cubicBezTo>
                <a:cubicBezTo>
                  <a:pt x="2090564" y="49391"/>
                  <a:pt x="2076082" y="45987"/>
                  <a:pt x="2062938" y="39447"/>
                </a:cubicBezTo>
                <a:cubicBezTo>
                  <a:pt x="2049793" y="32907"/>
                  <a:pt x="2038344" y="23408"/>
                  <a:pt x="2029489" y="11698"/>
                </a:cubicBezTo>
                <a:cubicBezTo>
                  <a:pt x="2027193" y="8566"/>
                  <a:pt x="2024192" y="6019"/>
                  <a:pt x="2020728" y="4264"/>
                </a:cubicBezTo>
                <a:cubicBezTo>
                  <a:pt x="2017264" y="2509"/>
                  <a:pt x="2013436" y="1594"/>
                  <a:pt x="2009553" y="1594"/>
                </a:cubicBezTo>
                <a:cubicBezTo>
                  <a:pt x="2005670" y="1594"/>
                  <a:pt x="2001842" y="2509"/>
                  <a:pt x="1998378" y="4264"/>
                </a:cubicBezTo>
                <a:cubicBezTo>
                  <a:pt x="1994914" y="6019"/>
                  <a:pt x="1991913" y="8566"/>
                  <a:pt x="1989617" y="11698"/>
                </a:cubicBezTo>
                <a:cubicBezTo>
                  <a:pt x="1980762" y="23408"/>
                  <a:pt x="1969312" y="32907"/>
                  <a:pt x="1956168" y="39447"/>
                </a:cubicBezTo>
                <a:cubicBezTo>
                  <a:pt x="1943023" y="45987"/>
                  <a:pt x="1928542" y="49391"/>
                  <a:pt x="1913860" y="49391"/>
                </a:cubicBezTo>
                <a:cubicBezTo>
                  <a:pt x="1899178" y="49391"/>
                  <a:pt x="1884697" y="45987"/>
                  <a:pt x="1871552" y="39447"/>
                </a:cubicBezTo>
                <a:cubicBezTo>
                  <a:pt x="1858407" y="32907"/>
                  <a:pt x="1846958" y="23408"/>
                  <a:pt x="1838103" y="11698"/>
                </a:cubicBezTo>
                <a:cubicBezTo>
                  <a:pt x="1835807" y="8566"/>
                  <a:pt x="1832806" y="6019"/>
                  <a:pt x="1829342" y="4264"/>
                </a:cubicBezTo>
                <a:cubicBezTo>
                  <a:pt x="1825878" y="2509"/>
                  <a:pt x="1822050" y="1594"/>
                  <a:pt x="1818167" y="1594"/>
                </a:cubicBezTo>
                <a:cubicBezTo>
                  <a:pt x="1814284" y="1594"/>
                  <a:pt x="1810456" y="2509"/>
                  <a:pt x="1806992" y="4264"/>
                </a:cubicBezTo>
                <a:cubicBezTo>
                  <a:pt x="1803528" y="6019"/>
                  <a:pt x="1800527" y="8566"/>
                  <a:pt x="1798231" y="11698"/>
                </a:cubicBezTo>
                <a:cubicBezTo>
                  <a:pt x="1789376" y="23408"/>
                  <a:pt x="1777926" y="32907"/>
                  <a:pt x="1764782" y="39447"/>
                </a:cubicBezTo>
                <a:cubicBezTo>
                  <a:pt x="1751637" y="45987"/>
                  <a:pt x="1737156" y="49391"/>
                  <a:pt x="1722474" y="49391"/>
                </a:cubicBezTo>
                <a:cubicBezTo>
                  <a:pt x="1707792" y="49391"/>
                  <a:pt x="1693311" y="45987"/>
                  <a:pt x="1680166" y="39447"/>
                </a:cubicBezTo>
                <a:cubicBezTo>
                  <a:pt x="1667021" y="32907"/>
                  <a:pt x="1655572" y="23408"/>
                  <a:pt x="1646717" y="11698"/>
                </a:cubicBezTo>
                <a:cubicBezTo>
                  <a:pt x="1644421" y="8566"/>
                  <a:pt x="1641420" y="6019"/>
                  <a:pt x="1637956" y="4264"/>
                </a:cubicBezTo>
                <a:cubicBezTo>
                  <a:pt x="1634492" y="2509"/>
                  <a:pt x="1630664" y="1594"/>
                  <a:pt x="1626781" y="1594"/>
                </a:cubicBezTo>
                <a:cubicBezTo>
                  <a:pt x="1622898" y="1594"/>
                  <a:pt x="1619070" y="2509"/>
                  <a:pt x="1615606" y="4264"/>
                </a:cubicBezTo>
                <a:cubicBezTo>
                  <a:pt x="1612142" y="6019"/>
                  <a:pt x="1609141" y="8566"/>
                  <a:pt x="1606845" y="11698"/>
                </a:cubicBezTo>
                <a:cubicBezTo>
                  <a:pt x="1597990" y="23408"/>
                  <a:pt x="1586540" y="32907"/>
                  <a:pt x="1573396" y="39447"/>
                </a:cubicBezTo>
                <a:cubicBezTo>
                  <a:pt x="1560251" y="45987"/>
                  <a:pt x="1545770" y="49391"/>
                  <a:pt x="1531088" y="49391"/>
                </a:cubicBezTo>
                <a:cubicBezTo>
                  <a:pt x="1516406" y="49391"/>
                  <a:pt x="1501925" y="45987"/>
                  <a:pt x="1488780" y="39447"/>
                </a:cubicBezTo>
                <a:cubicBezTo>
                  <a:pt x="1475635" y="32907"/>
                  <a:pt x="1464186" y="23408"/>
                  <a:pt x="1455331" y="11698"/>
                </a:cubicBezTo>
                <a:cubicBezTo>
                  <a:pt x="1453035" y="8566"/>
                  <a:pt x="1450033" y="6019"/>
                  <a:pt x="1446570" y="4264"/>
                </a:cubicBezTo>
                <a:cubicBezTo>
                  <a:pt x="1443106" y="2509"/>
                  <a:pt x="1439278" y="1594"/>
                  <a:pt x="1435395" y="1594"/>
                </a:cubicBezTo>
                <a:cubicBezTo>
                  <a:pt x="1431512" y="1594"/>
                  <a:pt x="1427684" y="2509"/>
                  <a:pt x="1424219" y="4264"/>
                </a:cubicBezTo>
                <a:cubicBezTo>
                  <a:pt x="1420756" y="6019"/>
                  <a:pt x="1417755" y="8566"/>
                  <a:pt x="1415459" y="11698"/>
                </a:cubicBezTo>
                <a:cubicBezTo>
                  <a:pt x="1406604" y="23408"/>
                  <a:pt x="1395154" y="32907"/>
                  <a:pt x="1382010" y="39447"/>
                </a:cubicBezTo>
                <a:cubicBezTo>
                  <a:pt x="1368865" y="45987"/>
                  <a:pt x="1354384" y="49391"/>
                  <a:pt x="1339702" y="49391"/>
                </a:cubicBezTo>
                <a:cubicBezTo>
                  <a:pt x="1325020" y="49391"/>
                  <a:pt x="1310539" y="45987"/>
                  <a:pt x="1297394" y="39447"/>
                </a:cubicBezTo>
                <a:cubicBezTo>
                  <a:pt x="1284249" y="32907"/>
                  <a:pt x="1272800" y="23408"/>
                  <a:pt x="1263945" y="11698"/>
                </a:cubicBezTo>
                <a:cubicBezTo>
                  <a:pt x="1261649" y="8566"/>
                  <a:pt x="1258647" y="6019"/>
                  <a:pt x="1255184" y="4264"/>
                </a:cubicBezTo>
                <a:cubicBezTo>
                  <a:pt x="1251720" y="2509"/>
                  <a:pt x="1247892" y="1594"/>
                  <a:pt x="1244009" y="1594"/>
                </a:cubicBezTo>
                <a:cubicBezTo>
                  <a:pt x="1240126" y="1594"/>
                  <a:pt x="1236298" y="2509"/>
                  <a:pt x="1232833" y="4264"/>
                </a:cubicBezTo>
                <a:cubicBezTo>
                  <a:pt x="1229370" y="6019"/>
                  <a:pt x="1226369" y="8566"/>
                  <a:pt x="1224073" y="11698"/>
                </a:cubicBezTo>
                <a:cubicBezTo>
                  <a:pt x="1215218" y="23408"/>
                  <a:pt x="1203768" y="32907"/>
                  <a:pt x="1190624" y="39447"/>
                </a:cubicBezTo>
                <a:cubicBezTo>
                  <a:pt x="1177479" y="45987"/>
                  <a:pt x="1162997" y="49391"/>
                  <a:pt x="1148316" y="49391"/>
                </a:cubicBezTo>
                <a:cubicBezTo>
                  <a:pt x="1133634" y="49391"/>
                  <a:pt x="1119153" y="45987"/>
                  <a:pt x="1106008" y="39447"/>
                </a:cubicBezTo>
                <a:cubicBezTo>
                  <a:pt x="1092863" y="32907"/>
                  <a:pt x="1081414" y="23408"/>
                  <a:pt x="1072559" y="11698"/>
                </a:cubicBezTo>
                <a:cubicBezTo>
                  <a:pt x="1070263" y="8566"/>
                  <a:pt x="1067261" y="6019"/>
                  <a:pt x="1063798" y="4264"/>
                </a:cubicBezTo>
                <a:cubicBezTo>
                  <a:pt x="1060334" y="2509"/>
                  <a:pt x="1056506" y="1594"/>
                  <a:pt x="1052623" y="1594"/>
                </a:cubicBezTo>
                <a:cubicBezTo>
                  <a:pt x="1048740" y="1594"/>
                  <a:pt x="1044911" y="2509"/>
                  <a:pt x="1041447" y="4264"/>
                </a:cubicBezTo>
                <a:cubicBezTo>
                  <a:pt x="1037984" y="6019"/>
                  <a:pt x="1034983" y="8566"/>
                  <a:pt x="1032687" y="11698"/>
                </a:cubicBezTo>
                <a:cubicBezTo>
                  <a:pt x="1023832" y="23408"/>
                  <a:pt x="1012382" y="32907"/>
                  <a:pt x="999238" y="39447"/>
                </a:cubicBezTo>
                <a:cubicBezTo>
                  <a:pt x="986093" y="45987"/>
                  <a:pt x="971611" y="49391"/>
                  <a:pt x="956930" y="49391"/>
                </a:cubicBezTo>
                <a:cubicBezTo>
                  <a:pt x="942248" y="49391"/>
                  <a:pt x="927766" y="45987"/>
                  <a:pt x="914621" y="39447"/>
                </a:cubicBezTo>
                <a:cubicBezTo>
                  <a:pt x="901477" y="32907"/>
                  <a:pt x="890028" y="23408"/>
                  <a:pt x="881173" y="11698"/>
                </a:cubicBezTo>
                <a:cubicBezTo>
                  <a:pt x="878877" y="8566"/>
                  <a:pt x="875875" y="6019"/>
                  <a:pt x="872412" y="4264"/>
                </a:cubicBezTo>
                <a:cubicBezTo>
                  <a:pt x="868948" y="2509"/>
                  <a:pt x="865119" y="1594"/>
                  <a:pt x="861237" y="1594"/>
                </a:cubicBezTo>
                <a:cubicBezTo>
                  <a:pt x="857354" y="1594"/>
                  <a:pt x="853525" y="2509"/>
                  <a:pt x="850061" y="4264"/>
                </a:cubicBezTo>
                <a:cubicBezTo>
                  <a:pt x="846598" y="6019"/>
                  <a:pt x="843596" y="8566"/>
                  <a:pt x="841301" y="11698"/>
                </a:cubicBezTo>
                <a:cubicBezTo>
                  <a:pt x="832446" y="23408"/>
                  <a:pt x="820996" y="32907"/>
                  <a:pt x="807852" y="39447"/>
                </a:cubicBezTo>
                <a:cubicBezTo>
                  <a:pt x="794707" y="45987"/>
                  <a:pt x="780225" y="49391"/>
                  <a:pt x="765544" y="49391"/>
                </a:cubicBezTo>
                <a:cubicBezTo>
                  <a:pt x="750862" y="49391"/>
                  <a:pt x="736380" y="45987"/>
                  <a:pt x="723235" y="39447"/>
                </a:cubicBezTo>
                <a:cubicBezTo>
                  <a:pt x="710091" y="32907"/>
                  <a:pt x="698642" y="23408"/>
                  <a:pt x="689787" y="11698"/>
                </a:cubicBezTo>
                <a:cubicBezTo>
                  <a:pt x="687491" y="8566"/>
                  <a:pt x="684489" y="6019"/>
                  <a:pt x="681026" y="4264"/>
                </a:cubicBezTo>
                <a:cubicBezTo>
                  <a:pt x="677562" y="2509"/>
                  <a:pt x="673733" y="1594"/>
                  <a:pt x="669851" y="1594"/>
                </a:cubicBezTo>
                <a:cubicBezTo>
                  <a:pt x="665968" y="1594"/>
                  <a:pt x="662139" y="2509"/>
                  <a:pt x="658675" y="4264"/>
                </a:cubicBezTo>
                <a:cubicBezTo>
                  <a:pt x="655212" y="6019"/>
                  <a:pt x="652210" y="8566"/>
                  <a:pt x="649915" y="11698"/>
                </a:cubicBezTo>
                <a:cubicBezTo>
                  <a:pt x="641060" y="23408"/>
                  <a:pt x="629610" y="32907"/>
                  <a:pt x="616466" y="39447"/>
                </a:cubicBezTo>
                <a:cubicBezTo>
                  <a:pt x="603321" y="45987"/>
                  <a:pt x="588839" y="49391"/>
                  <a:pt x="574158" y="49391"/>
                </a:cubicBezTo>
                <a:cubicBezTo>
                  <a:pt x="559476" y="49391"/>
                  <a:pt x="544994" y="45987"/>
                  <a:pt x="531849" y="39447"/>
                </a:cubicBezTo>
                <a:cubicBezTo>
                  <a:pt x="518705" y="32907"/>
                  <a:pt x="507255" y="23408"/>
                  <a:pt x="498401" y="11698"/>
                </a:cubicBezTo>
                <a:cubicBezTo>
                  <a:pt x="496105" y="8566"/>
                  <a:pt x="493103" y="6019"/>
                  <a:pt x="489640" y="4264"/>
                </a:cubicBezTo>
                <a:cubicBezTo>
                  <a:pt x="486176" y="2509"/>
                  <a:pt x="482347" y="1594"/>
                  <a:pt x="478465" y="1594"/>
                </a:cubicBezTo>
                <a:cubicBezTo>
                  <a:pt x="474582" y="1594"/>
                  <a:pt x="470753" y="2509"/>
                  <a:pt x="467289" y="4264"/>
                </a:cubicBezTo>
                <a:cubicBezTo>
                  <a:pt x="463826" y="6019"/>
                  <a:pt x="460824" y="8566"/>
                  <a:pt x="458529" y="11698"/>
                </a:cubicBezTo>
                <a:cubicBezTo>
                  <a:pt x="449674" y="23408"/>
                  <a:pt x="438224" y="32907"/>
                  <a:pt x="425080" y="39447"/>
                </a:cubicBezTo>
                <a:cubicBezTo>
                  <a:pt x="411935" y="45987"/>
                  <a:pt x="397453" y="49391"/>
                  <a:pt x="382772" y="49391"/>
                </a:cubicBezTo>
                <a:cubicBezTo>
                  <a:pt x="368090" y="49391"/>
                  <a:pt x="353608" y="45987"/>
                  <a:pt x="340463" y="39447"/>
                </a:cubicBezTo>
                <a:cubicBezTo>
                  <a:pt x="327319" y="32907"/>
                  <a:pt x="315869" y="23408"/>
                  <a:pt x="307015" y="11698"/>
                </a:cubicBezTo>
                <a:cubicBezTo>
                  <a:pt x="304719" y="8566"/>
                  <a:pt x="301717" y="6019"/>
                  <a:pt x="298254" y="4264"/>
                </a:cubicBezTo>
                <a:cubicBezTo>
                  <a:pt x="294790" y="2509"/>
                  <a:pt x="290961" y="1594"/>
                  <a:pt x="287079" y="1594"/>
                </a:cubicBezTo>
                <a:cubicBezTo>
                  <a:pt x="283196" y="1594"/>
                  <a:pt x="279367" y="2509"/>
                  <a:pt x="275903" y="4264"/>
                </a:cubicBezTo>
                <a:cubicBezTo>
                  <a:pt x="272440" y="6019"/>
                  <a:pt x="269438" y="8566"/>
                  <a:pt x="267143" y="11698"/>
                </a:cubicBezTo>
                <a:cubicBezTo>
                  <a:pt x="258288" y="23408"/>
                  <a:pt x="246838" y="32907"/>
                  <a:pt x="233694" y="39447"/>
                </a:cubicBezTo>
                <a:cubicBezTo>
                  <a:pt x="220549" y="45987"/>
                  <a:pt x="206067" y="49391"/>
                  <a:pt x="191386" y="49391"/>
                </a:cubicBezTo>
                <a:cubicBezTo>
                  <a:pt x="176704" y="49391"/>
                  <a:pt x="162222" y="45987"/>
                  <a:pt x="149077" y="39447"/>
                </a:cubicBezTo>
                <a:cubicBezTo>
                  <a:pt x="135933" y="32907"/>
                  <a:pt x="124483" y="23408"/>
                  <a:pt x="115629" y="11698"/>
                </a:cubicBezTo>
                <a:cubicBezTo>
                  <a:pt x="113333" y="8566"/>
                  <a:pt x="110331" y="6019"/>
                  <a:pt x="106868" y="4264"/>
                </a:cubicBezTo>
                <a:cubicBezTo>
                  <a:pt x="103404" y="2509"/>
                  <a:pt x="99575" y="1594"/>
                  <a:pt x="95693" y="1594"/>
                </a:cubicBezTo>
                <a:cubicBezTo>
                  <a:pt x="91810" y="1594"/>
                  <a:pt x="87981" y="2509"/>
                  <a:pt x="84517" y="4264"/>
                </a:cubicBezTo>
                <a:cubicBezTo>
                  <a:pt x="81054" y="6019"/>
                  <a:pt x="78052" y="8566"/>
                  <a:pt x="75756" y="11698"/>
                </a:cubicBezTo>
                <a:cubicBezTo>
                  <a:pt x="66904" y="23413"/>
                  <a:pt x="55456" y="32916"/>
                  <a:pt x="42311" y="39461"/>
                </a:cubicBezTo>
                <a:cubicBezTo>
                  <a:pt x="29167" y="46006"/>
                  <a:pt x="14684" y="49414"/>
                  <a:pt x="0" y="49416"/>
                </a:cubicBezTo>
                <a:moveTo>
                  <a:pt x="0" y="49441"/>
                </a:moveTo>
                <a:cubicBezTo>
                  <a:pt x="14353" y="51036"/>
                  <a:pt x="29505" y="46251"/>
                  <a:pt x="42264" y="39074"/>
                </a:cubicBezTo>
                <a:cubicBezTo>
                  <a:pt x="55023" y="32695"/>
                  <a:pt x="70972" y="25518"/>
                  <a:pt x="75756" y="11961"/>
                </a:cubicBezTo>
                <a:cubicBezTo>
                  <a:pt x="77351" y="7974"/>
                  <a:pt x="81339" y="6379"/>
                  <a:pt x="84528" y="3987"/>
                </a:cubicBezTo>
                <a:cubicBezTo>
                  <a:pt x="87718" y="2392"/>
                  <a:pt x="91705" y="797"/>
                  <a:pt x="95693" y="1594"/>
                </a:cubicBezTo>
                <a:cubicBezTo>
                  <a:pt x="99680" y="2392"/>
                  <a:pt x="102869" y="3189"/>
                  <a:pt x="106857" y="3987"/>
                </a:cubicBezTo>
                <a:cubicBezTo>
                  <a:pt x="110844" y="4784"/>
                  <a:pt x="113236" y="8771"/>
                  <a:pt x="115629" y="11961"/>
                </a:cubicBezTo>
                <a:cubicBezTo>
                  <a:pt x="124400" y="23923"/>
                  <a:pt x="135565" y="33492"/>
                  <a:pt x="149121" y="39074"/>
                </a:cubicBezTo>
                <a:cubicBezTo>
                  <a:pt x="162678" y="45454"/>
                  <a:pt x="177032" y="47049"/>
                  <a:pt x="191386" y="49441"/>
                </a:cubicBezTo>
                <a:cubicBezTo>
                  <a:pt x="205740" y="51833"/>
                  <a:pt x="219296" y="43061"/>
                  <a:pt x="233650" y="39074"/>
                </a:cubicBezTo>
                <a:cubicBezTo>
                  <a:pt x="248004" y="35884"/>
                  <a:pt x="256776" y="22328"/>
                  <a:pt x="267143" y="11961"/>
                </a:cubicBezTo>
                <a:cubicBezTo>
                  <a:pt x="269535" y="8771"/>
                  <a:pt x="271927" y="4784"/>
                  <a:pt x="275914" y="3987"/>
                </a:cubicBezTo>
                <a:cubicBezTo>
                  <a:pt x="279902" y="3987"/>
                  <a:pt x="283091" y="797"/>
                  <a:pt x="287079" y="1594"/>
                </a:cubicBezTo>
                <a:cubicBezTo>
                  <a:pt x="291066" y="2392"/>
                  <a:pt x="295053" y="2392"/>
                  <a:pt x="298243" y="3987"/>
                </a:cubicBezTo>
                <a:cubicBezTo>
                  <a:pt x="301433" y="6379"/>
                  <a:pt x="306217" y="7974"/>
                  <a:pt x="307015" y="11961"/>
                </a:cubicBezTo>
                <a:cubicBezTo>
                  <a:pt x="311002" y="25518"/>
                  <a:pt x="326153" y="35884"/>
                  <a:pt x="340507" y="39074"/>
                </a:cubicBezTo>
                <a:cubicBezTo>
                  <a:pt x="354861" y="43061"/>
                  <a:pt x="369215" y="55023"/>
                  <a:pt x="382772" y="49441"/>
                </a:cubicBezTo>
                <a:cubicBezTo>
                  <a:pt x="396328" y="43859"/>
                  <a:pt x="412277" y="46251"/>
                  <a:pt x="425036" y="39074"/>
                </a:cubicBezTo>
                <a:cubicBezTo>
                  <a:pt x="437795" y="32695"/>
                  <a:pt x="447364" y="21530"/>
                  <a:pt x="458529" y="11961"/>
                </a:cubicBezTo>
                <a:cubicBezTo>
                  <a:pt x="461718" y="8771"/>
                  <a:pt x="464111" y="5582"/>
                  <a:pt x="467300" y="3987"/>
                </a:cubicBezTo>
                <a:cubicBezTo>
                  <a:pt x="470490" y="2392"/>
                  <a:pt x="474477" y="797"/>
                  <a:pt x="478465" y="1594"/>
                </a:cubicBezTo>
                <a:cubicBezTo>
                  <a:pt x="482452" y="2392"/>
                  <a:pt x="485642" y="3987"/>
                  <a:pt x="489629" y="3987"/>
                </a:cubicBezTo>
                <a:cubicBezTo>
                  <a:pt x="493616" y="4784"/>
                  <a:pt x="496806" y="7974"/>
                  <a:pt x="498401" y="11961"/>
                </a:cubicBezTo>
                <a:cubicBezTo>
                  <a:pt x="503185" y="25518"/>
                  <a:pt x="521526" y="29505"/>
                  <a:pt x="531893" y="39074"/>
                </a:cubicBezTo>
                <a:cubicBezTo>
                  <a:pt x="542260" y="49441"/>
                  <a:pt x="559804" y="50238"/>
                  <a:pt x="574158" y="49441"/>
                </a:cubicBezTo>
                <a:cubicBezTo>
                  <a:pt x="588512" y="48643"/>
                  <a:pt x="603663" y="46251"/>
                  <a:pt x="616422" y="39074"/>
                </a:cubicBezTo>
                <a:cubicBezTo>
                  <a:pt x="629181" y="32695"/>
                  <a:pt x="641143" y="23923"/>
                  <a:pt x="649915" y="11961"/>
                </a:cubicBezTo>
                <a:cubicBezTo>
                  <a:pt x="652307" y="8771"/>
                  <a:pt x="655497" y="6379"/>
                  <a:pt x="658686" y="3987"/>
                </a:cubicBezTo>
                <a:cubicBezTo>
                  <a:pt x="661876" y="2392"/>
                  <a:pt x="665863" y="797"/>
                  <a:pt x="669851" y="1594"/>
                </a:cubicBezTo>
                <a:cubicBezTo>
                  <a:pt x="673838" y="2392"/>
                  <a:pt x="678623" y="1594"/>
                  <a:pt x="681015" y="3987"/>
                </a:cubicBezTo>
                <a:cubicBezTo>
                  <a:pt x="683407" y="7176"/>
                  <a:pt x="688192" y="7974"/>
                  <a:pt x="689787" y="11961"/>
                </a:cubicBezTo>
                <a:cubicBezTo>
                  <a:pt x="694571" y="25518"/>
                  <a:pt x="710520" y="31897"/>
                  <a:pt x="723279" y="39074"/>
                </a:cubicBezTo>
                <a:cubicBezTo>
                  <a:pt x="736038" y="47049"/>
                  <a:pt x="751190" y="53428"/>
                  <a:pt x="765544" y="49441"/>
                </a:cubicBezTo>
                <a:cubicBezTo>
                  <a:pt x="779898" y="45454"/>
                  <a:pt x="797441" y="50238"/>
                  <a:pt x="807808" y="39074"/>
                </a:cubicBezTo>
                <a:cubicBezTo>
                  <a:pt x="818175" y="28707"/>
                  <a:pt x="835719" y="25518"/>
                  <a:pt x="841301" y="11961"/>
                </a:cubicBezTo>
                <a:cubicBezTo>
                  <a:pt x="842896" y="7974"/>
                  <a:pt x="846883" y="6379"/>
                  <a:pt x="850073" y="3987"/>
                </a:cubicBezTo>
                <a:cubicBezTo>
                  <a:pt x="853262" y="1594"/>
                  <a:pt x="857250" y="3189"/>
                  <a:pt x="861237" y="1594"/>
                </a:cubicBezTo>
                <a:cubicBezTo>
                  <a:pt x="865224" y="0"/>
                  <a:pt x="868414" y="2392"/>
                  <a:pt x="872401" y="3987"/>
                </a:cubicBezTo>
                <a:cubicBezTo>
                  <a:pt x="875591" y="5582"/>
                  <a:pt x="879578" y="7974"/>
                  <a:pt x="881173" y="11961"/>
                </a:cubicBezTo>
                <a:cubicBezTo>
                  <a:pt x="887552" y="24720"/>
                  <a:pt x="903501" y="29505"/>
                  <a:pt x="914665" y="39074"/>
                </a:cubicBezTo>
                <a:cubicBezTo>
                  <a:pt x="925032" y="49441"/>
                  <a:pt x="942576" y="47846"/>
                  <a:pt x="956930" y="49441"/>
                </a:cubicBezTo>
                <a:cubicBezTo>
                  <a:pt x="971284" y="51036"/>
                  <a:pt x="988827" y="50238"/>
                  <a:pt x="999194" y="39074"/>
                </a:cubicBezTo>
                <a:cubicBezTo>
                  <a:pt x="1009561" y="28707"/>
                  <a:pt x="1023915" y="23125"/>
                  <a:pt x="1032687" y="11961"/>
                </a:cubicBezTo>
                <a:cubicBezTo>
                  <a:pt x="1035079" y="8771"/>
                  <a:pt x="1037471" y="4784"/>
                  <a:pt x="1041459" y="3987"/>
                </a:cubicBezTo>
                <a:cubicBezTo>
                  <a:pt x="1045446" y="3987"/>
                  <a:pt x="1048636" y="797"/>
                  <a:pt x="1052623" y="1594"/>
                </a:cubicBezTo>
                <a:cubicBezTo>
                  <a:pt x="1056610" y="2392"/>
                  <a:pt x="1060597" y="2392"/>
                  <a:pt x="1063787" y="3987"/>
                </a:cubicBezTo>
                <a:cubicBezTo>
                  <a:pt x="1066977" y="6379"/>
                  <a:pt x="1070964" y="7974"/>
                  <a:pt x="1072559" y="11961"/>
                </a:cubicBezTo>
                <a:cubicBezTo>
                  <a:pt x="1077343" y="25518"/>
                  <a:pt x="1092495" y="34290"/>
                  <a:pt x="1106051" y="39074"/>
                </a:cubicBezTo>
                <a:cubicBezTo>
                  <a:pt x="1119608" y="44656"/>
                  <a:pt x="1133962" y="51833"/>
                  <a:pt x="1148316" y="49441"/>
                </a:cubicBezTo>
                <a:cubicBezTo>
                  <a:pt x="1162670" y="47049"/>
                  <a:pt x="1177821" y="46251"/>
                  <a:pt x="1190580" y="39074"/>
                </a:cubicBezTo>
                <a:cubicBezTo>
                  <a:pt x="1203339" y="32695"/>
                  <a:pt x="1218491" y="25518"/>
                  <a:pt x="1224073" y="11961"/>
                </a:cubicBezTo>
                <a:cubicBezTo>
                  <a:pt x="1225668" y="7974"/>
                  <a:pt x="1228857" y="5582"/>
                  <a:pt x="1232845" y="3987"/>
                </a:cubicBezTo>
                <a:cubicBezTo>
                  <a:pt x="1236832" y="3189"/>
                  <a:pt x="1240022" y="797"/>
                  <a:pt x="1244009" y="1594"/>
                </a:cubicBezTo>
                <a:cubicBezTo>
                  <a:pt x="1247996" y="2392"/>
                  <a:pt x="1251186" y="3987"/>
                  <a:pt x="1255173" y="3987"/>
                </a:cubicBezTo>
                <a:cubicBezTo>
                  <a:pt x="1259160" y="4784"/>
                  <a:pt x="1262350" y="7974"/>
                  <a:pt x="1263945" y="11961"/>
                </a:cubicBezTo>
                <a:cubicBezTo>
                  <a:pt x="1269527" y="25518"/>
                  <a:pt x="1283881" y="33492"/>
                  <a:pt x="1297437" y="39074"/>
                </a:cubicBezTo>
                <a:cubicBezTo>
                  <a:pt x="1310994" y="45454"/>
                  <a:pt x="1325348" y="51833"/>
                  <a:pt x="1339702" y="49441"/>
                </a:cubicBezTo>
                <a:cubicBezTo>
                  <a:pt x="1354056" y="47049"/>
                  <a:pt x="1368410" y="43859"/>
                  <a:pt x="1381966" y="39074"/>
                </a:cubicBezTo>
                <a:cubicBezTo>
                  <a:pt x="1396320" y="35087"/>
                  <a:pt x="1408282" y="24720"/>
                  <a:pt x="1415459" y="11961"/>
                </a:cubicBezTo>
                <a:cubicBezTo>
                  <a:pt x="1417054" y="7974"/>
                  <a:pt x="1421838" y="7176"/>
                  <a:pt x="1424231" y="3987"/>
                </a:cubicBezTo>
                <a:cubicBezTo>
                  <a:pt x="1426623" y="1594"/>
                  <a:pt x="1431408" y="797"/>
                  <a:pt x="1435395" y="1594"/>
                </a:cubicBezTo>
                <a:cubicBezTo>
                  <a:pt x="1439382" y="2392"/>
                  <a:pt x="1443369" y="2392"/>
                  <a:pt x="1446559" y="3987"/>
                </a:cubicBezTo>
                <a:cubicBezTo>
                  <a:pt x="1449749" y="6379"/>
                  <a:pt x="1453736" y="7974"/>
                  <a:pt x="1455331" y="11961"/>
                </a:cubicBezTo>
                <a:cubicBezTo>
                  <a:pt x="1460913" y="25518"/>
                  <a:pt x="1477659" y="30302"/>
                  <a:pt x="1488823" y="39074"/>
                </a:cubicBezTo>
                <a:cubicBezTo>
                  <a:pt x="1499988" y="48643"/>
                  <a:pt x="1516734" y="48643"/>
                  <a:pt x="1531088" y="49441"/>
                </a:cubicBezTo>
                <a:cubicBezTo>
                  <a:pt x="1545442" y="50238"/>
                  <a:pt x="1559796" y="44656"/>
                  <a:pt x="1573352" y="39074"/>
                </a:cubicBezTo>
                <a:cubicBezTo>
                  <a:pt x="1586909" y="34290"/>
                  <a:pt x="1601263" y="25518"/>
                  <a:pt x="1606845" y="11961"/>
                </a:cubicBezTo>
                <a:cubicBezTo>
                  <a:pt x="1608440" y="7974"/>
                  <a:pt x="1612427" y="6379"/>
                  <a:pt x="1615617" y="3987"/>
                </a:cubicBezTo>
                <a:cubicBezTo>
                  <a:pt x="1618806" y="2392"/>
                  <a:pt x="1622794" y="3189"/>
                  <a:pt x="1626781" y="1594"/>
                </a:cubicBezTo>
                <a:cubicBezTo>
                  <a:pt x="1630768" y="0"/>
                  <a:pt x="1633958" y="3987"/>
                  <a:pt x="1637945" y="3987"/>
                </a:cubicBezTo>
                <a:cubicBezTo>
                  <a:pt x="1641932" y="4784"/>
                  <a:pt x="1643527" y="9569"/>
                  <a:pt x="1646717" y="11961"/>
                </a:cubicBezTo>
                <a:cubicBezTo>
                  <a:pt x="1658679" y="20733"/>
                  <a:pt x="1667450" y="32695"/>
                  <a:pt x="1680210" y="39074"/>
                </a:cubicBezTo>
                <a:cubicBezTo>
                  <a:pt x="1692969" y="46251"/>
                  <a:pt x="1708120" y="45454"/>
                  <a:pt x="1722474" y="49441"/>
                </a:cubicBezTo>
                <a:cubicBezTo>
                  <a:pt x="1736828" y="52631"/>
                  <a:pt x="1752777" y="47846"/>
                  <a:pt x="1764738" y="39074"/>
                </a:cubicBezTo>
                <a:cubicBezTo>
                  <a:pt x="1776700" y="31100"/>
                  <a:pt x="1787067" y="20733"/>
                  <a:pt x="1798231" y="11961"/>
                </a:cubicBezTo>
                <a:cubicBezTo>
                  <a:pt x="1801421" y="9569"/>
                  <a:pt x="1803016" y="4784"/>
                  <a:pt x="1807003" y="3987"/>
                </a:cubicBezTo>
                <a:cubicBezTo>
                  <a:pt x="1810990" y="3987"/>
                  <a:pt x="1814180" y="2392"/>
                  <a:pt x="1818167" y="1594"/>
                </a:cubicBezTo>
                <a:cubicBezTo>
                  <a:pt x="1822154" y="797"/>
                  <a:pt x="1826939" y="1594"/>
                  <a:pt x="1829331" y="3987"/>
                </a:cubicBezTo>
                <a:cubicBezTo>
                  <a:pt x="1831723" y="7176"/>
                  <a:pt x="1836508" y="7974"/>
                  <a:pt x="1838103" y="11961"/>
                </a:cubicBezTo>
                <a:cubicBezTo>
                  <a:pt x="1844483" y="24720"/>
                  <a:pt x="1857242" y="35884"/>
                  <a:pt x="1871596" y="39074"/>
                </a:cubicBezTo>
                <a:cubicBezTo>
                  <a:pt x="1885950" y="43061"/>
                  <a:pt x="1900303" y="43859"/>
                  <a:pt x="1913860" y="49441"/>
                </a:cubicBezTo>
                <a:cubicBezTo>
                  <a:pt x="1927416" y="55023"/>
                  <a:pt x="1943365" y="47049"/>
                  <a:pt x="1956124" y="39074"/>
                </a:cubicBezTo>
                <a:cubicBezTo>
                  <a:pt x="1968883" y="31897"/>
                  <a:pt x="1982440" y="24720"/>
                  <a:pt x="1989617" y="11961"/>
                </a:cubicBezTo>
                <a:cubicBezTo>
                  <a:pt x="1991212" y="7974"/>
                  <a:pt x="1995199" y="6379"/>
                  <a:pt x="1998389" y="3987"/>
                </a:cubicBezTo>
                <a:cubicBezTo>
                  <a:pt x="2001579" y="1594"/>
                  <a:pt x="2005566" y="2392"/>
                  <a:pt x="2009553" y="1594"/>
                </a:cubicBezTo>
                <a:cubicBezTo>
                  <a:pt x="2013540" y="797"/>
                  <a:pt x="2016730" y="3189"/>
                  <a:pt x="2020717" y="3987"/>
                </a:cubicBezTo>
                <a:cubicBezTo>
                  <a:pt x="2024704" y="5582"/>
                  <a:pt x="2027097" y="8771"/>
                  <a:pt x="2029489" y="11961"/>
                </a:cubicBezTo>
                <a:cubicBezTo>
                  <a:pt x="2037463" y="23923"/>
                  <a:pt x="2050223" y="31897"/>
                  <a:pt x="2062982" y="39074"/>
                </a:cubicBezTo>
                <a:cubicBezTo>
                  <a:pt x="2074943" y="47049"/>
                  <a:pt x="2090892" y="47049"/>
                  <a:pt x="2105246" y="49441"/>
                </a:cubicBezTo>
                <a:cubicBezTo>
                  <a:pt x="2119600" y="51833"/>
                  <a:pt x="2135549" y="47846"/>
                  <a:pt x="2147510" y="39074"/>
                </a:cubicBezTo>
                <a:cubicBezTo>
                  <a:pt x="2159472" y="31100"/>
                  <a:pt x="2173029" y="23923"/>
                  <a:pt x="2181003" y="11961"/>
                </a:cubicBezTo>
                <a:cubicBezTo>
                  <a:pt x="2183395" y="8771"/>
                  <a:pt x="2186585" y="6379"/>
                  <a:pt x="2189775" y="3987"/>
                </a:cubicBezTo>
                <a:cubicBezTo>
                  <a:pt x="2192965" y="2392"/>
                  <a:pt x="2196952" y="1594"/>
                  <a:pt x="2200939" y="1594"/>
                </a:cubicBezTo>
                <a:cubicBezTo>
                  <a:pt x="2204926" y="1594"/>
                  <a:pt x="2208913" y="1594"/>
                  <a:pt x="2212103" y="3987"/>
                </a:cubicBezTo>
                <a:cubicBezTo>
                  <a:pt x="2214496" y="7176"/>
                  <a:pt x="2219280" y="7974"/>
                  <a:pt x="2220875" y="11961"/>
                </a:cubicBezTo>
                <a:cubicBezTo>
                  <a:pt x="2226457" y="25518"/>
                  <a:pt x="2241609" y="31897"/>
                  <a:pt x="2254368" y="39074"/>
                </a:cubicBezTo>
                <a:cubicBezTo>
                  <a:pt x="2266329" y="47049"/>
                  <a:pt x="2283076" y="44656"/>
                  <a:pt x="2296632" y="49441"/>
                </a:cubicBezTo>
                <a:cubicBezTo>
                  <a:pt x="2310189" y="54226"/>
                  <a:pt x="2326935" y="47846"/>
                  <a:pt x="2338896" y="39074"/>
                </a:cubicBezTo>
                <a:cubicBezTo>
                  <a:pt x="2350858" y="31100"/>
                  <a:pt x="2368402" y="25518"/>
                  <a:pt x="2372389" y="11961"/>
                </a:cubicBezTo>
                <a:cubicBezTo>
                  <a:pt x="2373186" y="7974"/>
                  <a:pt x="2377971" y="6379"/>
                  <a:pt x="2381161" y="3987"/>
                </a:cubicBezTo>
                <a:cubicBezTo>
                  <a:pt x="2384351" y="2392"/>
                  <a:pt x="2388338" y="2392"/>
                  <a:pt x="2392325" y="1594"/>
                </a:cubicBezTo>
                <a:cubicBezTo>
                  <a:pt x="2396312" y="797"/>
                  <a:pt x="2399502" y="3987"/>
                  <a:pt x="2403489" y="3987"/>
                </a:cubicBezTo>
                <a:cubicBezTo>
                  <a:pt x="2407476" y="4784"/>
                  <a:pt x="2410666" y="7974"/>
                  <a:pt x="2412261" y="11961"/>
                </a:cubicBezTo>
                <a:cubicBezTo>
                  <a:pt x="2417046" y="25518"/>
                  <a:pt x="2433792" y="31100"/>
                  <a:pt x="2445754" y="39074"/>
                </a:cubicBezTo>
                <a:cubicBezTo>
                  <a:pt x="2457715" y="47846"/>
                  <a:pt x="2473664" y="50238"/>
                  <a:pt x="2488018" y="49441"/>
                </a:cubicBezTo>
                <a:cubicBezTo>
                  <a:pt x="2502372" y="48643"/>
                  <a:pt x="2519916" y="49441"/>
                  <a:pt x="2530283" y="39074"/>
                </a:cubicBezTo>
                <a:cubicBezTo>
                  <a:pt x="2540649" y="29505"/>
                  <a:pt x="2556598" y="23923"/>
                  <a:pt x="2563775" y="11961"/>
                </a:cubicBezTo>
                <a:cubicBezTo>
                  <a:pt x="2565370" y="7974"/>
                  <a:pt x="2569357" y="6379"/>
                  <a:pt x="2572547" y="3987"/>
                </a:cubicBezTo>
                <a:cubicBezTo>
                  <a:pt x="2575737" y="1594"/>
                  <a:pt x="2579724" y="3189"/>
                  <a:pt x="2583711" y="1594"/>
                </a:cubicBezTo>
                <a:cubicBezTo>
                  <a:pt x="2587698" y="0"/>
                  <a:pt x="2590888" y="3987"/>
                  <a:pt x="2594875" y="3987"/>
                </a:cubicBezTo>
                <a:cubicBezTo>
                  <a:pt x="2598863" y="4784"/>
                  <a:pt x="2600457" y="8771"/>
                  <a:pt x="2603647" y="11961"/>
                </a:cubicBezTo>
                <a:cubicBezTo>
                  <a:pt x="2614014" y="21530"/>
                  <a:pt x="2623583" y="33492"/>
                  <a:pt x="2637140" y="39074"/>
                </a:cubicBezTo>
                <a:cubicBezTo>
                  <a:pt x="2650696" y="45454"/>
                  <a:pt x="2665050" y="48643"/>
                  <a:pt x="2679404" y="49441"/>
                </a:cubicBezTo>
                <a:cubicBezTo>
                  <a:pt x="2693758" y="50238"/>
                  <a:pt x="2708112" y="43859"/>
                  <a:pt x="2721669" y="39074"/>
                </a:cubicBezTo>
                <a:cubicBezTo>
                  <a:pt x="2736023" y="35087"/>
                  <a:pt x="2749579" y="25518"/>
                  <a:pt x="2755161" y="11961"/>
                </a:cubicBezTo>
                <a:cubicBezTo>
                  <a:pt x="2756756" y="7974"/>
                  <a:pt x="2761541" y="7176"/>
                  <a:pt x="2763933" y="3987"/>
                </a:cubicBezTo>
                <a:cubicBezTo>
                  <a:pt x="2766325" y="1594"/>
                  <a:pt x="2771110" y="2392"/>
                  <a:pt x="2775097" y="1594"/>
                </a:cubicBezTo>
                <a:cubicBezTo>
                  <a:pt x="2779084" y="797"/>
                  <a:pt x="2783072" y="1594"/>
                  <a:pt x="2786261" y="3987"/>
                </a:cubicBezTo>
                <a:cubicBezTo>
                  <a:pt x="2789451" y="6379"/>
                  <a:pt x="2793438" y="7974"/>
                  <a:pt x="2795033" y="11961"/>
                </a:cubicBezTo>
                <a:cubicBezTo>
                  <a:pt x="2801413" y="24720"/>
                  <a:pt x="2816564" y="30302"/>
                  <a:pt x="2828526" y="39074"/>
                </a:cubicBezTo>
                <a:cubicBezTo>
                  <a:pt x="2840487" y="48643"/>
                  <a:pt x="2856436" y="48643"/>
                  <a:pt x="2870790" y="49441"/>
                </a:cubicBezTo>
                <a:cubicBezTo>
                  <a:pt x="2885144" y="49441"/>
                  <a:pt x="2898701" y="40669"/>
                  <a:pt x="2913055" y="39074"/>
                </a:cubicBezTo>
                <a:cubicBezTo>
                  <a:pt x="2927409" y="38277"/>
                  <a:pt x="2937775" y="23923"/>
                  <a:pt x="2946547" y="11961"/>
                </a:cubicBezTo>
                <a:cubicBezTo>
                  <a:pt x="2948939" y="8771"/>
                  <a:pt x="2952129" y="6379"/>
                  <a:pt x="2955319" y="3987"/>
                </a:cubicBezTo>
                <a:cubicBezTo>
                  <a:pt x="2958509" y="1594"/>
                  <a:pt x="2962496" y="1594"/>
                  <a:pt x="2966483" y="1594"/>
                </a:cubicBezTo>
                <a:cubicBezTo>
                  <a:pt x="2970470" y="1594"/>
                  <a:pt x="2973660" y="3189"/>
                  <a:pt x="2977647" y="3987"/>
                </a:cubicBezTo>
                <a:cubicBezTo>
                  <a:pt x="2981635" y="5582"/>
                  <a:pt x="2984027" y="8771"/>
                  <a:pt x="2986419" y="11961"/>
                </a:cubicBezTo>
                <a:cubicBezTo>
                  <a:pt x="2995191" y="23923"/>
                  <a:pt x="3008748" y="30302"/>
                  <a:pt x="3019912" y="39074"/>
                </a:cubicBezTo>
                <a:cubicBezTo>
                  <a:pt x="3031076" y="48643"/>
                  <a:pt x="3047822" y="49441"/>
                  <a:pt x="3062176" y="49441"/>
                </a:cubicBezTo>
                <a:cubicBezTo>
                  <a:pt x="3076530" y="49441"/>
                  <a:pt x="3094074" y="50238"/>
                  <a:pt x="3104441" y="39074"/>
                </a:cubicBezTo>
                <a:cubicBezTo>
                  <a:pt x="3114807" y="28707"/>
                  <a:pt x="3129161" y="23923"/>
                  <a:pt x="3137933" y="11961"/>
                </a:cubicBezTo>
                <a:cubicBezTo>
                  <a:pt x="3140326" y="8771"/>
                  <a:pt x="3142718" y="5582"/>
                  <a:pt x="3146705" y="3987"/>
                </a:cubicBezTo>
                <a:cubicBezTo>
                  <a:pt x="3150692" y="3189"/>
                  <a:pt x="3153882" y="2392"/>
                  <a:pt x="3157869" y="1594"/>
                </a:cubicBezTo>
                <a:cubicBezTo>
                  <a:pt x="3161856" y="797"/>
                  <a:pt x="3165046" y="3189"/>
                  <a:pt x="3169033" y="3987"/>
                </a:cubicBezTo>
                <a:cubicBezTo>
                  <a:pt x="3173021" y="5582"/>
                  <a:pt x="3176210" y="8771"/>
                  <a:pt x="3177805" y="11961"/>
                </a:cubicBezTo>
                <a:cubicBezTo>
                  <a:pt x="3184982" y="23923"/>
                  <a:pt x="3197741" y="34290"/>
                  <a:pt x="3211298" y="39074"/>
                </a:cubicBezTo>
                <a:cubicBezTo>
                  <a:pt x="3224854" y="44656"/>
                  <a:pt x="3240006" y="43859"/>
                  <a:pt x="3253562" y="49441"/>
                </a:cubicBezTo>
                <a:cubicBezTo>
                  <a:pt x="3267119" y="55023"/>
                  <a:pt x="3283865" y="47846"/>
                  <a:pt x="3295827" y="39074"/>
                </a:cubicBezTo>
                <a:cubicBezTo>
                  <a:pt x="3307788" y="31100"/>
                  <a:pt x="3318155" y="21530"/>
                  <a:pt x="3329319" y="11961"/>
                </a:cubicBezTo>
                <a:cubicBezTo>
                  <a:pt x="3332509" y="8771"/>
                  <a:pt x="3334104" y="5582"/>
                  <a:pt x="3338091" y="3987"/>
                </a:cubicBezTo>
                <a:cubicBezTo>
                  <a:pt x="3342078" y="3189"/>
                  <a:pt x="3345268" y="2392"/>
                  <a:pt x="3349255" y="1594"/>
                </a:cubicBezTo>
                <a:cubicBezTo>
                  <a:pt x="3353243" y="797"/>
                  <a:pt x="3356432" y="3987"/>
                  <a:pt x="3360420" y="3987"/>
                </a:cubicBezTo>
                <a:cubicBezTo>
                  <a:pt x="3364407" y="4784"/>
                  <a:pt x="3367596" y="7974"/>
                  <a:pt x="3369191" y="11961"/>
                </a:cubicBezTo>
                <a:cubicBezTo>
                  <a:pt x="3375571" y="24720"/>
                  <a:pt x="3390722" y="31100"/>
                  <a:pt x="3402684" y="39074"/>
                </a:cubicBezTo>
                <a:cubicBezTo>
                  <a:pt x="3414646" y="47846"/>
                  <a:pt x="3430594" y="52631"/>
                  <a:pt x="3444948" y="49441"/>
                </a:cubicBezTo>
                <a:cubicBezTo>
                  <a:pt x="3459302" y="45454"/>
                  <a:pt x="3474454" y="46251"/>
                  <a:pt x="3487213" y="39074"/>
                </a:cubicBezTo>
                <a:cubicBezTo>
                  <a:pt x="3499972" y="32695"/>
                  <a:pt x="3515921" y="25518"/>
                  <a:pt x="3520705" y="11961"/>
                </a:cubicBezTo>
                <a:cubicBezTo>
                  <a:pt x="3522300" y="7974"/>
                  <a:pt x="3526287" y="6379"/>
                  <a:pt x="3529477" y="3987"/>
                </a:cubicBezTo>
                <a:cubicBezTo>
                  <a:pt x="3532667" y="1594"/>
                  <a:pt x="3536654" y="3189"/>
                  <a:pt x="3540641" y="1594"/>
                </a:cubicBezTo>
                <a:cubicBezTo>
                  <a:pt x="3544629" y="0"/>
                  <a:pt x="3548616" y="2392"/>
                  <a:pt x="3551806" y="3987"/>
                </a:cubicBezTo>
                <a:cubicBezTo>
                  <a:pt x="3554995" y="5582"/>
                  <a:pt x="3558185" y="8771"/>
                  <a:pt x="3560577" y="11961"/>
                </a:cubicBezTo>
                <a:cubicBezTo>
                  <a:pt x="3568552" y="23923"/>
                  <a:pt x="3579716" y="35087"/>
                  <a:pt x="3594070" y="39074"/>
                </a:cubicBezTo>
                <a:cubicBezTo>
                  <a:pt x="3607626" y="43859"/>
                  <a:pt x="3621980" y="49441"/>
                  <a:pt x="3636334" y="49441"/>
                </a:cubicBezTo>
                <a:cubicBezTo>
                  <a:pt x="3650688" y="49441"/>
                  <a:pt x="3664245" y="41466"/>
                  <a:pt x="3678599" y="39074"/>
                </a:cubicBezTo>
                <a:cubicBezTo>
                  <a:pt x="3692953" y="37479"/>
                  <a:pt x="3702522" y="22328"/>
                  <a:pt x="3712091" y="11961"/>
                </a:cubicBezTo>
                <a:cubicBezTo>
                  <a:pt x="3714484" y="8771"/>
                  <a:pt x="3717673" y="6379"/>
                  <a:pt x="3720863" y="3987"/>
                </a:cubicBezTo>
                <a:cubicBezTo>
                  <a:pt x="3724053" y="2392"/>
                  <a:pt x="3728040" y="3189"/>
                  <a:pt x="3732027" y="1594"/>
                </a:cubicBezTo>
                <a:cubicBezTo>
                  <a:pt x="3736015" y="0"/>
                  <a:pt x="3739204" y="3189"/>
                  <a:pt x="3743192" y="3987"/>
                </a:cubicBezTo>
                <a:cubicBezTo>
                  <a:pt x="3747179" y="5582"/>
                  <a:pt x="3750369" y="7974"/>
                  <a:pt x="3751963" y="11961"/>
                </a:cubicBezTo>
                <a:cubicBezTo>
                  <a:pt x="3756748" y="25518"/>
                  <a:pt x="3772697" y="32695"/>
                  <a:pt x="3785456" y="39074"/>
                </a:cubicBezTo>
                <a:cubicBezTo>
                  <a:pt x="3798215" y="46251"/>
                  <a:pt x="3813366" y="52631"/>
                  <a:pt x="3827720" y="49441"/>
                </a:cubicBezTo>
              </a:path>
            </a:pathLst>
          </a:custGeom>
          <a:noFill/>
          <a:ln w="2392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ounded Rectangle 2"/>
          <p:cNvSpPr/>
          <p:nvPr/>
        </p:nvSpPr>
        <p:spPr>
          <a:xfrm>
            <a:off x="924500" y="3626863"/>
            <a:ext cx="1606047" cy="1305412"/>
          </a:xfrm>
          <a:custGeom>
            <a:avLst/>
            <a:gdLst/>
            <a:ahLst/>
            <a:cxnLst/>
            <a:rect l="0" t="0" r="0" b="0"/>
            <a:pathLst>
              <a:path w="1606047" h="1305412">
                <a:moveTo>
                  <a:pt x="7176" y="1173834"/>
                </a:moveTo>
                <a:lnTo>
                  <a:pt x="156298" y="1230452"/>
                </a:lnTo>
                <a:lnTo>
                  <a:pt x="139552" y="1276704"/>
                </a:lnTo>
                <a:lnTo>
                  <a:pt x="0" y="1194567"/>
                </a:lnTo>
                <a:lnTo>
                  <a:pt x="7176" y="1173834"/>
                </a:lnTo>
                <a:moveTo>
                  <a:pt x="139552" y="1276704"/>
                </a:moveTo>
                <a:lnTo>
                  <a:pt x="322963" y="1058205"/>
                </a:lnTo>
                <a:lnTo>
                  <a:pt x="143539" y="1023915"/>
                </a:lnTo>
                <a:lnTo>
                  <a:pt x="0" y="1194567"/>
                </a:lnTo>
                <a:lnTo>
                  <a:pt x="139552" y="1276704"/>
                </a:lnTo>
                <a:moveTo>
                  <a:pt x="143539" y="1023915"/>
                </a:moveTo>
                <a:lnTo>
                  <a:pt x="231258" y="1283881"/>
                </a:lnTo>
                <a:lnTo>
                  <a:pt x="388354" y="1249591"/>
                </a:lnTo>
                <a:lnTo>
                  <a:pt x="322963" y="1058205"/>
                </a:lnTo>
                <a:lnTo>
                  <a:pt x="143539" y="1023915"/>
                </a:lnTo>
                <a:moveTo>
                  <a:pt x="388354" y="1249591"/>
                </a:moveTo>
                <a:lnTo>
                  <a:pt x="231258" y="1283881"/>
                </a:lnTo>
                <a:lnTo>
                  <a:pt x="195373" y="933006"/>
                </a:lnTo>
                <a:lnTo>
                  <a:pt x="348482" y="864426"/>
                </a:lnTo>
                <a:lnTo>
                  <a:pt x="388354" y="1249591"/>
                </a:lnTo>
                <a:moveTo>
                  <a:pt x="195373" y="933006"/>
                </a:moveTo>
                <a:lnTo>
                  <a:pt x="521526" y="1292653"/>
                </a:lnTo>
                <a:lnTo>
                  <a:pt x="653902" y="1200947"/>
                </a:lnTo>
                <a:lnTo>
                  <a:pt x="348482" y="864426"/>
                </a:lnTo>
                <a:lnTo>
                  <a:pt x="195373" y="933006"/>
                </a:lnTo>
                <a:moveTo>
                  <a:pt x="653902" y="1200947"/>
                </a:moveTo>
                <a:lnTo>
                  <a:pt x="521526" y="1292653"/>
                </a:lnTo>
                <a:lnTo>
                  <a:pt x="235245" y="732849"/>
                </a:lnTo>
                <a:lnTo>
                  <a:pt x="369215" y="644333"/>
                </a:lnTo>
                <a:lnTo>
                  <a:pt x="653902" y="1200947"/>
                </a:lnTo>
                <a:moveTo>
                  <a:pt x="235245" y="732849"/>
                </a:moveTo>
                <a:lnTo>
                  <a:pt x="708128" y="1305412"/>
                </a:lnTo>
                <a:lnTo>
                  <a:pt x="841301" y="1216098"/>
                </a:lnTo>
                <a:lnTo>
                  <a:pt x="369215" y="644333"/>
                </a:lnTo>
                <a:lnTo>
                  <a:pt x="235245" y="732849"/>
                </a:lnTo>
                <a:moveTo>
                  <a:pt x="841301" y="1216098"/>
                </a:moveTo>
                <a:lnTo>
                  <a:pt x="470490" y="519134"/>
                </a:lnTo>
                <a:lnTo>
                  <a:pt x="340507" y="614827"/>
                </a:lnTo>
                <a:lnTo>
                  <a:pt x="708128" y="1305412"/>
                </a:lnTo>
                <a:lnTo>
                  <a:pt x="841301" y="1216098"/>
                </a:lnTo>
                <a:moveTo>
                  <a:pt x="340507" y="614827"/>
                </a:moveTo>
                <a:lnTo>
                  <a:pt x="983245" y="1262350"/>
                </a:lnTo>
                <a:lnTo>
                  <a:pt x="1110039" y="1164265"/>
                </a:lnTo>
                <a:lnTo>
                  <a:pt x="470490" y="519134"/>
                </a:lnTo>
                <a:lnTo>
                  <a:pt x="340507" y="614827"/>
                </a:lnTo>
                <a:moveTo>
                  <a:pt x="1110039" y="1164265"/>
                </a:moveTo>
                <a:lnTo>
                  <a:pt x="983245" y="1262350"/>
                </a:lnTo>
                <a:lnTo>
                  <a:pt x="532691" y="507970"/>
                </a:lnTo>
                <a:lnTo>
                  <a:pt x="661876" y="413074"/>
                </a:lnTo>
                <a:lnTo>
                  <a:pt x="1110039" y="1164265"/>
                </a:lnTo>
                <a:moveTo>
                  <a:pt x="532691" y="507970"/>
                </a:moveTo>
                <a:lnTo>
                  <a:pt x="1214503" y="1276704"/>
                </a:lnTo>
                <a:lnTo>
                  <a:pt x="1343689" y="1181808"/>
                </a:lnTo>
                <a:lnTo>
                  <a:pt x="661876" y="413074"/>
                </a:lnTo>
                <a:lnTo>
                  <a:pt x="532691" y="507970"/>
                </a:lnTo>
                <a:moveTo>
                  <a:pt x="1343689" y="1181808"/>
                </a:moveTo>
                <a:lnTo>
                  <a:pt x="1214503" y="1276704"/>
                </a:lnTo>
                <a:lnTo>
                  <a:pt x="641940" y="330140"/>
                </a:lnTo>
                <a:lnTo>
                  <a:pt x="771923" y="236042"/>
                </a:lnTo>
                <a:lnTo>
                  <a:pt x="1343689" y="1181808"/>
                </a:lnTo>
                <a:moveTo>
                  <a:pt x="641940" y="330140"/>
                </a:moveTo>
                <a:lnTo>
                  <a:pt x="1456926" y="1283083"/>
                </a:lnTo>
                <a:lnTo>
                  <a:pt x="1584516" y="1185796"/>
                </a:lnTo>
                <a:lnTo>
                  <a:pt x="771923" y="236042"/>
                </a:lnTo>
                <a:lnTo>
                  <a:pt x="641940" y="330140"/>
                </a:lnTo>
                <a:moveTo>
                  <a:pt x="1584516" y="1185796"/>
                </a:moveTo>
                <a:lnTo>
                  <a:pt x="897122" y="167462"/>
                </a:lnTo>
                <a:lnTo>
                  <a:pt x="769531" y="263155"/>
                </a:lnTo>
                <a:lnTo>
                  <a:pt x="1456926" y="1283083"/>
                </a:lnTo>
                <a:lnTo>
                  <a:pt x="1584516" y="1185796"/>
                </a:lnTo>
                <a:moveTo>
                  <a:pt x="769531" y="263155"/>
                </a:moveTo>
                <a:lnTo>
                  <a:pt x="1473672" y="1118013"/>
                </a:lnTo>
                <a:lnTo>
                  <a:pt x="1606047" y="1027902"/>
                </a:lnTo>
                <a:lnTo>
                  <a:pt x="897122" y="167462"/>
                </a:lnTo>
                <a:lnTo>
                  <a:pt x="769531" y="263155"/>
                </a:lnTo>
                <a:moveTo>
                  <a:pt x="1606047" y="1027902"/>
                </a:moveTo>
                <a:lnTo>
                  <a:pt x="1097280" y="110844"/>
                </a:lnTo>
                <a:lnTo>
                  <a:pt x="966499" y="203347"/>
                </a:lnTo>
                <a:lnTo>
                  <a:pt x="1473672" y="1118013"/>
                </a:lnTo>
                <a:lnTo>
                  <a:pt x="1606047" y="1027902"/>
                </a:lnTo>
                <a:moveTo>
                  <a:pt x="966499" y="203347"/>
                </a:moveTo>
                <a:lnTo>
                  <a:pt x="1097280" y="110844"/>
                </a:lnTo>
                <a:lnTo>
                  <a:pt x="1580529" y="655497"/>
                </a:lnTo>
                <a:lnTo>
                  <a:pt x="1451344" y="750392"/>
                </a:lnTo>
                <a:lnTo>
                  <a:pt x="966499" y="203347"/>
                </a:lnTo>
                <a:moveTo>
                  <a:pt x="1580529" y="655497"/>
                </a:moveTo>
                <a:lnTo>
                  <a:pt x="1197757" y="18341"/>
                </a:lnTo>
                <a:lnTo>
                  <a:pt x="1072559" y="120413"/>
                </a:lnTo>
                <a:lnTo>
                  <a:pt x="1451344" y="750392"/>
                </a:lnTo>
                <a:lnTo>
                  <a:pt x="1580529" y="655497"/>
                </a:lnTo>
                <a:moveTo>
                  <a:pt x="1072559" y="120413"/>
                </a:moveTo>
                <a:lnTo>
                  <a:pt x="1197757" y="18341"/>
                </a:lnTo>
                <a:lnTo>
                  <a:pt x="1527101" y="322166"/>
                </a:lnTo>
                <a:lnTo>
                  <a:pt x="1385953" y="409087"/>
                </a:lnTo>
                <a:lnTo>
                  <a:pt x="1072559" y="120413"/>
                </a:lnTo>
                <a:moveTo>
                  <a:pt x="1527101" y="322166"/>
                </a:moveTo>
                <a:lnTo>
                  <a:pt x="1433003" y="0"/>
                </a:lnTo>
                <a:lnTo>
                  <a:pt x="1290260" y="82136"/>
                </a:lnTo>
                <a:lnTo>
                  <a:pt x="1385953" y="409087"/>
                </a:lnTo>
                <a:lnTo>
                  <a:pt x="1527101" y="322166"/>
                </a:lnTo>
                <a:moveTo>
                  <a:pt x="1290260" y="82136"/>
                </a:moveTo>
                <a:lnTo>
                  <a:pt x="1433003" y="0"/>
                </a:lnTo>
                <a:lnTo>
                  <a:pt x="1487229" y="58213"/>
                </a:lnTo>
                <a:lnTo>
                  <a:pt x="1371600" y="167462"/>
                </a:lnTo>
                <a:lnTo>
                  <a:pt x="1290260" y="82136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648586" y="3618091"/>
            <a:ext cx="2009553" cy="1267135"/>
          </a:xfrm>
          <a:custGeom>
            <a:avLst/>
            <a:gdLst/>
            <a:ahLst/>
            <a:cxnLst/>
            <a:rect l="0" t="0" r="0" b="0"/>
            <a:pathLst>
              <a:path w="2009553" h="1267135">
                <a:moveTo>
                  <a:pt x="0" y="1259160"/>
                </a:moveTo>
                <a:lnTo>
                  <a:pt x="287079" y="1259160"/>
                </a:lnTo>
                <a:moveTo>
                  <a:pt x="287079" y="1259160"/>
                </a:moveTo>
                <a:lnTo>
                  <a:pt x="306747" y="1185397"/>
                </a:lnTo>
                <a:lnTo>
                  <a:pt x="467020" y="1070884"/>
                </a:lnTo>
                <a:lnTo>
                  <a:pt x="580450" y="609724"/>
                </a:lnTo>
                <a:lnTo>
                  <a:pt x="869399" y="453265"/>
                </a:lnTo>
                <a:lnTo>
                  <a:pt x="869399" y="399757"/>
                </a:lnTo>
                <a:lnTo>
                  <a:pt x="1152266" y="134049"/>
                </a:lnTo>
                <a:lnTo>
                  <a:pt x="1289157" y="122646"/>
                </a:lnTo>
                <a:lnTo>
                  <a:pt x="1335761" y="89791"/>
                </a:lnTo>
                <a:lnTo>
                  <a:pt x="1535608" y="15151"/>
                </a:lnTo>
                <a:lnTo>
                  <a:pt x="1725186" y="15151"/>
                </a:lnTo>
                <a:lnTo>
                  <a:pt x="1510805" y="155501"/>
                </a:lnTo>
                <a:lnTo>
                  <a:pt x="1382918" y="189073"/>
                </a:lnTo>
                <a:lnTo>
                  <a:pt x="1152266" y="490665"/>
                </a:lnTo>
                <a:lnTo>
                  <a:pt x="1209771" y="579182"/>
                </a:lnTo>
                <a:lnTo>
                  <a:pt x="1103844" y="664747"/>
                </a:lnTo>
                <a:lnTo>
                  <a:pt x="1305744" y="902145"/>
                </a:lnTo>
                <a:lnTo>
                  <a:pt x="1440819" y="876388"/>
                </a:lnTo>
                <a:lnTo>
                  <a:pt x="2009553" y="1259160"/>
                </a:lnTo>
                <a:close/>
                <a:moveTo>
                  <a:pt x="818972" y="1257486"/>
                </a:moveTo>
                <a:lnTo>
                  <a:pt x="554780" y="972081"/>
                </a:lnTo>
                <a:lnTo>
                  <a:pt x="494413" y="972081"/>
                </a:lnTo>
                <a:moveTo>
                  <a:pt x="1851499" y="1153815"/>
                </a:moveTo>
                <a:lnTo>
                  <a:pt x="1904529" y="822239"/>
                </a:lnTo>
                <a:lnTo>
                  <a:pt x="1842967" y="777502"/>
                </a:lnTo>
                <a:lnTo>
                  <a:pt x="1792010" y="463948"/>
                </a:lnTo>
                <a:lnTo>
                  <a:pt x="1566573" y="331094"/>
                </a:lnTo>
                <a:lnTo>
                  <a:pt x="1506047" y="155497"/>
                </a:lnTo>
                <a:moveTo>
                  <a:pt x="1792010" y="463948"/>
                </a:moveTo>
                <a:lnTo>
                  <a:pt x="1618248" y="574232"/>
                </a:lnTo>
                <a:lnTo>
                  <a:pt x="1544884" y="535317"/>
                </a:lnTo>
                <a:moveTo>
                  <a:pt x="467221" y="1070889"/>
                </a:moveTo>
                <a:lnTo>
                  <a:pt x="446567" y="1154142"/>
                </a:lnTo>
                <a:moveTo>
                  <a:pt x="550234" y="972081"/>
                </a:moveTo>
                <a:lnTo>
                  <a:pt x="536836" y="1163793"/>
                </a:lnTo>
                <a:moveTo>
                  <a:pt x="1202065" y="734687"/>
                </a:moveTo>
                <a:lnTo>
                  <a:pt x="1202065" y="579186"/>
                </a:lnTo>
                <a:moveTo>
                  <a:pt x="1376944" y="189077"/>
                </a:moveTo>
                <a:lnTo>
                  <a:pt x="1343132" y="759169"/>
                </a:lnTo>
                <a:moveTo>
                  <a:pt x="1552300" y="878229"/>
                </a:moveTo>
                <a:lnTo>
                  <a:pt x="1349989" y="643541"/>
                </a:lnTo>
                <a:moveTo>
                  <a:pt x="1842967" y="777502"/>
                </a:moveTo>
                <a:lnTo>
                  <a:pt x="1735152" y="699113"/>
                </a:lnTo>
                <a:moveTo>
                  <a:pt x="1722474" y="422963"/>
                </a:moveTo>
                <a:lnTo>
                  <a:pt x="1722474" y="15151"/>
                </a:lnTo>
                <a:moveTo>
                  <a:pt x="1644964" y="868568"/>
                </a:moveTo>
                <a:lnTo>
                  <a:pt x="1618248" y="574232"/>
                </a:lnTo>
                <a:moveTo>
                  <a:pt x="287079" y="1259160"/>
                </a:moveTo>
                <a:cubicBezTo>
                  <a:pt x="191386" y="1255173"/>
                  <a:pt x="95693" y="1267135"/>
                  <a:pt x="0" y="1259160"/>
                </a:cubicBezTo>
                <a:moveTo>
                  <a:pt x="287079" y="1259160"/>
                </a:moveTo>
                <a:cubicBezTo>
                  <a:pt x="476870" y="1259160"/>
                  <a:pt x="665863" y="1252781"/>
                  <a:pt x="855655" y="1259160"/>
                </a:cubicBezTo>
                <a:cubicBezTo>
                  <a:pt x="1051825" y="1266337"/>
                  <a:pt x="1248793" y="1255970"/>
                  <a:pt x="1445762" y="1259160"/>
                </a:cubicBezTo>
                <a:cubicBezTo>
                  <a:pt x="1633958" y="1262350"/>
                  <a:pt x="1822154" y="1245604"/>
                  <a:pt x="2009553" y="1259160"/>
                </a:cubicBezTo>
                <a:cubicBezTo>
                  <a:pt x="1920240" y="1181011"/>
                  <a:pt x="1818964" y="1114823"/>
                  <a:pt x="1712905" y="1059800"/>
                </a:cubicBezTo>
                <a:cubicBezTo>
                  <a:pt x="1616414" y="1009561"/>
                  <a:pt x="1533480" y="935399"/>
                  <a:pt x="1440977" y="876388"/>
                </a:cubicBezTo>
                <a:cubicBezTo>
                  <a:pt x="1394725" y="873198"/>
                  <a:pt x="1351663" y="901109"/>
                  <a:pt x="1305412" y="901906"/>
                </a:cubicBezTo>
                <a:cubicBezTo>
                  <a:pt x="1228857" y="832529"/>
                  <a:pt x="1173036" y="742418"/>
                  <a:pt x="1103659" y="665066"/>
                </a:cubicBezTo>
                <a:cubicBezTo>
                  <a:pt x="1144329" y="644333"/>
                  <a:pt x="1181011" y="614827"/>
                  <a:pt x="1209719" y="578942"/>
                </a:cubicBezTo>
                <a:cubicBezTo>
                  <a:pt x="1191378" y="549437"/>
                  <a:pt x="1170644" y="520729"/>
                  <a:pt x="1152303" y="490426"/>
                </a:cubicBezTo>
                <a:cubicBezTo>
                  <a:pt x="1231250" y="392341"/>
                  <a:pt x="1303817" y="287876"/>
                  <a:pt x="1382764" y="188993"/>
                </a:cubicBezTo>
                <a:cubicBezTo>
                  <a:pt x="1420243" y="165867"/>
                  <a:pt x="1467293" y="161083"/>
                  <a:pt x="1511152" y="155501"/>
                </a:cubicBezTo>
                <a:cubicBezTo>
                  <a:pt x="1578934" y="103667"/>
                  <a:pt x="1647514" y="51833"/>
                  <a:pt x="1724866" y="15151"/>
                </a:cubicBezTo>
                <a:cubicBezTo>
                  <a:pt x="1663463" y="0"/>
                  <a:pt x="1598870" y="15151"/>
                  <a:pt x="1535873" y="15151"/>
                </a:cubicBezTo>
                <a:cubicBezTo>
                  <a:pt x="1468090" y="37479"/>
                  <a:pt x="1399510" y="58213"/>
                  <a:pt x="1335715" y="90110"/>
                </a:cubicBezTo>
                <a:cubicBezTo>
                  <a:pt x="1322158" y="102869"/>
                  <a:pt x="1304614" y="111641"/>
                  <a:pt x="1289463" y="122806"/>
                </a:cubicBezTo>
                <a:cubicBezTo>
                  <a:pt x="1244009" y="130780"/>
                  <a:pt x="1196960" y="142742"/>
                  <a:pt x="1152303" y="133970"/>
                </a:cubicBezTo>
                <a:cubicBezTo>
                  <a:pt x="1056610" y="220891"/>
                  <a:pt x="960120" y="307812"/>
                  <a:pt x="869211" y="399518"/>
                </a:cubicBezTo>
                <a:cubicBezTo>
                  <a:pt x="873198" y="417062"/>
                  <a:pt x="870009" y="435403"/>
                  <a:pt x="869211" y="452946"/>
                </a:cubicBezTo>
                <a:cubicBezTo>
                  <a:pt x="778303" y="514350"/>
                  <a:pt x="679420" y="562196"/>
                  <a:pt x="580537" y="610043"/>
                </a:cubicBezTo>
                <a:cubicBezTo>
                  <a:pt x="556614" y="766341"/>
                  <a:pt x="514350" y="919450"/>
                  <a:pt x="467300" y="1070964"/>
                </a:cubicBezTo>
                <a:cubicBezTo>
                  <a:pt x="418656" y="1115621"/>
                  <a:pt x="363633" y="1152303"/>
                  <a:pt x="307015" y="1185796"/>
                </a:cubicBezTo>
                <a:cubicBezTo>
                  <a:pt x="306217" y="1210516"/>
                  <a:pt x="289471" y="1233642"/>
                  <a:pt x="287079" y="1259160"/>
                </a:cubicBezTo>
                <a:moveTo>
                  <a:pt x="818972" y="1257565"/>
                </a:moveTo>
                <a:cubicBezTo>
                  <a:pt x="724874" y="1168252"/>
                  <a:pt x="632371" y="1075749"/>
                  <a:pt x="555019" y="972081"/>
                </a:cubicBezTo>
                <a:cubicBezTo>
                  <a:pt x="535880" y="964904"/>
                  <a:pt x="514350" y="973676"/>
                  <a:pt x="494413" y="972081"/>
                </a:cubicBezTo>
                <a:moveTo>
                  <a:pt x="1851660" y="1153898"/>
                </a:moveTo>
                <a:cubicBezTo>
                  <a:pt x="1864419" y="1043053"/>
                  <a:pt x="1896316" y="933804"/>
                  <a:pt x="1904291" y="822162"/>
                </a:cubicBezTo>
                <a:cubicBezTo>
                  <a:pt x="1889937" y="801429"/>
                  <a:pt x="1863621" y="792657"/>
                  <a:pt x="1842888" y="777505"/>
                </a:cubicBezTo>
                <a:cubicBezTo>
                  <a:pt x="1834116" y="672243"/>
                  <a:pt x="1794244" y="570170"/>
                  <a:pt x="1791851" y="464111"/>
                </a:cubicBezTo>
                <a:cubicBezTo>
                  <a:pt x="1720082" y="413872"/>
                  <a:pt x="1643527" y="372405"/>
                  <a:pt x="1566175" y="330938"/>
                </a:cubicBezTo>
                <a:cubicBezTo>
                  <a:pt x="1557403" y="269535"/>
                  <a:pt x="1539062" y="208132"/>
                  <a:pt x="1506367" y="155501"/>
                </a:cubicBezTo>
                <a:moveTo>
                  <a:pt x="1791851" y="464111"/>
                </a:moveTo>
                <a:cubicBezTo>
                  <a:pt x="1742410" y="511957"/>
                  <a:pt x="1675425" y="535880"/>
                  <a:pt x="1618009" y="574158"/>
                </a:cubicBezTo>
                <a:cubicBezTo>
                  <a:pt x="1591693" y="566183"/>
                  <a:pt x="1570163" y="547045"/>
                  <a:pt x="1544644" y="535083"/>
                </a:cubicBezTo>
                <a:moveTo>
                  <a:pt x="467300" y="1070964"/>
                </a:moveTo>
                <a:cubicBezTo>
                  <a:pt x="464908" y="1099672"/>
                  <a:pt x="460921" y="1129177"/>
                  <a:pt x="446567" y="1153898"/>
                </a:cubicBezTo>
                <a:moveTo>
                  <a:pt x="550234" y="972081"/>
                </a:moveTo>
                <a:cubicBezTo>
                  <a:pt x="558209" y="1035876"/>
                  <a:pt x="542260" y="1099672"/>
                  <a:pt x="536678" y="1163467"/>
                </a:cubicBezTo>
                <a:moveTo>
                  <a:pt x="1201744" y="734443"/>
                </a:moveTo>
                <a:cubicBezTo>
                  <a:pt x="1204137" y="682610"/>
                  <a:pt x="1203339" y="630776"/>
                  <a:pt x="1201744" y="578942"/>
                </a:cubicBezTo>
                <a:moveTo>
                  <a:pt x="1377182" y="188993"/>
                </a:moveTo>
                <a:cubicBezTo>
                  <a:pt x="1379574" y="286281"/>
                  <a:pt x="1370005" y="382772"/>
                  <a:pt x="1359638" y="479262"/>
                </a:cubicBezTo>
                <a:cubicBezTo>
                  <a:pt x="1350069" y="572563"/>
                  <a:pt x="1333322" y="666661"/>
                  <a:pt x="1342892" y="759164"/>
                </a:cubicBezTo>
                <a:moveTo>
                  <a:pt x="1552619" y="877983"/>
                </a:moveTo>
                <a:cubicBezTo>
                  <a:pt x="1486431" y="799036"/>
                  <a:pt x="1421041" y="718495"/>
                  <a:pt x="1350069" y="643535"/>
                </a:cubicBezTo>
                <a:moveTo>
                  <a:pt x="1842888" y="777505"/>
                </a:moveTo>
                <a:cubicBezTo>
                  <a:pt x="1802218" y="759962"/>
                  <a:pt x="1776700" y="714507"/>
                  <a:pt x="1735233" y="699356"/>
                </a:cubicBezTo>
                <a:moveTo>
                  <a:pt x="1722474" y="422644"/>
                </a:moveTo>
                <a:cubicBezTo>
                  <a:pt x="1724866" y="287079"/>
                  <a:pt x="1724866" y="150716"/>
                  <a:pt x="1722474" y="15151"/>
                </a:cubicBezTo>
                <a:moveTo>
                  <a:pt x="1645122" y="868414"/>
                </a:moveTo>
                <a:cubicBezTo>
                  <a:pt x="1649907" y="770328"/>
                  <a:pt x="1629173" y="672243"/>
                  <a:pt x="1618009" y="574158"/>
                </a:cubicBezTo>
              </a:path>
            </a:pathLst>
          </a:custGeom>
          <a:noFill/>
          <a:ln w="2392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573579" y="3591776"/>
            <a:ext cx="1640337" cy="1370005"/>
          </a:xfrm>
          <a:custGeom>
            <a:avLst/>
            <a:gdLst/>
            <a:ahLst/>
            <a:cxnLst/>
            <a:rect l="0" t="0" r="0" b="0"/>
            <a:pathLst>
              <a:path w="1640337" h="1370005">
                <a:moveTo>
                  <a:pt x="241624" y="0"/>
                </a:moveTo>
                <a:lnTo>
                  <a:pt x="182614" y="32695"/>
                </a:lnTo>
                <a:lnTo>
                  <a:pt x="225676" y="192183"/>
                </a:lnTo>
                <a:lnTo>
                  <a:pt x="318976" y="139552"/>
                </a:lnTo>
                <a:lnTo>
                  <a:pt x="241624" y="0"/>
                </a:lnTo>
                <a:moveTo>
                  <a:pt x="225676" y="192183"/>
                </a:moveTo>
                <a:lnTo>
                  <a:pt x="182614" y="32695"/>
                </a:lnTo>
                <a:lnTo>
                  <a:pt x="417859" y="29505"/>
                </a:lnTo>
                <a:lnTo>
                  <a:pt x="501590" y="187398"/>
                </a:lnTo>
                <a:lnTo>
                  <a:pt x="225676" y="192183"/>
                </a:lnTo>
                <a:moveTo>
                  <a:pt x="417859" y="29505"/>
                </a:moveTo>
                <a:lnTo>
                  <a:pt x="178626" y="372405"/>
                </a:lnTo>
                <a:lnTo>
                  <a:pt x="293458" y="487236"/>
                </a:lnTo>
                <a:lnTo>
                  <a:pt x="501590" y="187398"/>
                </a:lnTo>
                <a:lnTo>
                  <a:pt x="417859" y="29505"/>
                </a:lnTo>
                <a:moveTo>
                  <a:pt x="293458" y="487236"/>
                </a:moveTo>
                <a:lnTo>
                  <a:pt x="178626" y="372405"/>
                </a:lnTo>
                <a:lnTo>
                  <a:pt x="552627" y="111641"/>
                </a:lnTo>
                <a:lnTo>
                  <a:pt x="661876" y="229663"/>
                </a:lnTo>
                <a:lnTo>
                  <a:pt x="293458" y="487236"/>
                </a:lnTo>
                <a:moveTo>
                  <a:pt x="552627" y="111641"/>
                </a:moveTo>
                <a:lnTo>
                  <a:pt x="49441" y="720887"/>
                </a:lnTo>
                <a:lnTo>
                  <a:pt x="158690" y="839706"/>
                </a:lnTo>
                <a:lnTo>
                  <a:pt x="661876" y="229663"/>
                </a:lnTo>
                <a:lnTo>
                  <a:pt x="552627" y="111641"/>
                </a:lnTo>
                <a:moveTo>
                  <a:pt x="158690" y="839706"/>
                </a:moveTo>
                <a:lnTo>
                  <a:pt x="49441" y="720887"/>
                </a:lnTo>
                <a:lnTo>
                  <a:pt x="809403" y="191386"/>
                </a:lnTo>
                <a:lnTo>
                  <a:pt x="913868" y="313394"/>
                </a:lnTo>
                <a:lnTo>
                  <a:pt x="158690" y="839706"/>
                </a:lnTo>
                <a:moveTo>
                  <a:pt x="809403" y="191386"/>
                </a:moveTo>
                <a:lnTo>
                  <a:pt x="0" y="1029497"/>
                </a:lnTo>
                <a:lnTo>
                  <a:pt x="106857" y="1148316"/>
                </a:lnTo>
                <a:lnTo>
                  <a:pt x="913868" y="313394"/>
                </a:lnTo>
                <a:lnTo>
                  <a:pt x="809403" y="191386"/>
                </a:lnTo>
                <a:moveTo>
                  <a:pt x="106857" y="1148316"/>
                </a:moveTo>
                <a:lnTo>
                  <a:pt x="1037471" y="405897"/>
                </a:lnTo>
                <a:lnTo>
                  <a:pt x="927424" y="289471"/>
                </a:lnTo>
                <a:lnTo>
                  <a:pt x="0" y="1029497"/>
                </a:lnTo>
                <a:lnTo>
                  <a:pt x="106857" y="1148316"/>
                </a:lnTo>
                <a:moveTo>
                  <a:pt x="927424" y="289471"/>
                </a:moveTo>
                <a:lnTo>
                  <a:pt x="110046" y="1206529"/>
                </a:lnTo>
                <a:lnTo>
                  <a:pt x="221688" y="1320563"/>
                </a:lnTo>
                <a:lnTo>
                  <a:pt x="1037471" y="405897"/>
                </a:lnTo>
                <a:lnTo>
                  <a:pt x="927424" y="289471"/>
                </a:lnTo>
                <a:moveTo>
                  <a:pt x="221688" y="1320563"/>
                </a:moveTo>
                <a:lnTo>
                  <a:pt x="1119608" y="562196"/>
                </a:lnTo>
                <a:lnTo>
                  <a:pt x="1005574" y="449757"/>
                </a:lnTo>
                <a:lnTo>
                  <a:pt x="110046" y="1206529"/>
                </a:lnTo>
                <a:lnTo>
                  <a:pt x="221688" y="1320563"/>
                </a:lnTo>
                <a:moveTo>
                  <a:pt x="1005574" y="449757"/>
                </a:moveTo>
                <a:lnTo>
                  <a:pt x="337317" y="1256768"/>
                </a:lnTo>
                <a:lnTo>
                  <a:pt x="453744" y="1365220"/>
                </a:lnTo>
                <a:lnTo>
                  <a:pt x="1119608" y="562196"/>
                </a:lnTo>
                <a:lnTo>
                  <a:pt x="1005574" y="449757"/>
                </a:lnTo>
                <a:moveTo>
                  <a:pt x="453744" y="1365220"/>
                </a:moveTo>
                <a:lnTo>
                  <a:pt x="1247199" y="608448"/>
                </a:lnTo>
                <a:lnTo>
                  <a:pt x="1129177" y="499996"/>
                </a:lnTo>
                <a:lnTo>
                  <a:pt x="337317" y="1256768"/>
                </a:lnTo>
                <a:lnTo>
                  <a:pt x="453744" y="1365220"/>
                </a:lnTo>
                <a:moveTo>
                  <a:pt x="1129177" y="499996"/>
                </a:moveTo>
                <a:lnTo>
                  <a:pt x="517539" y="1250388"/>
                </a:lnTo>
                <a:lnTo>
                  <a:pt x="628384" y="1366815"/>
                </a:lnTo>
                <a:lnTo>
                  <a:pt x="1247199" y="608448"/>
                </a:lnTo>
                <a:lnTo>
                  <a:pt x="1129177" y="499996"/>
                </a:lnTo>
                <a:moveTo>
                  <a:pt x="628384" y="1366815"/>
                </a:moveTo>
                <a:lnTo>
                  <a:pt x="1417851" y="773518"/>
                </a:lnTo>
                <a:lnTo>
                  <a:pt x="1310196" y="654699"/>
                </a:lnTo>
                <a:lnTo>
                  <a:pt x="517539" y="1250388"/>
                </a:lnTo>
                <a:lnTo>
                  <a:pt x="628384" y="1366815"/>
                </a:lnTo>
                <a:moveTo>
                  <a:pt x="1310196" y="654699"/>
                </a:moveTo>
                <a:lnTo>
                  <a:pt x="1417851" y="773518"/>
                </a:lnTo>
                <a:lnTo>
                  <a:pt x="883565" y="1353258"/>
                </a:lnTo>
                <a:lnTo>
                  <a:pt x="777505" y="1233642"/>
                </a:lnTo>
                <a:lnTo>
                  <a:pt x="1310196" y="654699"/>
                </a:lnTo>
                <a:moveTo>
                  <a:pt x="883565" y="1353258"/>
                </a:moveTo>
                <a:lnTo>
                  <a:pt x="1421838" y="968891"/>
                </a:lnTo>
                <a:lnTo>
                  <a:pt x="1316576" y="848478"/>
                </a:lnTo>
                <a:lnTo>
                  <a:pt x="777505" y="1233642"/>
                </a:lnTo>
                <a:lnTo>
                  <a:pt x="883565" y="1353258"/>
                </a:lnTo>
                <a:moveTo>
                  <a:pt x="1316576" y="848478"/>
                </a:moveTo>
                <a:lnTo>
                  <a:pt x="1421838" y="968891"/>
                </a:lnTo>
                <a:lnTo>
                  <a:pt x="1087710" y="1318968"/>
                </a:lnTo>
                <a:lnTo>
                  <a:pt x="996004" y="1184201"/>
                </a:lnTo>
                <a:lnTo>
                  <a:pt x="1316576" y="848478"/>
                </a:lnTo>
                <a:moveTo>
                  <a:pt x="1087710" y="1318968"/>
                </a:moveTo>
                <a:lnTo>
                  <a:pt x="1517531" y="1146721"/>
                </a:lnTo>
                <a:lnTo>
                  <a:pt x="1423433" y="1012751"/>
                </a:lnTo>
                <a:lnTo>
                  <a:pt x="996004" y="1184201"/>
                </a:lnTo>
                <a:lnTo>
                  <a:pt x="1087710" y="1318968"/>
                </a:lnTo>
                <a:moveTo>
                  <a:pt x="1423433" y="1012751"/>
                </a:moveTo>
                <a:lnTo>
                  <a:pt x="1283881" y="1168252"/>
                </a:lnTo>
                <a:lnTo>
                  <a:pt x="1356448" y="1325348"/>
                </a:lnTo>
                <a:lnTo>
                  <a:pt x="1517531" y="1146721"/>
                </a:lnTo>
                <a:lnTo>
                  <a:pt x="1423433" y="1012751"/>
                </a:lnTo>
                <a:moveTo>
                  <a:pt x="1356448" y="1325348"/>
                </a:moveTo>
                <a:lnTo>
                  <a:pt x="1640337" y="1318171"/>
                </a:lnTo>
                <a:lnTo>
                  <a:pt x="1595681" y="1160277"/>
                </a:lnTo>
                <a:lnTo>
                  <a:pt x="1283881" y="1168252"/>
                </a:lnTo>
                <a:lnTo>
                  <a:pt x="1356448" y="1325348"/>
                </a:lnTo>
                <a:moveTo>
                  <a:pt x="1595681" y="1160277"/>
                </a:moveTo>
                <a:lnTo>
                  <a:pt x="1472077" y="1231250"/>
                </a:lnTo>
                <a:lnTo>
                  <a:pt x="1551821" y="1370005"/>
                </a:lnTo>
                <a:lnTo>
                  <a:pt x="1640337" y="1318171"/>
                </a:lnTo>
                <a:lnTo>
                  <a:pt x="1595681" y="1160277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6485860" y="3633243"/>
            <a:ext cx="2009553" cy="1251983"/>
          </a:xfrm>
          <a:custGeom>
            <a:avLst/>
            <a:gdLst/>
            <a:ahLst/>
            <a:cxnLst/>
            <a:rect l="0" t="0" r="0" b="0"/>
            <a:pathLst>
              <a:path w="2009553" h="1251983">
                <a:moveTo>
                  <a:pt x="2009553" y="1244009"/>
                </a:moveTo>
                <a:lnTo>
                  <a:pt x="1722474" y="1244009"/>
                </a:lnTo>
                <a:moveTo>
                  <a:pt x="1722474" y="1244009"/>
                </a:moveTo>
                <a:lnTo>
                  <a:pt x="1702805" y="1170245"/>
                </a:lnTo>
                <a:lnTo>
                  <a:pt x="1542533" y="1055733"/>
                </a:lnTo>
                <a:lnTo>
                  <a:pt x="1429102" y="594572"/>
                </a:lnTo>
                <a:lnTo>
                  <a:pt x="1140153" y="438114"/>
                </a:lnTo>
                <a:lnTo>
                  <a:pt x="1140153" y="384606"/>
                </a:lnTo>
                <a:lnTo>
                  <a:pt x="857287" y="118898"/>
                </a:lnTo>
                <a:lnTo>
                  <a:pt x="720396" y="107495"/>
                </a:lnTo>
                <a:lnTo>
                  <a:pt x="673792" y="74640"/>
                </a:lnTo>
                <a:lnTo>
                  <a:pt x="473945" y="0"/>
                </a:lnTo>
                <a:lnTo>
                  <a:pt x="284366" y="0"/>
                </a:lnTo>
                <a:lnTo>
                  <a:pt x="498748" y="140349"/>
                </a:lnTo>
                <a:lnTo>
                  <a:pt x="626634" y="173922"/>
                </a:lnTo>
                <a:lnTo>
                  <a:pt x="857287" y="475514"/>
                </a:lnTo>
                <a:lnTo>
                  <a:pt x="799782" y="564030"/>
                </a:lnTo>
                <a:lnTo>
                  <a:pt x="905708" y="649596"/>
                </a:lnTo>
                <a:lnTo>
                  <a:pt x="703808" y="886994"/>
                </a:lnTo>
                <a:lnTo>
                  <a:pt x="568733" y="861237"/>
                </a:lnTo>
                <a:lnTo>
                  <a:pt x="0" y="1244009"/>
                </a:lnTo>
                <a:close/>
                <a:moveTo>
                  <a:pt x="1190579" y="1242334"/>
                </a:moveTo>
                <a:lnTo>
                  <a:pt x="1454771" y="956930"/>
                </a:lnTo>
                <a:lnTo>
                  <a:pt x="1515138" y="956930"/>
                </a:lnTo>
                <a:moveTo>
                  <a:pt x="158052" y="1138664"/>
                </a:moveTo>
                <a:lnTo>
                  <a:pt x="105022" y="807087"/>
                </a:lnTo>
                <a:lnTo>
                  <a:pt x="166584" y="762351"/>
                </a:lnTo>
                <a:lnTo>
                  <a:pt x="217541" y="448797"/>
                </a:lnTo>
                <a:lnTo>
                  <a:pt x="442978" y="315943"/>
                </a:lnTo>
                <a:lnTo>
                  <a:pt x="503504" y="140346"/>
                </a:lnTo>
                <a:moveTo>
                  <a:pt x="217541" y="448797"/>
                </a:moveTo>
                <a:lnTo>
                  <a:pt x="391303" y="559080"/>
                </a:lnTo>
                <a:lnTo>
                  <a:pt x="464667" y="520165"/>
                </a:lnTo>
                <a:moveTo>
                  <a:pt x="1542330" y="1055738"/>
                </a:moveTo>
                <a:lnTo>
                  <a:pt x="1562984" y="1138990"/>
                </a:lnTo>
                <a:moveTo>
                  <a:pt x="1459317" y="956930"/>
                </a:moveTo>
                <a:lnTo>
                  <a:pt x="1472715" y="1148642"/>
                </a:lnTo>
                <a:moveTo>
                  <a:pt x="807485" y="564034"/>
                </a:moveTo>
                <a:lnTo>
                  <a:pt x="807485" y="719535"/>
                </a:lnTo>
                <a:moveTo>
                  <a:pt x="632607" y="173926"/>
                </a:moveTo>
                <a:lnTo>
                  <a:pt x="666419" y="744018"/>
                </a:lnTo>
                <a:moveTo>
                  <a:pt x="457250" y="863077"/>
                </a:moveTo>
                <a:lnTo>
                  <a:pt x="659561" y="628390"/>
                </a:lnTo>
                <a:moveTo>
                  <a:pt x="166584" y="762351"/>
                </a:moveTo>
                <a:lnTo>
                  <a:pt x="274399" y="683961"/>
                </a:lnTo>
                <a:moveTo>
                  <a:pt x="287077" y="0"/>
                </a:moveTo>
                <a:lnTo>
                  <a:pt x="287077" y="407811"/>
                </a:lnTo>
                <a:moveTo>
                  <a:pt x="364587" y="853417"/>
                </a:moveTo>
                <a:lnTo>
                  <a:pt x="391303" y="559080"/>
                </a:lnTo>
                <a:moveTo>
                  <a:pt x="1722474" y="1244009"/>
                </a:moveTo>
                <a:cubicBezTo>
                  <a:pt x="1818167" y="1251983"/>
                  <a:pt x="1914657" y="1230452"/>
                  <a:pt x="2009553" y="1244009"/>
                </a:cubicBezTo>
                <a:moveTo>
                  <a:pt x="1722474" y="1244009"/>
                </a:moveTo>
                <a:cubicBezTo>
                  <a:pt x="1534278" y="1228857"/>
                  <a:pt x="1345284" y="1244806"/>
                  <a:pt x="1157088" y="1244009"/>
                </a:cubicBezTo>
                <a:cubicBezTo>
                  <a:pt x="954537" y="1243211"/>
                  <a:pt x="751987" y="1238427"/>
                  <a:pt x="549437" y="1244009"/>
                </a:cubicBezTo>
                <a:cubicBezTo>
                  <a:pt x="366025" y="1249591"/>
                  <a:pt x="183411" y="1240022"/>
                  <a:pt x="0" y="1244009"/>
                </a:cubicBezTo>
                <a:cubicBezTo>
                  <a:pt x="184209" y="1109241"/>
                  <a:pt x="383569" y="995207"/>
                  <a:pt x="568576" y="861237"/>
                </a:cubicBezTo>
                <a:cubicBezTo>
                  <a:pt x="614030" y="856452"/>
                  <a:pt x="660281" y="873198"/>
                  <a:pt x="704141" y="886755"/>
                </a:cubicBezTo>
                <a:cubicBezTo>
                  <a:pt x="781493" y="818175"/>
                  <a:pt x="843693" y="732849"/>
                  <a:pt x="905893" y="649915"/>
                </a:cubicBezTo>
                <a:cubicBezTo>
                  <a:pt x="874793" y="616422"/>
                  <a:pt x="841301" y="582930"/>
                  <a:pt x="799834" y="563791"/>
                </a:cubicBezTo>
                <a:cubicBezTo>
                  <a:pt x="821365" y="536678"/>
                  <a:pt x="833326" y="501590"/>
                  <a:pt x="857250" y="475275"/>
                </a:cubicBezTo>
                <a:cubicBezTo>
                  <a:pt x="772721" y="381177"/>
                  <a:pt x="696166" y="279902"/>
                  <a:pt x="626789" y="173842"/>
                </a:cubicBezTo>
                <a:cubicBezTo>
                  <a:pt x="587714" y="153906"/>
                  <a:pt x="541463" y="149121"/>
                  <a:pt x="498401" y="140349"/>
                </a:cubicBezTo>
                <a:cubicBezTo>
                  <a:pt x="423441" y="99680"/>
                  <a:pt x="362038" y="35884"/>
                  <a:pt x="284686" y="0"/>
                </a:cubicBezTo>
                <a:cubicBezTo>
                  <a:pt x="347684" y="4784"/>
                  <a:pt x="410682" y="7176"/>
                  <a:pt x="473680" y="0"/>
                </a:cubicBezTo>
                <a:cubicBezTo>
                  <a:pt x="539070" y="29505"/>
                  <a:pt x="608448" y="46251"/>
                  <a:pt x="673838" y="74959"/>
                </a:cubicBezTo>
                <a:cubicBezTo>
                  <a:pt x="692179" y="80541"/>
                  <a:pt x="701748" y="102869"/>
                  <a:pt x="720089" y="107654"/>
                </a:cubicBezTo>
                <a:cubicBezTo>
                  <a:pt x="765544" y="114034"/>
                  <a:pt x="811795" y="125198"/>
                  <a:pt x="857250" y="118818"/>
                </a:cubicBezTo>
                <a:cubicBezTo>
                  <a:pt x="956132" y="201752"/>
                  <a:pt x="1046243" y="295053"/>
                  <a:pt x="1140341" y="384366"/>
                </a:cubicBezTo>
                <a:cubicBezTo>
                  <a:pt x="1137949" y="402708"/>
                  <a:pt x="1139544" y="420251"/>
                  <a:pt x="1140341" y="437795"/>
                </a:cubicBezTo>
                <a:cubicBezTo>
                  <a:pt x="1239224" y="485642"/>
                  <a:pt x="1328538" y="551032"/>
                  <a:pt x="1429015" y="594891"/>
                </a:cubicBezTo>
                <a:cubicBezTo>
                  <a:pt x="1442572" y="673040"/>
                  <a:pt x="1467293" y="749595"/>
                  <a:pt x="1486431" y="826947"/>
                </a:cubicBezTo>
                <a:cubicBezTo>
                  <a:pt x="1504772" y="903501"/>
                  <a:pt x="1527898" y="978461"/>
                  <a:pt x="1542252" y="1055813"/>
                </a:cubicBezTo>
                <a:cubicBezTo>
                  <a:pt x="1592491" y="1098077"/>
                  <a:pt x="1649109" y="1133164"/>
                  <a:pt x="1702538" y="1170644"/>
                </a:cubicBezTo>
                <a:cubicBezTo>
                  <a:pt x="1711310" y="1194567"/>
                  <a:pt x="1718487" y="1219288"/>
                  <a:pt x="1722474" y="1244009"/>
                </a:cubicBezTo>
                <a:moveTo>
                  <a:pt x="1190580" y="1242414"/>
                </a:moveTo>
                <a:cubicBezTo>
                  <a:pt x="1271919" y="1141936"/>
                  <a:pt x="1369207" y="1054218"/>
                  <a:pt x="1454533" y="956930"/>
                </a:cubicBezTo>
                <a:cubicBezTo>
                  <a:pt x="1474469" y="962512"/>
                  <a:pt x="1495203" y="958525"/>
                  <a:pt x="1515139" y="956930"/>
                </a:cubicBezTo>
                <a:moveTo>
                  <a:pt x="157893" y="1138746"/>
                </a:moveTo>
                <a:cubicBezTo>
                  <a:pt x="137957" y="1028700"/>
                  <a:pt x="117223" y="918653"/>
                  <a:pt x="105262" y="807011"/>
                </a:cubicBezTo>
                <a:cubicBezTo>
                  <a:pt x="129185" y="798239"/>
                  <a:pt x="142742" y="769531"/>
                  <a:pt x="166665" y="762354"/>
                </a:cubicBezTo>
                <a:cubicBezTo>
                  <a:pt x="188993" y="658686"/>
                  <a:pt x="206537" y="554222"/>
                  <a:pt x="217701" y="448959"/>
                </a:cubicBezTo>
                <a:cubicBezTo>
                  <a:pt x="293458" y="405100"/>
                  <a:pt x="372405" y="366823"/>
                  <a:pt x="442580" y="315786"/>
                </a:cubicBezTo>
                <a:cubicBezTo>
                  <a:pt x="468098" y="259168"/>
                  <a:pt x="484844" y="199360"/>
                  <a:pt x="503185" y="140349"/>
                </a:cubicBezTo>
                <a:moveTo>
                  <a:pt x="217701" y="448959"/>
                </a:moveTo>
                <a:cubicBezTo>
                  <a:pt x="282294" y="472085"/>
                  <a:pt x="342102" y="511160"/>
                  <a:pt x="391543" y="559006"/>
                </a:cubicBezTo>
                <a:cubicBezTo>
                  <a:pt x="415467" y="546247"/>
                  <a:pt x="436998" y="523121"/>
                  <a:pt x="464908" y="519932"/>
                </a:cubicBezTo>
                <a:moveTo>
                  <a:pt x="1542252" y="1055813"/>
                </a:moveTo>
                <a:cubicBezTo>
                  <a:pt x="1550226" y="1082926"/>
                  <a:pt x="1565378" y="1110836"/>
                  <a:pt x="1562986" y="1138746"/>
                </a:cubicBezTo>
                <a:moveTo>
                  <a:pt x="1459318" y="956930"/>
                </a:moveTo>
                <a:cubicBezTo>
                  <a:pt x="1466495" y="1020725"/>
                  <a:pt x="1468090" y="1084520"/>
                  <a:pt x="1472875" y="1148316"/>
                </a:cubicBezTo>
                <a:moveTo>
                  <a:pt x="807808" y="563791"/>
                </a:moveTo>
                <a:cubicBezTo>
                  <a:pt x="812593" y="615625"/>
                  <a:pt x="821365" y="669851"/>
                  <a:pt x="807808" y="719292"/>
                </a:cubicBezTo>
                <a:moveTo>
                  <a:pt x="632371" y="173842"/>
                </a:moveTo>
                <a:cubicBezTo>
                  <a:pt x="624396" y="259966"/>
                  <a:pt x="634763" y="346887"/>
                  <a:pt x="648320" y="432213"/>
                </a:cubicBezTo>
                <a:cubicBezTo>
                  <a:pt x="663471" y="535083"/>
                  <a:pt x="653902" y="640345"/>
                  <a:pt x="666661" y="744013"/>
                </a:cubicBezTo>
                <a:moveTo>
                  <a:pt x="456934" y="862832"/>
                </a:moveTo>
                <a:cubicBezTo>
                  <a:pt x="526311" y="786277"/>
                  <a:pt x="598081" y="711318"/>
                  <a:pt x="659484" y="628384"/>
                </a:cubicBezTo>
                <a:moveTo>
                  <a:pt x="166665" y="762354"/>
                </a:moveTo>
                <a:cubicBezTo>
                  <a:pt x="204942" y="740026"/>
                  <a:pt x="236042" y="707330"/>
                  <a:pt x="274319" y="684205"/>
                </a:cubicBezTo>
                <a:moveTo>
                  <a:pt x="287079" y="0"/>
                </a:moveTo>
                <a:cubicBezTo>
                  <a:pt x="288673" y="135565"/>
                  <a:pt x="281496" y="271927"/>
                  <a:pt x="287079" y="407492"/>
                </a:cubicBezTo>
                <a:moveTo>
                  <a:pt x="364430" y="853262"/>
                </a:moveTo>
                <a:cubicBezTo>
                  <a:pt x="385961" y="757569"/>
                  <a:pt x="397126" y="657092"/>
                  <a:pt x="391543" y="559006"/>
                </a:cubicBezTo>
              </a:path>
            </a:pathLst>
          </a:custGeom>
          <a:noFill/>
          <a:ln w="2392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2418906" y="3618889"/>
            <a:ext cx="4306186" cy="28707"/>
          </a:xfrm>
          <a:custGeom>
            <a:avLst/>
            <a:gdLst/>
            <a:ahLst/>
            <a:cxnLst/>
            <a:rect l="0" t="0" r="0" b="0"/>
            <a:pathLst>
              <a:path w="4306186" h="28707">
                <a:moveTo>
                  <a:pt x="0" y="14353"/>
                </a:moveTo>
                <a:lnTo>
                  <a:pt x="4306186" y="14353"/>
                </a:lnTo>
                <a:moveTo>
                  <a:pt x="4306186" y="14353"/>
                </a:moveTo>
                <a:cubicBezTo>
                  <a:pt x="4169823" y="11961"/>
                  <a:pt x="4033460" y="21530"/>
                  <a:pt x="3897895" y="14353"/>
                </a:cubicBezTo>
                <a:cubicBezTo>
                  <a:pt x="3776684" y="7974"/>
                  <a:pt x="3654676" y="17543"/>
                  <a:pt x="3533464" y="14353"/>
                </a:cubicBezTo>
                <a:cubicBezTo>
                  <a:pt x="3401089" y="11164"/>
                  <a:pt x="3267916" y="17543"/>
                  <a:pt x="3135541" y="14353"/>
                </a:cubicBezTo>
                <a:cubicBezTo>
                  <a:pt x="3011140" y="11164"/>
                  <a:pt x="2886739" y="18341"/>
                  <a:pt x="2762338" y="14353"/>
                </a:cubicBezTo>
                <a:cubicBezTo>
                  <a:pt x="2627570" y="10366"/>
                  <a:pt x="2493600" y="20733"/>
                  <a:pt x="2359630" y="14353"/>
                </a:cubicBezTo>
                <a:cubicBezTo>
                  <a:pt x="2232039" y="7974"/>
                  <a:pt x="2104449" y="18341"/>
                  <a:pt x="1976858" y="14353"/>
                </a:cubicBezTo>
                <a:cubicBezTo>
                  <a:pt x="1842090" y="10366"/>
                  <a:pt x="1707323" y="0"/>
                  <a:pt x="1573352" y="14353"/>
                </a:cubicBezTo>
                <a:cubicBezTo>
                  <a:pt x="1438585" y="28707"/>
                  <a:pt x="1303019" y="7974"/>
                  <a:pt x="1167454" y="14353"/>
                </a:cubicBezTo>
                <a:cubicBezTo>
                  <a:pt x="1035079" y="20733"/>
                  <a:pt x="901906" y="15151"/>
                  <a:pt x="768733" y="14353"/>
                </a:cubicBezTo>
                <a:cubicBezTo>
                  <a:pt x="639548" y="13556"/>
                  <a:pt x="510362" y="6379"/>
                  <a:pt x="381177" y="14353"/>
                </a:cubicBezTo>
                <a:cubicBezTo>
                  <a:pt x="254383" y="22328"/>
                  <a:pt x="126793" y="22328"/>
                  <a:pt x="0" y="14353"/>
                </a:cubicBezTo>
              </a:path>
            </a:pathLst>
          </a:custGeom>
          <a:noFill/>
          <a:ln w="23922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2099930" y="3391618"/>
            <a:ext cx="4849243" cy="289471"/>
          </a:xfrm>
          <a:custGeom>
            <a:avLst/>
            <a:gdLst/>
            <a:ahLst/>
            <a:cxnLst/>
            <a:rect l="0" t="0" r="0" b="0"/>
            <a:pathLst>
              <a:path w="4849243" h="289471">
                <a:moveTo>
                  <a:pt x="3811772" y="289463"/>
                </a:moveTo>
                <a:lnTo>
                  <a:pt x="3811772" y="194089"/>
                </a:lnTo>
                <a:moveTo>
                  <a:pt x="2472069" y="289463"/>
                </a:moveTo>
                <a:lnTo>
                  <a:pt x="2472069" y="194089"/>
                </a:lnTo>
                <a:moveTo>
                  <a:pt x="1132367" y="289463"/>
                </a:moveTo>
                <a:lnTo>
                  <a:pt x="1132367" y="194089"/>
                </a:lnTo>
                <a:moveTo>
                  <a:pt x="4797009" y="60924"/>
                </a:moveTo>
                <a:cubicBezTo>
                  <a:pt x="4781418" y="60924"/>
                  <a:pt x="4768780" y="47821"/>
                  <a:pt x="4768780" y="31658"/>
                </a:cubicBezTo>
                <a:cubicBezTo>
                  <a:pt x="4768780" y="15495"/>
                  <a:pt x="4781418" y="2392"/>
                  <a:pt x="4797009" y="2392"/>
                </a:cubicBezTo>
                <a:cubicBezTo>
                  <a:pt x="4812600" y="2392"/>
                  <a:pt x="4825239" y="15495"/>
                  <a:pt x="4825239" y="31658"/>
                </a:cubicBezTo>
                <a:cubicBezTo>
                  <a:pt x="4825239" y="47821"/>
                  <a:pt x="4812600" y="60924"/>
                  <a:pt x="4797009" y="60924"/>
                </a:cubicBezTo>
                <a:close/>
                <a:moveTo>
                  <a:pt x="4802990" y="60285"/>
                </a:moveTo>
                <a:cubicBezTo>
                  <a:pt x="4810935" y="98900"/>
                  <a:pt x="4813617" y="138412"/>
                  <a:pt x="4810964" y="177747"/>
                </a:cubicBezTo>
                <a:moveTo>
                  <a:pt x="4776516" y="241629"/>
                </a:moveTo>
                <a:cubicBezTo>
                  <a:pt x="4788478" y="188998"/>
                  <a:pt x="4811684" y="168982"/>
                  <a:pt x="4811684" y="168982"/>
                </a:cubicBezTo>
                <a:cubicBezTo>
                  <a:pt x="4811684" y="168982"/>
                  <a:pt x="4822369" y="187961"/>
                  <a:pt x="4831062" y="241629"/>
                </a:cubicBezTo>
                <a:moveTo>
                  <a:pt x="4812081" y="149208"/>
                </a:moveTo>
                <a:cubicBezTo>
                  <a:pt x="4803563" y="148846"/>
                  <a:pt x="4795349" y="145942"/>
                  <a:pt x="4788497" y="140867"/>
                </a:cubicBezTo>
                <a:cubicBezTo>
                  <a:pt x="4781646" y="135793"/>
                  <a:pt x="4776473" y="128782"/>
                  <a:pt x="4773644" y="120739"/>
                </a:cubicBezTo>
                <a:cubicBezTo>
                  <a:pt x="4772910" y="118864"/>
                  <a:pt x="4772717" y="116818"/>
                  <a:pt x="4773086" y="114838"/>
                </a:cubicBezTo>
                <a:cubicBezTo>
                  <a:pt x="4774887" y="106095"/>
                  <a:pt x="4778854" y="97944"/>
                  <a:pt x="4784622" y="91132"/>
                </a:cubicBezTo>
                <a:cubicBezTo>
                  <a:pt x="4790389" y="84319"/>
                  <a:pt x="4797774" y="79063"/>
                  <a:pt x="4806100" y="75843"/>
                </a:cubicBezTo>
                <a:cubicBezTo>
                  <a:pt x="4813917" y="76581"/>
                  <a:pt x="4821498" y="78932"/>
                  <a:pt x="4828361" y="82748"/>
                </a:cubicBezTo>
                <a:cubicBezTo>
                  <a:pt x="4835223" y="86563"/>
                  <a:pt x="4841220" y="91761"/>
                  <a:pt x="4845972" y="98012"/>
                </a:cubicBezTo>
                <a:cubicBezTo>
                  <a:pt x="4847640" y="100216"/>
                  <a:pt x="4848544" y="102904"/>
                  <a:pt x="4848544" y="105668"/>
                </a:cubicBezTo>
                <a:cubicBezTo>
                  <a:pt x="4848544" y="108432"/>
                  <a:pt x="4847640" y="111120"/>
                  <a:pt x="4845972" y="113323"/>
                </a:cubicBezTo>
                <a:cubicBezTo>
                  <a:pt x="4836833" y="126251"/>
                  <a:pt x="4825367" y="137366"/>
                  <a:pt x="4812161" y="146098"/>
                </a:cubicBezTo>
                <a:moveTo>
                  <a:pt x="82933" y="68898"/>
                </a:moveTo>
                <a:cubicBezTo>
                  <a:pt x="66770" y="68898"/>
                  <a:pt x="53667" y="55796"/>
                  <a:pt x="53667" y="39632"/>
                </a:cubicBezTo>
                <a:cubicBezTo>
                  <a:pt x="53667" y="23469"/>
                  <a:pt x="66770" y="10366"/>
                  <a:pt x="82933" y="10366"/>
                </a:cubicBezTo>
                <a:cubicBezTo>
                  <a:pt x="99097" y="10366"/>
                  <a:pt x="112200" y="23469"/>
                  <a:pt x="112200" y="39632"/>
                </a:cubicBezTo>
                <a:cubicBezTo>
                  <a:pt x="112200" y="55796"/>
                  <a:pt x="99097" y="68898"/>
                  <a:pt x="82933" y="68898"/>
                </a:cubicBezTo>
                <a:close/>
                <a:moveTo>
                  <a:pt x="87161" y="68897"/>
                </a:moveTo>
                <a:cubicBezTo>
                  <a:pt x="87161" y="68897"/>
                  <a:pt x="125917" y="133888"/>
                  <a:pt x="87161" y="237237"/>
                </a:cubicBezTo>
                <a:lnTo>
                  <a:pt x="123206" y="237237"/>
                </a:lnTo>
                <a:moveTo>
                  <a:pt x="104383" y="149761"/>
                </a:moveTo>
                <a:lnTo>
                  <a:pt x="137956" y="141786"/>
                </a:lnTo>
                <a:cubicBezTo>
                  <a:pt x="139065" y="141520"/>
                  <a:pt x="140222" y="141519"/>
                  <a:pt x="141332" y="141784"/>
                </a:cubicBezTo>
                <a:cubicBezTo>
                  <a:pt x="142441" y="142049"/>
                  <a:pt x="143473" y="142571"/>
                  <a:pt x="144343" y="143309"/>
                </a:cubicBezTo>
                <a:cubicBezTo>
                  <a:pt x="145213" y="144046"/>
                  <a:pt x="145897" y="144979"/>
                  <a:pt x="146339" y="146031"/>
                </a:cubicBezTo>
                <a:cubicBezTo>
                  <a:pt x="146781" y="147083"/>
                  <a:pt x="146969" y="148224"/>
                  <a:pt x="146887" y="149362"/>
                </a:cubicBezTo>
                <a:lnTo>
                  <a:pt x="143219" y="200239"/>
                </a:lnTo>
                <a:cubicBezTo>
                  <a:pt x="143089" y="201269"/>
                  <a:pt x="143187" y="202315"/>
                  <a:pt x="143506" y="203303"/>
                </a:cubicBezTo>
                <a:cubicBezTo>
                  <a:pt x="143825" y="204292"/>
                  <a:pt x="144356" y="205199"/>
                  <a:pt x="145063" y="205959"/>
                </a:cubicBezTo>
                <a:cubicBezTo>
                  <a:pt x="145770" y="206720"/>
                  <a:pt x="146636" y="207315"/>
                  <a:pt x="147599" y="207705"/>
                </a:cubicBezTo>
                <a:cubicBezTo>
                  <a:pt x="148561" y="208094"/>
                  <a:pt x="149598" y="208268"/>
                  <a:pt x="150635" y="208213"/>
                </a:cubicBezTo>
                <a:cubicBezTo>
                  <a:pt x="155868" y="207517"/>
                  <a:pt x="161182" y="208633"/>
                  <a:pt x="165694" y="211374"/>
                </a:cubicBezTo>
                <a:cubicBezTo>
                  <a:pt x="170205" y="214116"/>
                  <a:pt x="173643" y="218319"/>
                  <a:pt x="175435" y="223285"/>
                </a:cubicBezTo>
                <a:moveTo>
                  <a:pt x="0" y="89398"/>
                </a:moveTo>
                <a:cubicBezTo>
                  <a:pt x="36044" y="75921"/>
                  <a:pt x="96251" y="91073"/>
                  <a:pt x="96251" y="91073"/>
                </a:cubicBezTo>
                <a:cubicBezTo>
                  <a:pt x="107195" y="85505"/>
                  <a:pt x="119299" y="82603"/>
                  <a:pt x="131577" y="82603"/>
                </a:cubicBezTo>
                <a:cubicBezTo>
                  <a:pt x="143856" y="82603"/>
                  <a:pt x="155961" y="85505"/>
                  <a:pt x="166904" y="91073"/>
                </a:cubicBezTo>
                <a:moveTo>
                  <a:pt x="3811772" y="193778"/>
                </a:moveTo>
                <a:cubicBezTo>
                  <a:pt x="3810177" y="225676"/>
                  <a:pt x="3810177" y="257573"/>
                  <a:pt x="3811772" y="289471"/>
                </a:cubicBezTo>
                <a:moveTo>
                  <a:pt x="2472069" y="193778"/>
                </a:moveTo>
                <a:cubicBezTo>
                  <a:pt x="2468879" y="225676"/>
                  <a:pt x="2468082" y="257573"/>
                  <a:pt x="2472069" y="289471"/>
                </a:cubicBezTo>
                <a:moveTo>
                  <a:pt x="1132367" y="193778"/>
                </a:moveTo>
                <a:cubicBezTo>
                  <a:pt x="1125987" y="224878"/>
                  <a:pt x="1131570" y="257573"/>
                  <a:pt x="1132367" y="289471"/>
                </a:cubicBezTo>
                <a:moveTo>
                  <a:pt x="4796612" y="60605"/>
                </a:moveTo>
                <a:cubicBezTo>
                  <a:pt x="4811764" y="65390"/>
                  <a:pt x="4829307" y="47049"/>
                  <a:pt x="4825320" y="31897"/>
                </a:cubicBezTo>
                <a:cubicBezTo>
                  <a:pt x="4821333" y="15948"/>
                  <a:pt x="4812561" y="0"/>
                  <a:pt x="4796612" y="2392"/>
                </a:cubicBezTo>
                <a:cubicBezTo>
                  <a:pt x="4781461" y="4784"/>
                  <a:pt x="4765512" y="15948"/>
                  <a:pt x="4768702" y="31897"/>
                </a:cubicBezTo>
                <a:cubicBezTo>
                  <a:pt x="4771892" y="47846"/>
                  <a:pt x="4781461" y="59010"/>
                  <a:pt x="4796612" y="60605"/>
                </a:cubicBezTo>
                <a:moveTo>
                  <a:pt x="4802992" y="60605"/>
                </a:moveTo>
                <a:cubicBezTo>
                  <a:pt x="4798207" y="99680"/>
                  <a:pt x="4804587" y="138754"/>
                  <a:pt x="4810966" y="177829"/>
                </a:cubicBezTo>
                <a:moveTo>
                  <a:pt x="4830902" y="241624"/>
                </a:moveTo>
                <a:cubicBezTo>
                  <a:pt x="4826118" y="187398"/>
                  <a:pt x="4811764" y="169057"/>
                  <a:pt x="4811764" y="169057"/>
                </a:cubicBezTo>
                <a:cubicBezTo>
                  <a:pt x="4811764" y="169057"/>
                  <a:pt x="4795815" y="191386"/>
                  <a:pt x="4776676" y="241624"/>
                </a:cubicBezTo>
                <a:moveTo>
                  <a:pt x="4811764" y="149121"/>
                </a:moveTo>
                <a:cubicBezTo>
                  <a:pt x="4803789" y="149121"/>
                  <a:pt x="4793423" y="148324"/>
                  <a:pt x="4788638" y="141147"/>
                </a:cubicBezTo>
                <a:cubicBezTo>
                  <a:pt x="4783853" y="133970"/>
                  <a:pt x="4775879" y="129185"/>
                  <a:pt x="4773486" y="120413"/>
                </a:cubicBezTo>
                <a:cubicBezTo>
                  <a:pt x="4773486" y="118818"/>
                  <a:pt x="4773486" y="117223"/>
                  <a:pt x="4772689" y="114831"/>
                </a:cubicBezTo>
                <a:cubicBezTo>
                  <a:pt x="4771892" y="106059"/>
                  <a:pt x="4779069" y="98085"/>
                  <a:pt x="4784651" y="90908"/>
                </a:cubicBezTo>
                <a:cubicBezTo>
                  <a:pt x="4790233" y="83731"/>
                  <a:pt x="4798207" y="78946"/>
                  <a:pt x="4806182" y="75756"/>
                </a:cubicBezTo>
                <a:cubicBezTo>
                  <a:pt x="4813359" y="74162"/>
                  <a:pt x="4822130" y="78149"/>
                  <a:pt x="4828510" y="82933"/>
                </a:cubicBezTo>
                <a:cubicBezTo>
                  <a:pt x="4834890" y="87718"/>
                  <a:pt x="4841269" y="91705"/>
                  <a:pt x="4846054" y="98085"/>
                </a:cubicBezTo>
                <a:cubicBezTo>
                  <a:pt x="4847649" y="100477"/>
                  <a:pt x="4847649" y="102870"/>
                  <a:pt x="4848446" y="106059"/>
                </a:cubicBezTo>
                <a:cubicBezTo>
                  <a:pt x="4849243" y="108452"/>
                  <a:pt x="4847649" y="110844"/>
                  <a:pt x="4846054" y="113236"/>
                </a:cubicBezTo>
                <a:cubicBezTo>
                  <a:pt x="4838079" y="126793"/>
                  <a:pt x="4826915" y="140349"/>
                  <a:pt x="4811764" y="145931"/>
                </a:cubicBezTo>
                <a:moveTo>
                  <a:pt x="82933" y="68580"/>
                </a:moveTo>
                <a:cubicBezTo>
                  <a:pt x="98882" y="69377"/>
                  <a:pt x="114831" y="55820"/>
                  <a:pt x="112439" y="39872"/>
                </a:cubicBezTo>
                <a:cubicBezTo>
                  <a:pt x="109249" y="23923"/>
                  <a:pt x="98882" y="10366"/>
                  <a:pt x="82933" y="10366"/>
                </a:cubicBezTo>
                <a:cubicBezTo>
                  <a:pt x="66985" y="10366"/>
                  <a:pt x="59010" y="24720"/>
                  <a:pt x="53428" y="39872"/>
                </a:cubicBezTo>
                <a:cubicBezTo>
                  <a:pt x="48643" y="55023"/>
                  <a:pt x="67782" y="74959"/>
                  <a:pt x="82933" y="68580"/>
                </a:cubicBezTo>
                <a:moveTo>
                  <a:pt x="86921" y="68580"/>
                </a:moveTo>
                <a:cubicBezTo>
                  <a:pt x="86921" y="68580"/>
                  <a:pt x="136362" y="137957"/>
                  <a:pt x="86921" y="236840"/>
                </a:cubicBezTo>
                <a:cubicBezTo>
                  <a:pt x="98882" y="237637"/>
                  <a:pt x="111641" y="232853"/>
                  <a:pt x="123603" y="236840"/>
                </a:cubicBezTo>
                <a:moveTo>
                  <a:pt x="104464" y="149919"/>
                </a:moveTo>
                <a:cubicBezTo>
                  <a:pt x="115629" y="148324"/>
                  <a:pt x="127590" y="147526"/>
                  <a:pt x="137957" y="141944"/>
                </a:cubicBezTo>
                <a:cubicBezTo>
                  <a:pt x="138754" y="141147"/>
                  <a:pt x="140349" y="141944"/>
                  <a:pt x="141147" y="141944"/>
                </a:cubicBezTo>
                <a:cubicBezTo>
                  <a:pt x="142742" y="141944"/>
                  <a:pt x="143539" y="141944"/>
                  <a:pt x="144336" y="143539"/>
                </a:cubicBezTo>
                <a:cubicBezTo>
                  <a:pt x="145134" y="144336"/>
                  <a:pt x="145931" y="145134"/>
                  <a:pt x="146729" y="145931"/>
                </a:cubicBezTo>
                <a:cubicBezTo>
                  <a:pt x="146729" y="146729"/>
                  <a:pt x="146729" y="148324"/>
                  <a:pt x="146729" y="149121"/>
                </a:cubicBezTo>
                <a:cubicBezTo>
                  <a:pt x="148324" y="166665"/>
                  <a:pt x="143539" y="183411"/>
                  <a:pt x="143539" y="200157"/>
                </a:cubicBezTo>
                <a:cubicBezTo>
                  <a:pt x="143539" y="200955"/>
                  <a:pt x="143539" y="202550"/>
                  <a:pt x="143539" y="203347"/>
                </a:cubicBezTo>
                <a:cubicBezTo>
                  <a:pt x="143539" y="204145"/>
                  <a:pt x="144336" y="205740"/>
                  <a:pt x="145134" y="205740"/>
                </a:cubicBezTo>
                <a:cubicBezTo>
                  <a:pt x="145931" y="206537"/>
                  <a:pt x="146729" y="207334"/>
                  <a:pt x="147526" y="207334"/>
                </a:cubicBezTo>
                <a:cubicBezTo>
                  <a:pt x="148324" y="208132"/>
                  <a:pt x="149919" y="208132"/>
                  <a:pt x="150716" y="208132"/>
                </a:cubicBezTo>
                <a:cubicBezTo>
                  <a:pt x="156298" y="208132"/>
                  <a:pt x="161880" y="208132"/>
                  <a:pt x="165867" y="211322"/>
                </a:cubicBezTo>
                <a:cubicBezTo>
                  <a:pt x="169855" y="215309"/>
                  <a:pt x="173842" y="218499"/>
                  <a:pt x="175437" y="223283"/>
                </a:cubicBezTo>
                <a:moveTo>
                  <a:pt x="0" y="89313"/>
                </a:moveTo>
                <a:cubicBezTo>
                  <a:pt x="36682" y="78149"/>
                  <a:pt x="96490" y="90908"/>
                  <a:pt x="96490" y="90908"/>
                </a:cubicBezTo>
                <a:cubicBezTo>
                  <a:pt x="108452" y="89313"/>
                  <a:pt x="119616" y="86123"/>
                  <a:pt x="131577" y="82933"/>
                </a:cubicBezTo>
                <a:cubicBezTo>
                  <a:pt x="143539" y="78946"/>
                  <a:pt x="157096" y="84528"/>
                  <a:pt x="166665" y="90908"/>
                </a:cubicBezTo>
              </a:path>
            </a:pathLst>
          </a:custGeom>
          <a:noFill/>
          <a:ln w="2392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grpSp>
        <p:nvGrpSpPr>
          <p:cNvPr id="11" name="Group 10"/>
          <p:cNvGrpSpPr/>
          <p:nvPr/>
        </p:nvGrpSpPr>
        <p:grpSpPr>
          <a:xfrm>
            <a:off x="2321619" y="3584599"/>
            <a:ext cx="4499964" cy="96490"/>
            <a:chOff x="1864419" y="2104406"/>
            <a:chExt cx="4499964" cy="96490"/>
          </a:xfrm>
        </p:grpSpPr>
        <p:sp>
          <p:nvSpPr>
            <p:cNvPr id="9" name="Rounded Rectangle 8"/>
            <p:cNvSpPr/>
            <p:nvPr/>
          </p:nvSpPr>
          <p:spPr>
            <a:xfrm>
              <a:off x="1864419" y="2104406"/>
              <a:ext cx="98085" cy="96490"/>
            </a:xfrm>
            <a:custGeom>
              <a:avLst/>
              <a:gdLst/>
              <a:ahLst/>
              <a:cxnLst/>
              <a:rect l="0" t="0" r="0" b="0"/>
              <a:pathLst>
                <a:path w="98085" h="96490">
                  <a:moveTo>
                    <a:pt x="97287" y="48643"/>
                  </a:moveTo>
                  <a:cubicBezTo>
                    <a:pt x="97287" y="22219"/>
                    <a:pt x="75866" y="797"/>
                    <a:pt x="49441" y="797"/>
                  </a:cubicBezTo>
                  <a:cubicBezTo>
                    <a:pt x="23016" y="797"/>
                    <a:pt x="1594" y="22219"/>
                    <a:pt x="1594" y="48643"/>
                  </a:cubicBezTo>
                  <a:cubicBezTo>
                    <a:pt x="1594" y="75068"/>
                    <a:pt x="23016" y="96490"/>
                    <a:pt x="49441" y="96490"/>
                  </a:cubicBezTo>
                  <a:cubicBezTo>
                    <a:pt x="75866" y="96490"/>
                    <a:pt x="97287" y="75068"/>
                    <a:pt x="97287" y="48643"/>
                  </a:cubicBezTo>
                  <a:close/>
                  <a:moveTo>
                    <a:pt x="97287" y="48643"/>
                  </a:moveTo>
                  <a:cubicBezTo>
                    <a:pt x="93300" y="74959"/>
                    <a:pt x="75756" y="96490"/>
                    <a:pt x="49441" y="96490"/>
                  </a:cubicBezTo>
                  <a:cubicBezTo>
                    <a:pt x="23125" y="96490"/>
                    <a:pt x="0" y="74959"/>
                    <a:pt x="1594" y="48643"/>
                  </a:cubicBezTo>
                  <a:cubicBezTo>
                    <a:pt x="3189" y="22328"/>
                    <a:pt x="23125" y="0"/>
                    <a:pt x="49441" y="797"/>
                  </a:cubicBezTo>
                  <a:cubicBezTo>
                    <a:pt x="75756" y="1594"/>
                    <a:pt x="98085" y="22328"/>
                    <a:pt x="97287" y="48643"/>
                  </a:cubicBezTo>
                </a:path>
              </a:pathLst>
            </a:custGeom>
            <a:noFill/>
            <a:ln w="2392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66298" y="2104406"/>
              <a:ext cx="98085" cy="96490"/>
            </a:xfrm>
            <a:custGeom>
              <a:avLst/>
              <a:gdLst/>
              <a:ahLst/>
              <a:cxnLst/>
              <a:rect l="0" t="0" r="0" b="0"/>
              <a:pathLst>
                <a:path w="98085" h="96490">
                  <a:moveTo>
                    <a:pt x="97287" y="48643"/>
                  </a:moveTo>
                  <a:cubicBezTo>
                    <a:pt x="97287" y="22219"/>
                    <a:pt x="75866" y="797"/>
                    <a:pt x="49441" y="797"/>
                  </a:cubicBezTo>
                  <a:cubicBezTo>
                    <a:pt x="23016" y="797"/>
                    <a:pt x="1594" y="22219"/>
                    <a:pt x="1594" y="48643"/>
                  </a:cubicBezTo>
                  <a:cubicBezTo>
                    <a:pt x="1594" y="75068"/>
                    <a:pt x="23016" y="96490"/>
                    <a:pt x="49441" y="96490"/>
                  </a:cubicBezTo>
                  <a:cubicBezTo>
                    <a:pt x="75866" y="96490"/>
                    <a:pt x="97287" y="75068"/>
                    <a:pt x="97287" y="48643"/>
                  </a:cubicBezTo>
                  <a:close/>
                  <a:moveTo>
                    <a:pt x="97287" y="48643"/>
                  </a:moveTo>
                  <a:cubicBezTo>
                    <a:pt x="93300" y="74959"/>
                    <a:pt x="75756" y="96490"/>
                    <a:pt x="49441" y="96490"/>
                  </a:cubicBezTo>
                  <a:cubicBezTo>
                    <a:pt x="23125" y="96490"/>
                    <a:pt x="0" y="74959"/>
                    <a:pt x="1594" y="48643"/>
                  </a:cubicBezTo>
                  <a:cubicBezTo>
                    <a:pt x="3189" y="22328"/>
                    <a:pt x="23125" y="0"/>
                    <a:pt x="49441" y="797"/>
                  </a:cubicBezTo>
                  <a:cubicBezTo>
                    <a:pt x="75756" y="1594"/>
                    <a:pt x="98085" y="22328"/>
                    <a:pt x="97287" y="48643"/>
                  </a:cubicBezTo>
                </a:path>
              </a:pathLst>
            </a:custGeom>
            <a:noFill/>
            <a:ln w="2392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42103" y="932957"/>
            <a:ext cx="7824130" cy="6155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000" b="1" u="sng">
                <a:solidFill>
                  <a:srgbClr val="484848"/>
                </a:solidFill>
                <a:latin typeface="Shantell Sans"/>
              </a:rPr>
              <a:t>Ratan Lal Bunkar || System Enginner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427" y="2317485"/>
            <a:ext cx="1176990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484848"/>
                </a:solidFill>
                <a:latin typeface="Shantell Sans"/>
              </a:rPr>
              <a:t>Electrical
Engineering
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5391" y="2604552"/>
            <a:ext cx="101380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484848"/>
                </a:solidFill>
                <a:latin typeface="Shantell Sans"/>
              </a:rPr>
              <a:t>System V&amp;V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6288" y="2508859"/>
            <a:ext cx="831446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484848"/>
                </a:solidFill>
                <a:latin typeface="Shantell Sans"/>
              </a:rPr>
              <a:t>Validation
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1510" y="2508859"/>
            <a:ext cx="1160447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484848"/>
                </a:solidFill>
                <a:latin typeface="Shantell Sans"/>
              </a:rPr>
              <a:t>Cross-Domain
Debugging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4581" y="2317485"/>
            <a:ext cx="985847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84848"/>
                </a:solidFill>
                <a:latin typeface="Shantell Sans"/>
              </a:rPr>
              <a:t>Reliable
Engineering
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2D863FBF-BB55-5336-29BA-CC0FFC00C528}"/>
              </a:ext>
            </a:extLst>
          </p:cNvPr>
          <p:cNvGrpSpPr/>
          <p:nvPr/>
        </p:nvGrpSpPr>
        <p:grpSpPr>
          <a:xfrm>
            <a:off x="1173029" y="795221"/>
            <a:ext cx="6835529" cy="5335831"/>
            <a:chOff x="1173029" y="795221"/>
            <a:chExt cx="6835529" cy="5335831"/>
          </a:xfrm>
        </p:grpSpPr>
        <p:sp>
          <p:nvSpPr>
            <p:cNvPr id="58" name="Rounded Rectangle 1">
              <a:extLst>
                <a:ext uri="{FF2B5EF4-FFF2-40B4-BE49-F238E27FC236}">
                  <a16:creationId xmlns:a16="http://schemas.microsoft.com/office/drawing/2014/main" id="{DD0E0475-C90F-3ED7-399D-A50CEE6979A5}"/>
                </a:ext>
              </a:extLst>
            </p:cNvPr>
            <p:cNvSpPr/>
            <p:nvPr/>
          </p:nvSpPr>
          <p:spPr>
            <a:xfrm>
              <a:off x="2531604" y="3682533"/>
              <a:ext cx="3915618" cy="2380246"/>
            </a:xfrm>
            <a:custGeom>
              <a:avLst/>
              <a:gdLst/>
              <a:ahLst/>
              <a:cxnLst/>
              <a:rect l="0" t="0" r="0" b="0"/>
              <a:pathLst>
                <a:path w="3915618" h="2380246">
                  <a:moveTo>
                    <a:pt x="3908601" y="255427"/>
                  </a:moveTo>
                  <a:lnTo>
                    <a:pt x="3915618" y="259637"/>
                  </a:lnTo>
                  <a:lnTo>
                    <a:pt x="3736678" y="306653"/>
                  </a:lnTo>
                  <a:lnTo>
                    <a:pt x="3828604" y="370510"/>
                  </a:lnTo>
                  <a:lnTo>
                    <a:pt x="3908601" y="255427"/>
                  </a:lnTo>
                  <a:moveTo>
                    <a:pt x="3736678" y="306653"/>
                  </a:moveTo>
                  <a:lnTo>
                    <a:pt x="3668611" y="446296"/>
                  </a:lnTo>
                  <a:lnTo>
                    <a:pt x="3831411" y="432963"/>
                  </a:lnTo>
                  <a:lnTo>
                    <a:pt x="3915618" y="259637"/>
                  </a:lnTo>
                  <a:lnTo>
                    <a:pt x="3736678" y="306653"/>
                  </a:lnTo>
                  <a:moveTo>
                    <a:pt x="3831411" y="432963"/>
                  </a:moveTo>
                  <a:lnTo>
                    <a:pt x="3749309" y="315775"/>
                  </a:lnTo>
                  <a:lnTo>
                    <a:pt x="3592825" y="337529"/>
                  </a:lnTo>
                  <a:lnTo>
                    <a:pt x="3668611" y="446296"/>
                  </a:lnTo>
                  <a:lnTo>
                    <a:pt x="3831411" y="432963"/>
                  </a:lnTo>
                  <a:moveTo>
                    <a:pt x="3592825" y="337529"/>
                  </a:moveTo>
                  <a:lnTo>
                    <a:pt x="3514232" y="567694"/>
                  </a:lnTo>
                  <a:lnTo>
                    <a:pt x="3662296" y="568396"/>
                  </a:lnTo>
                  <a:lnTo>
                    <a:pt x="3749309" y="315775"/>
                  </a:lnTo>
                  <a:lnTo>
                    <a:pt x="3592825" y="337529"/>
                  </a:lnTo>
                  <a:moveTo>
                    <a:pt x="3662296" y="568396"/>
                  </a:moveTo>
                  <a:lnTo>
                    <a:pt x="3526863" y="166308"/>
                  </a:lnTo>
                  <a:lnTo>
                    <a:pt x="3389325" y="197886"/>
                  </a:lnTo>
                  <a:lnTo>
                    <a:pt x="3514232" y="567694"/>
                  </a:lnTo>
                  <a:lnTo>
                    <a:pt x="3662296" y="568396"/>
                  </a:lnTo>
                  <a:moveTo>
                    <a:pt x="3389325" y="197886"/>
                  </a:moveTo>
                  <a:lnTo>
                    <a:pt x="3526863" y="166308"/>
                  </a:lnTo>
                  <a:lnTo>
                    <a:pt x="3585106" y="620323"/>
                  </a:lnTo>
                  <a:lnTo>
                    <a:pt x="3448972" y="661023"/>
                  </a:lnTo>
                  <a:lnTo>
                    <a:pt x="3389325" y="197886"/>
                  </a:lnTo>
                  <a:moveTo>
                    <a:pt x="3585106" y="620323"/>
                  </a:moveTo>
                  <a:lnTo>
                    <a:pt x="3281260" y="0"/>
                  </a:lnTo>
                  <a:lnTo>
                    <a:pt x="3149336" y="49822"/>
                  </a:lnTo>
                  <a:lnTo>
                    <a:pt x="3448972" y="661023"/>
                  </a:lnTo>
                  <a:lnTo>
                    <a:pt x="3585106" y="620323"/>
                  </a:lnTo>
                  <a:moveTo>
                    <a:pt x="3149336" y="49822"/>
                  </a:moveTo>
                  <a:lnTo>
                    <a:pt x="3345818" y="781018"/>
                  </a:lnTo>
                  <a:lnTo>
                    <a:pt x="3477041" y="729090"/>
                  </a:lnTo>
                  <a:lnTo>
                    <a:pt x="3281260" y="0"/>
                  </a:lnTo>
                  <a:lnTo>
                    <a:pt x="3149336" y="49822"/>
                  </a:lnTo>
                  <a:moveTo>
                    <a:pt x="3477041" y="729090"/>
                  </a:moveTo>
                  <a:lnTo>
                    <a:pt x="3168984" y="151572"/>
                  </a:lnTo>
                  <a:lnTo>
                    <a:pt x="3036358" y="202096"/>
                  </a:lnTo>
                  <a:lnTo>
                    <a:pt x="3345818" y="781018"/>
                  </a:lnTo>
                  <a:lnTo>
                    <a:pt x="3477041" y="729090"/>
                  </a:lnTo>
                  <a:moveTo>
                    <a:pt x="3036358" y="202096"/>
                  </a:moveTo>
                  <a:lnTo>
                    <a:pt x="3206877" y="909433"/>
                  </a:lnTo>
                  <a:lnTo>
                    <a:pt x="3338801" y="858208"/>
                  </a:lnTo>
                  <a:lnTo>
                    <a:pt x="3168984" y="151572"/>
                  </a:lnTo>
                  <a:lnTo>
                    <a:pt x="3036358" y="202096"/>
                  </a:lnTo>
                  <a:moveTo>
                    <a:pt x="3338801" y="858208"/>
                  </a:moveTo>
                  <a:lnTo>
                    <a:pt x="3004781" y="244199"/>
                  </a:lnTo>
                  <a:lnTo>
                    <a:pt x="2875663" y="300337"/>
                  </a:lnTo>
                  <a:lnTo>
                    <a:pt x="3206877" y="909433"/>
                  </a:lnTo>
                  <a:lnTo>
                    <a:pt x="3338801" y="858208"/>
                  </a:lnTo>
                  <a:moveTo>
                    <a:pt x="2875663" y="300337"/>
                  </a:moveTo>
                  <a:lnTo>
                    <a:pt x="3121968" y="1028726"/>
                  </a:lnTo>
                  <a:lnTo>
                    <a:pt x="3249682" y="969782"/>
                  </a:lnTo>
                  <a:lnTo>
                    <a:pt x="3004781" y="244199"/>
                  </a:lnTo>
                  <a:lnTo>
                    <a:pt x="2875663" y="300337"/>
                  </a:lnTo>
                  <a:moveTo>
                    <a:pt x="3249682" y="969782"/>
                  </a:moveTo>
                  <a:lnTo>
                    <a:pt x="2916363" y="411210"/>
                  </a:lnTo>
                  <a:lnTo>
                    <a:pt x="2785141" y="465242"/>
                  </a:lnTo>
                  <a:lnTo>
                    <a:pt x="3121968" y="1028726"/>
                  </a:lnTo>
                  <a:lnTo>
                    <a:pt x="3249682" y="969782"/>
                  </a:lnTo>
                  <a:moveTo>
                    <a:pt x="2785141" y="465242"/>
                  </a:moveTo>
                  <a:lnTo>
                    <a:pt x="2958467" y="1165563"/>
                  </a:lnTo>
                  <a:lnTo>
                    <a:pt x="3091794" y="1119951"/>
                  </a:lnTo>
                  <a:lnTo>
                    <a:pt x="2916363" y="411210"/>
                  </a:lnTo>
                  <a:lnTo>
                    <a:pt x="2785141" y="465242"/>
                  </a:lnTo>
                  <a:moveTo>
                    <a:pt x="3091794" y="1119951"/>
                  </a:moveTo>
                  <a:lnTo>
                    <a:pt x="2811806" y="491908"/>
                  </a:lnTo>
                  <a:lnTo>
                    <a:pt x="2678479" y="536818"/>
                  </a:lnTo>
                  <a:lnTo>
                    <a:pt x="2958467" y="1165563"/>
                  </a:lnTo>
                  <a:lnTo>
                    <a:pt x="3091794" y="1119951"/>
                  </a:lnTo>
                  <a:moveTo>
                    <a:pt x="2678479" y="536818"/>
                  </a:moveTo>
                  <a:lnTo>
                    <a:pt x="2852506" y="1291171"/>
                  </a:lnTo>
                  <a:lnTo>
                    <a:pt x="2985834" y="1242752"/>
                  </a:lnTo>
                  <a:lnTo>
                    <a:pt x="2811806" y="491908"/>
                  </a:lnTo>
                  <a:lnTo>
                    <a:pt x="2678479" y="536818"/>
                  </a:lnTo>
                  <a:moveTo>
                    <a:pt x="2985834" y="1242752"/>
                  </a:moveTo>
                  <a:lnTo>
                    <a:pt x="2656024" y="594360"/>
                  </a:lnTo>
                  <a:lnTo>
                    <a:pt x="2525503" y="647691"/>
                  </a:lnTo>
                  <a:lnTo>
                    <a:pt x="2852506" y="1291171"/>
                  </a:lnTo>
                  <a:lnTo>
                    <a:pt x="2985834" y="1242752"/>
                  </a:lnTo>
                  <a:moveTo>
                    <a:pt x="2525503" y="647691"/>
                  </a:moveTo>
                  <a:lnTo>
                    <a:pt x="2757774" y="1371168"/>
                  </a:lnTo>
                  <a:lnTo>
                    <a:pt x="2888294" y="1317837"/>
                  </a:lnTo>
                  <a:lnTo>
                    <a:pt x="2656024" y="594360"/>
                  </a:lnTo>
                  <a:lnTo>
                    <a:pt x="2525503" y="647691"/>
                  </a:lnTo>
                  <a:moveTo>
                    <a:pt x="2888294" y="1317837"/>
                  </a:moveTo>
                  <a:lnTo>
                    <a:pt x="2598482" y="734704"/>
                  </a:lnTo>
                  <a:lnTo>
                    <a:pt x="2465857" y="783123"/>
                  </a:lnTo>
                  <a:lnTo>
                    <a:pt x="2757774" y="1371168"/>
                  </a:lnTo>
                  <a:lnTo>
                    <a:pt x="2888294" y="1317837"/>
                  </a:lnTo>
                  <a:moveTo>
                    <a:pt x="2465857" y="783123"/>
                  </a:moveTo>
                  <a:lnTo>
                    <a:pt x="2628657" y="1475725"/>
                  </a:lnTo>
                  <a:lnTo>
                    <a:pt x="2761282" y="1425902"/>
                  </a:lnTo>
                  <a:lnTo>
                    <a:pt x="2598482" y="734704"/>
                  </a:lnTo>
                  <a:lnTo>
                    <a:pt x="2465857" y="783123"/>
                  </a:lnTo>
                  <a:moveTo>
                    <a:pt x="2761282" y="1425902"/>
                  </a:moveTo>
                  <a:lnTo>
                    <a:pt x="2441296" y="832946"/>
                  </a:lnTo>
                  <a:lnTo>
                    <a:pt x="2312179" y="889785"/>
                  </a:lnTo>
                  <a:lnTo>
                    <a:pt x="2628657" y="1475725"/>
                  </a:lnTo>
                  <a:lnTo>
                    <a:pt x="2761282" y="1425902"/>
                  </a:lnTo>
                  <a:moveTo>
                    <a:pt x="2312179" y="889785"/>
                  </a:moveTo>
                  <a:lnTo>
                    <a:pt x="2550064" y="1571159"/>
                  </a:lnTo>
                  <a:lnTo>
                    <a:pt x="2679181" y="1514319"/>
                  </a:lnTo>
                  <a:lnTo>
                    <a:pt x="2441296" y="832946"/>
                  </a:lnTo>
                  <a:lnTo>
                    <a:pt x="2312179" y="889785"/>
                  </a:lnTo>
                  <a:moveTo>
                    <a:pt x="2679181" y="1514319"/>
                  </a:moveTo>
                  <a:lnTo>
                    <a:pt x="2363405" y="938906"/>
                  </a:lnTo>
                  <a:lnTo>
                    <a:pt x="2233586" y="992939"/>
                  </a:lnTo>
                  <a:lnTo>
                    <a:pt x="2550064" y="1571159"/>
                  </a:lnTo>
                  <a:lnTo>
                    <a:pt x="2679181" y="1514319"/>
                  </a:lnTo>
                  <a:moveTo>
                    <a:pt x="2233586" y="992939"/>
                  </a:moveTo>
                  <a:lnTo>
                    <a:pt x="2443402" y="1703083"/>
                  </a:lnTo>
                  <a:lnTo>
                    <a:pt x="2573922" y="1649752"/>
                  </a:lnTo>
                  <a:lnTo>
                    <a:pt x="2363405" y="938906"/>
                  </a:lnTo>
                  <a:lnTo>
                    <a:pt x="2233586" y="992939"/>
                  </a:lnTo>
                  <a:moveTo>
                    <a:pt x="2573922" y="1649752"/>
                  </a:moveTo>
                  <a:lnTo>
                    <a:pt x="2266567" y="1069426"/>
                  </a:lnTo>
                  <a:lnTo>
                    <a:pt x="2134643" y="1120652"/>
                  </a:lnTo>
                  <a:lnTo>
                    <a:pt x="2443402" y="1703083"/>
                  </a:lnTo>
                  <a:lnTo>
                    <a:pt x="2573922" y="1649752"/>
                  </a:lnTo>
                  <a:moveTo>
                    <a:pt x="2134643" y="1120652"/>
                  </a:moveTo>
                  <a:lnTo>
                    <a:pt x="2314986" y="1822376"/>
                  </a:lnTo>
                  <a:lnTo>
                    <a:pt x="2446910" y="1770448"/>
                  </a:lnTo>
                  <a:lnTo>
                    <a:pt x="2266567" y="1069426"/>
                  </a:lnTo>
                  <a:lnTo>
                    <a:pt x="2134643" y="1120652"/>
                  </a:lnTo>
                  <a:moveTo>
                    <a:pt x="2446910" y="1770448"/>
                  </a:moveTo>
                  <a:lnTo>
                    <a:pt x="2111486" y="1155037"/>
                  </a:lnTo>
                  <a:lnTo>
                    <a:pt x="1980966" y="1209771"/>
                  </a:lnTo>
                  <a:lnTo>
                    <a:pt x="2314986" y="1822376"/>
                  </a:lnTo>
                  <a:lnTo>
                    <a:pt x="2446910" y="1770448"/>
                  </a:lnTo>
                  <a:moveTo>
                    <a:pt x="1980966" y="1209771"/>
                  </a:moveTo>
                  <a:lnTo>
                    <a:pt x="2209026" y="1959212"/>
                  </a:lnTo>
                  <a:lnTo>
                    <a:pt x="2339546" y="1906583"/>
                  </a:lnTo>
                  <a:lnTo>
                    <a:pt x="2111486" y="1155037"/>
                  </a:lnTo>
                  <a:lnTo>
                    <a:pt x="1980966" y="1209771"/>
                  </a:lnTo>
                  <a:moveTo>
                    <a:pt x="2339546" y="1906583"/>
                  </a:moveTo>
                  <a:lnTo>
                    <a:pt x="2039209" y="1310118"/>
                  </a:lnTo>
                  <a:lnTo>
                    <a:pt x="1907986" y="1360642"/>
                  </a:lnTo>
                  <a:lnTo>
                    <a:pt x="2209026" y="1959212"/>
                  </a:lnTo>
                  <a:lnTo>
                    <a:pt x="2339546" y="1906583"/>
                  </a:lnTo>
                  <a:moveTo>
                    <a:pt x="1907986" y="1360642"/>
                  </a:moveTo>
                  <a:lnTo>
                    <a:pt x="2095347" y="2022367"/>
                  </a:lnTo>
                  <a:lnTo>
                    <a:pt x="2225867" y="1969738"/>
                  </a:lnTo>
                  <a:lnTo>
                    <a:pt x="2039209" y="1310118"/>
                  </a:lnTo>
                  <a:lnTo>
                    <a:pt x="1907986" y="1360642"/>
                  </a:lnTo>
                  <a:moveTo>
                    <a:pt x="2225867" y="1969738"/>
                  </a:moveTo>
                  <a:lnTo>
                    <a:pt x="1904478" y="1373975"/>
                  </a:lnTo>
                  <a:lnTo>
                    <a:pt x="1772554" y="1425200"/>
                  </a:lnTo>
                  <a:lnTo>
                    <a:pt x="2095347" y="2022367"/>
                  </a:lnTo>
                  <a:lnTo>
                    <a:pt x="2225867" y="1969738"/>
                  </a:lnTo>
                  <a:moveTo>
                    <a:pt x="1772554" y="1425200"/>
                  </a:moveTo>
                  <a:lnTo>
                    <a:pt x="1943073" y="2124819"/>
                  </a:lnTo>
                  <a:lnTo>
                    <a:pt x="2075698" y="2074997"/>
                  </a:lnTo>
                  <a:lnTo>
                    <a:pt x="1904478" y="1373975"/>
                  </a:lnTo>
                  <a:lnTo>
                    <a:pt x="1772554" y="1425200"/>
                  </a:lnTo>
                  <a:moveTo>
                    <a:pt x="2075698" y="2074997"/>
                  </a:moveTo>
                  <a:lnTo>
                    <a:pt x="1773957" y="1496074"/>
                  </a:lnTo>
                  <a:lnTo>
                    <a:pt x="1643436" y="1548704"/>
                  </a:lnTo>
                  <a:lnTo>
                    <a:pt x="1943073" y="2124819"/>
                  </a:lnTo>
                  <a:lnTo>
                    <a:pt x="2075698" y="2074997"/>
                  </a:lnTo>
                  <a:moveTo>
                    <a:pt x="1643436" y="1548704"/>
                  </a:moveTo>
                  <a:lnTo>
                    <a:pt x="1833604" y="2188676"/>
                  </a:lnTo>
                  <a:lnTo>
                    <a:pt x="1963422" y="2131836"/>
                  </a:lnTo>
                  <a:lnTo>
                    <a:pt x="1773957" y="1496074"/>
                  </a:lnTo>
                  <a:lnTo>
                    <a:pt x="1643436" y="1548704"/>
                  </a:lnTo>
                  <a:moveTo>
                    <a:pt x="1963422" y="2131836"/>
                  </a:moveTo>
                  <a:lnTo>
                    <a:pt x="1629402" y="1564142"/>
                  </a:lnTo>
                  <a:lnTo>
                    <a:pt x="1498180" y="1618174"/>
                  </a:lnTo>
                  <a:lnTo>
                    <a:pt x="1833604" y="2188676"/>
                  </a:lnTo>
                  <a:lnTo>
                    <a:pt x="1963422" y="2131836"/>
                  </a:lnTo>
                  <a:moveTo>
                    <a:pt x="1498180" y="1618174"/>
                  </a:moveTo>
                  <a:lnTo>
                    <a:pt x="1659576" y="2257445"/>
                  </a:lnTo>
                  <a:lnTo>
                    <a:pt x="1791500" y="2207622"/>
                  </a:lnTo>
                  <a:lnTo>
                    <a:pt x="1629402" y="1564142"/>
                  </a:lnTo>
                  <a:lnTo>
                    <a:pt x="1498180" y="1618174"/>
                  </a:lnTo>
                  <a:moveTo>
                    <a:pt x="1791500" y="2207622"/>
                  </a:moveTo>
                  <a:lnTo>
                    <a:pt x="1483443" y="1616771"/>
                  </a:lnTo>
                  <a:lnTo>
                    <a:pt x="1352221" y="1669400"/>
                  </a:lnTo>
                  <a:lnTo>
                    <a:pt x="1659576" y="2257445"/>
                  </a:lnTo>
                  <a:lnTo>
                    <a:pt x="1791500" y="2207622"/>
                  </a:lnTo>
                  <a:moveTo>
                    <a:pt x="1352221" y="1669400"/>
                  </a:moveTo>
                  <a:lnTo>
                    <a:pt x="1543090" y="2312179"/>
                  </a:lnTo>
                  <a:lnTo>
                    <a:pt x="1674312" y="2261655"/>
                  </a:lnTo>
                  <a:lnTo>
                    <a:pt x="1483443" y="1616771"/>
                  </a:lnTo>
                  <a:lnTo>
                    <a:pt x="1352221" y="1669400"/>
                  </a:lnTo>
                  <a:moveTo>
                    <a:pt x="1674312" y="2261655"/>
                  </a:moveTo>
                  <a:lnTo>
                    <a:pt x="1378185" y="1641331"/>
                  </a:lnTo>
                  <a:lnTo>
                    <a:pt x="1244857" y="1687645"/>
                  </a:lnTo>
                  <a:lnTo>
                    <a:pt x="1543090" y="2312179"/>
                  </a:lnTo>
                  <a:lnTo>
                    <a:pt x="1674312" y="2261655"/>
                  </a:lnTo>
                  <a:moveTo>
                    <a:pt x="1244857" y="1687645"/>
                  </a:moveTo>
                  <a:lnTo>
                    <a:pt x="1392921" y="2348669"/>
                  </a:lnTo>
                  <a:lnTo>
                    <a:pt x="1525547" y="2296741"/>
                  </a:lnTo>
                  <a:lnTo>
                    <a:pt x="1378185" y="1641331"/>
                  </a:lnTo>
                  <a:lnTo>
                    <a:pt x="1244857" y="1687645"/>
                  </a:lnTo>
                  <a:moveTo>
                    <a:pt x="1525547" y="2296741"/>
                  </a:moveTo>
                  <a:lnTo>
                    <a:pt x="1169773" y="1674312"/>
                  </a:lnTo>
                  <a:lnTo>
                    <a:pt x="1041358" y="1731854"/>
                  </a:lnTo>
                  <a:lnTo>
                    <a:pt x="1392921" y="2348669"/>
                  </a:lnTo>
                  <a:lnTo>
                    <a:pt x="1525547" y="2296741"/>
                  </a:lnTo>
                  <a:moveTo>
                    <a:pt x="1041358" y="1731854"/>
                  </a:moveTo>
                  <a:lnTo>
                    <a:pt x="1169773" y="1674312"/>
                  </a:lnTo>
                  <a:lnTo>
                    <a:pt x="1373273" y="2282005"/>
                  </a:lnTo>
                  <a:lnTo>
                    <a:pt x="1244857" y="2339546"/>
                  </a:lnTo>
                  <a:lnTo>
                    <a:pt x="1041358" y="1731854"/>
                  </a:lnTo>
                  <a:moveTo>
                    <a:pt x="1373273" y="2282005"/>
                  </a:moveTo>
                  <a:lnTo>
                    <a:pt x="1010482" y="1644138"/>
                  </a:lnTo>
                  <a:lnTo>
                    <a:pt x="879961" y="1698171"/>
                  </a:lnTo>
                  <a:lnTo>
                    <a:pt x="1244857" y="2339546"/>
                  </a:lnTo>
                  <a:lnTo>
                    <a:pt x="1373273" y="2282005"/>
                  </a:lnTo>
                  <a:moveTo>
                    <a:pt x="879961" y="1698171"/>
                  </a:moveTo>
                  <a:lnTo>
                    <a:pt x="1058901" y="2359195"/>
                  </a:lnTo>
                  <a:lnTo>
                    <a:pt x="1188720" y="2303057"/>
                  </a:lnTo>
                  <a:lnTo>
                    <a:pt x="1010482" y="1644138"/>
                  </a:lnTo>
                  <a:lnTo>
                    <a:pt x="879961" y="1698171"/>
                  </a:lnTo>
                  <a:moveTo>
                    <a:pt x="1188720" y="2303057"/>
                  </a:moveTo>
                  <a:lnTo>
                    <a:pt x="818209" y="1688347"/>
                  </a:lnTo>
                  <a:lnTo>
                    <a:pt x="689092" y="1746590"/>
                  </a:lnTo>
                  <a:lnTo>
                    <a:pt x="1058901" y="2359195"/>
                  </a:lnTo>
                  <a:lnTo>
                    <a:pt x="1188720" y="2303057"/>
                  </a:lnTo>
                  <a:moveTo>
                    <a:pt x="689092" y="1746590"/>
                  </a:moveTo>
                  <a:lnTo>
                    <a:pt x="888382" y="2378843"/>
                  </a:lnTo>
                  <a:lnTo>
                    <a:pt x="1018201" y="2324108"/>
                  </a:lnTo>
                  <a:lnTo>
                    <a:pt x="818209" y="1688347"/>
                  </a:lnTo>
                  <a:lnTo>
                    <a:pt x="689092" y="1746590"/>
                  </a:lnTo>
                  <a:moveTo>
                    <a:pt x="1018201" y="2324108"/>
                  </a:moveTo>
                  <a:lnTo>
                    <a:pt x="682075" y="1693259"/>
                  </a:lnTo>
                  <a:lnTo>
                    <a:pt x="549449" y="1741678"/>
                  </a:lnTo>
                  <a:lnTo>
                    <a:pt x="888382" y="2378843"/>
                  </a:lnTo>
                  <a:lnTo>
                    <a:pt x="1018201" y="2324108"/>
                  </a:lnTo>
                  <a:moveTo>
                    <a:pt x="549449" y="1741678"/>
                  </a:moveTo>
                  <a:lnTo>
                    <a:pt x="682075" y="1693259"/>
                  </a:lnTo>
                  <a:lnTo>
                    <a:pt x="819613" y="2327617"/>
                  </a:lnTo>
                  <a:lnTo>
                    <a:pt x="686285" y="2375334"/>
                  </a:lnTo>
                  <a:lnTo>
                    <a:pt x="549449" y="1741678"/>
                  </a:lnTo>
                  <a:moveTo>
                    <a:pt x="819613" y="2327617"/>
                  </a:moveTo>
                  <a:lnTo>
                    <a:pt x="490504" y="1685540"/>
                  </a:lnTo>
                  <a:lnTo>
                    <a:pt x="358580" y="1736064"/>
                  </a:lnTo>
                  <a:lnTo>
                    <a:pt x="686285" y="2375334"/>
                  </a:lnTo>
                  <a:lnTo>
                    <a:pt x="819613" y="2327617"/>
                  </a:lnTo>
                  <a:moveTo>
                    <a:pt x="358580" y="1736064"/>
                  </a:moveTo>
                  <a:lnTo>
                    <a:pt x="490504" y="1685540"/>
                  </a:lnTo>
                  <a:lnTo>
                    <a:pt x="664532" y="2326915"/>
                  </a:lnTo>
                  <a:lnTo>
                    <a:pt x="532608" y="2376738"/>
                  </a:lnTo>
                  <a:lnTo>
                    <a:pt x="358580" y="1736064"/>
                  </a:lnTo>
                  <a:moveTo>
                    <a:pt x="664532" y="2326915"/>
                  </a:moveTo>
                  <a:lnTo>
                    <a:pt x="329810" y="1642735"/>
                  </a:lnTo>
                  <a:lnTo>
                    <a:pt x="197886" y="1691855"/>
                  </a:lnTo>
                  <a:lnTo>
                    <a:pt x="532608" y="2376738"/>
                  </a:lnTo>
                  <a:lnTo>
                    <a:pt x="664532" y="2326915"/>
                  </a:lnTo>
                  <a:moveTo>
                    <a:pt x="197886" y="1691855"/>
                  </a:moveTo>
                  <a:lnTo>
                    <a:pt x="374720" y="2380246"/>
                  </a:lnTo>
                  <a:lnTo>
                    <a:pt x="506644" y="2327617"/>
                  </a:lnTo>
                  <a:lnTo>
                    <a:pt x="329810" y="1642735"/>
                  </a:lnTo>
                  <a:lnTo>
                    <a:pt x="197886" y="1691855"/>
                  </a:lnTo>
                  <a:moveTo>
                    <a:pt x="506644" y="2327617"/>
                  </a:moveTo>
                  <a:lnTo>
                    <a:pt x="132625" y="1660278"/>
                  </a:lnTo>
                  <a:lnTo>
                    <a:pt x="0" y="1710100"/>
                  </a:lnTo>
                  <a:lnTo>
                    <a:pt x="374720" y="2380246"/>
                  </a:lnTo>
                  <a:lnTo>
                    <a:pt x="506644" y="2327617"/>
                  </a:lnTo>
                  <a:moveTo>
                    <a:pt x="0" y="1710100"/>
                  </a:moveTo>
                  <a:lnTo>
                    <a:pt x="132625" y="1660278"/>
                  </a:lnTo>
                  <a:lnTo>
                    <a:pt x="275075" y="2322003"/>
                  </a:lnTo>
                  <a:lnTo>
                    <a:pt x="141748" y="2367615"/>
                  </a:lnTo>
                  <a:lnTo>
                    <a:pt x="0" y="1710100"/>
                  </a:lnTo>
                  <a:moveTo>
                    <a:pt x="275075" y="2322003"/>
                  </a:moveTo>
                  <a:lnTo>
                    <a:pt x="141748" y="2367615"/>
                  </a:lnTo>
                  <a:lnTo>
                    <a:pt x="44910" y="2164817"/>
                  </a:lnTo>
                  <a:lnTo>
                    <a:pt x="184553" y="2131134"/>
                  </a:lnTo>
                  <a:lnTo>
                    <a:pt x="275075" y="2322003"/>
                  </a:lnTo>
                  <a:moveTo>
                    <a:pt x="44910" y="2164817"/>
                  </a:moveTo>
                  <a:lnTo>
                    <a:pt x="184553" y="2131134"/>
                  </a:lnTo>
                  <a:lnTo>
                    <a:pt x="189465" y="2297443"/>
                  </a:lnTo>
                  <a:lnTo>
                    <a:pt x="50524" y="2374633"/>
                  </a:lnTo>
                  <a:lnTo>
                    <a:pt x="44910" y="2164817"/>
                  </a:lnTo>
                  <a:moveTo>
                    <a:pt x="189465" y="2297443"/>
                  </a:moveTo>
                  <a:lnTo>
                    <a:pt x="50524" y="2374633"/>
                  </a:lnTo>
                  <a:lnTo>
                    <a:pt x="18946" y="2354283"/>
                  </a:lnTo>
                  <a:lnTo>
                    <a:pt x="96136" y="2236393"/>
                  </a:lnTo>
                  <a:lnTo>
                    <a:pt x="189465" y="2297443"/>
                  </a:lnTo>
                </a:path>
              </a:pathLst>
            </a:custGeom>
            <a:solidFill>
              <a:srgbClr val="F5E0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59" name="Rounded Rectangle 2">
              <a:extLst>
                <a:ext uri="{FF2B5EF4-FFF2-40B4-BE49-F238E27FC236}">
                  <a16:creationId xmlns:a16="http://schemas.microsoft.com/office/drawing/2014/main" id="{74C864B1-B06D-A4C7-C59D-84CAE6E04FD8}"/>
                </a:ext>
              </a:extLst>
            </p:cNvPr>
            <p:cNvSpPr/>
            <p:nvPr/>
          </p:nvSpPr>
          <p:spPr>
            <a:xfrm>
              <a:off x="2514763" y="3672709"/>
              <a:ext cx="3929259" cy="2371826"/>
            </a:xfrm>
            <a:custGeom>
              <a:avLst/>
              <a:gdLst/>
              <a:ahLst/>
              <a:cxnLst/>
              <a:rect l="0" t="0" r="0" b="0"/>
              <a:pathLst>
                <a:path w="3929259" h="2371826">
                  <a:moveTo>
                    <a:pt x="1981502" y="1306583"/>
                  </a:moveTo>
                  <a:lnTo>
                    <a:pt x="3248119" y="0"/>
                  </a:lnTo>
                  <a:lnTo>
                    <a:pt x="3327805" y="82202"/>
                  </a:lnTo>
                  <a:cubicBezTo>
                    <a:pt x="3485569" y="244947"/>
                    <a:pt x="3702554" y="336807"/>
                    <a:pt x="3929215" y="336807"/>
                  </a:cubicBezTo>
                  <a:lnTo>
                    <a:pt x="3929259" y="336807"/>
                  </a:lnTo>
                  <a:cubicBezTo>
                    <a:pt x="3884892" y="336807"/>
                    <a:pt x="3842417" y="354788"/>
                    <a:pt x="3811535" y="386644"/>
                  </a:cubicBezTo>
                  <a:lnTo>
                    <a:pt x="2465188" y="1775474"/>
                  </a:lnTo>
                  <a:cubicBezTo>
                    <a:pt x="2104364" y="2147683"/>
                    <a:pt x="1608100" y="2357772"/>
                    <a:pt x="1089706" y="2357772"/>
                  </a:cubicBezTo>
                  <a:lnTo>
                    <a:pt x="0" y="2357772"/>
                  </a:lnTo>
                  <a:lnTo>
                    <a:pt x="0" y="2357281"/>
                  </a:lnTo>
                  <a:lnTo>
                    <a:pt x="217097" y="2020943"/>
                  </a:lnTo>
                  <a:lnTo>
                    <a:pt x="0" y="1684605"/>
                  </a:lnTo>
                  <a:lnTo>
                    <a:pt x="0" y="1684117"/>
                  </a:lnTo>
                  <a:lnTo>
                    <a:pt x="1089706" y="1684117"/>
                  </a:lnTo>
                  <a:cubicBezTo>
                    <a:pt x="1425808" y="1684117"/>
                    <a:pt x="1747562" y="1547905"/>
                    <a:pt x="1981502" y="1306583"/>
                  </a:cubicBezTo>
                  <a:close/>
                  <a:moveTo>
                    <a:pt x="1981667" y="1306609"/>
                  </a:moveTo>
                  <a:cubicBezTo>
                    <a:pt x="2046928" y="1235735"/>
                    <a:pt x="2118503" y="1171176"/>
                    <a:pt x="2182360" y="1098899"/>
                  </a:cubicBezTo>
                  <a:cubicBezTo>
                    <a:pt x="2251831" y="1021008"/>
                    <a:pt x="2326915" y="948028"/>
                    <a:pt x="2400596" y="874347"/>
                  </a:cubicBezTo>
                  <a:cubicBezTo>
                    <a:pt x="2471470" y="803473"/>
                    <a:pt x="2537433" y="727687"/>
                    <a:pt x="2609710" y="658918"/>
                  </a:cubicBezTo>
                  <a:cubicBezTo>
                    <a:pt x="2679181" y="591553"/>
                    <a:pt x="2740231" y="515766"/>
                    <a:pt x="2811806" y="450506"/>
                  </a:cubicBezTo>
                  <a:cubicBezTo>
                    <a:pt x="2889698" y="378930"/>
                    <a:pt x="2961975" y="302442"/>
                    <a:pt x="3032148" y="223148"/>
                  </a:cubicBezTo>
                  <a:cubicBezTo>
                    <a:pt x="3100215" y="145256"/>
                    <a:pt x="3178808" y="76487"/>
                    <a:pt x="3248279" y="0"/>
                  </a:cubicBezTo>
                  <a:cubicBezTo>
                    <a:pt x="3274242" y="27367"/>
                    <a:pt x="3295996" y="61049"/>
                    <a:pt x="3327573" y="82101"/>
                  </a:cubicBezTo>
                  <a:cubicBezTo>
                    <a:pt x="3517039" y="207008"/>
                    <a:pt x="3702996" y="343142"/>
                    <a:pt x="3928951" y="336827"/>
                  </a:cubicBezTo>
                  <a:cubicBezTo>
                    <a:pt x="3886146" y="346651"/>
                    <a:pt x="3841937" y="354370"/>
                    <a:pt x="3811763" y="386649"/>
                  </a:cubicBezTo>
                  <a:cubicBezTo>
                    <a:pt x="3671418" y="538222"/>
                    <a:pt x="3514934" y="675759"/>
                    <a:pt x="3379501" y="832244"/>
                  </a:cubicBezTo>
                  <a:cubicBezTo>
                    <a:pt x="3248279" y="983816"/>
                    <a:pt x="3105127" y="1125564"/>
                    <a:pt x="2959870" y="1265207"/>
                  </a:cubicBezTo>
                  <a:cubicBezTo>
                    <a:pt x="2789351" y="1429411"/>
                    <a:pt x="2631463" y="1606947"/>
                    <a:pt x="2465155" y="1775361"/>
                  </a:cubicBezTo>
                  <a:cubicBezTo>
                    <a:pt x="2373229" y="1868690"/>
                    <a:pt x="2276391" y="1957107"/>
                    <a:pt x="2167624" y="2025876"/>
                  </a:cubicBezTo>
                  <a:cubicBezTo>
                    <a:pt x="2066576" y="2089733"/>
                    <a:pt x="1966931" y="2158502"/>
                    <a:pt x="1854655" y="2198500"/>
                  </a:cubicBezTo>
                  <a:cubicBezTo>
                    <a:pt x="1743783" y="2237796"/>
                    <a:pt x="1634314" y="2282005"/>
                    <a:pt x="1519231" y="2309372"/>
                  </a:cubicBezTo>
                  <a:cubicBezTo>
                    <a:pt x="1379588" y="2341652"/>
                    <a:pt x="1235033" y="2347265"/>
                    <a:pt x="1089776" y="2357791"/>
                  </a:cubicBezTo>
                  <a:cubicBezTo>
                    <a:pt x="899609" y="2371826"/>
                    <a:pt x="708039" y="2370422"/>
                    <a:pt x="517872" y="2357791"/>
                  </a:cubicBezTo>
                  <a:cubicBezTo>
                    <a:pt x="345248" y="2346564"/>
                    <a:pt x="172624" y="2363405"/>
                    <a:pt x="0" y="2357791"/>
                  </a:cubicBezTo>
                  <a:cubicBezTo>
                    <a:pt x="72277" y="2245515"/>
                    <a:pt x="134029" y="2125521"/>
                    <a:pt x="216832" y="2020964"/>
                  </a:cubicBezTo>
                  <a:cubicBezTo>
                    <a:pt x="142449" y="1910091"/>
                    <a:pt x="62453" y="1802728"/>
                    <a:pt x="0" y="1684838"/>
                  </a:cubicBezTo>
                  <a:cubicBezTo>
                    <a:pt x="94732" y="1692557"/>
                    <a:pt x="190868" y="1692557"/>
                    <a:pt x="286303" y="1684136"/>
                  </a:cubicBezTo>
                  <a:cubicBezTo>
                    <a:pt x="367703" y="1676417"/>
                    <a:pt x="449804" y="1679926"/>
                    <a:pt x="531906" y="1684136"/>
                  </a:cubicBezTo>
                  <a:cubicBezTo>
                    <a:pt x="617516" y="1688347"/>
                    <a:pt x="703828" y="1696767"/>
                    <a:pt x="788737" y="1684136"/>
                  </a:cubicBezTo>
                  <a:cubicBezTo>
                    <a:pt x="887680" y="1669400"/>
                    <a:pt x="989430" y="1679224"/>
                    <a:pt x="1089776" y="1684136"/>
                  </a:cubicBezTo>
                  <a:cubicBezTo>
                    <a:pt x="1241349" y="1691855"/>
                    <a:pt x="1392921" y="1662383"/>
                    <a:pt x="1530459" y="1603438"/>
                  </a:cubicBezTo>
                  <a:cubicBezTo>
                    <a:pt x="1696066" y="1532564"/>
                    <a:pt x="1861673" y="1446252"/>
                    <a:pt x="1981667" y="1306609"/>
                  </a:cubicBezTo>
                </a:path>
              </a:pathLst>
            </a:custGeom>
            <a:noFill/>
            <a:ln w="2105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0" name="Rounded Rectangle 3">
              <a:extLst>
                <a:ext uri="{FF2B5EF4-FFF2-40B4-BE49-F238E27FC236}">
                  <a16:creationId xmlns:a16="http://schemas.microsoft.com/office/drawing/2014/main" id="{2F33B26A-937C-7F2E-B08C-80E6AC86DED0}"/>
                </a:ext>
              </a:extLst>
            </p:cNvPr>
            <p:cNvSpPr/>
            <p:nvPr/>
          </p:nvSpPr>
          <p:spPr>
            <a:xfrm>
              <a:off x="2544235" y="3771518"/>
              <a:ext cx="2617429" cy="1268014"/>
            </a:xfrm>
            <a:custGeom>
              <a:avLst/>
              <a:gdLst/>
              <a:ahLst/>
              <a:cxnLst/>
              <a:rect l="0" t="0" r="0" b="0"/>
              <a:pathLst>
                <a:path w="2617429" h="1268014">
                  <a:moveTo>
                    <a:pt x="2617429" y="235779"/>
                  </a:moveTo>
                  <a:lnTo>
                    <a:pt x="2613219" y="218236"/>
                  </a:lnTo>
                  <a:lnTo>
                    <a:pt x="2455331" y="166308"/>
                  </a:lnTo>
                  <a:lnTo>
                    <a:pt x="2481996" y="270865"/>
                  </a:lnTo>
                  <a:lnTo>
                    <a:pt x="2617429" y="235779"/>
                  </a:lnTo>
                  <a:moveTo>
                    <a:pt x="2455331" y="166308"/>
                  </a:moveTo>
                  <a:lnTo>
                    <a:pt x="2291127" y="299636"/>
                  </a:lnTo>
                  <a:lnTo>
                    <a:pt x="2484102" y="323494"/>
                  </a:lnTo>
                  <a:lnTo>
                    <a:pt x="2613219" y="218236"/>
                  </a:lnTo>
                  <a:lnTo>
                    <a:pt x="2455331" y="166308"/>
                  </a:lnTo>
                  <a:moveTo>
                    <a:pt x="2484102" y="323494"/>
                  </a:moveTo>
                  <a:lnTo>
                    <a:pt x="2406912" y="219639"/>
                  </a:lnTo>
                  <a:lnTo>
                    <a:pt x="2246919" y="239989"/>
                  </a:lnTo>
                  <a:lnTo>
                    <a:pt x="2291127" y="299636"/>
                  </a:lnTo>
                  <a:lnTo>
                    <a:pt x="2484102" y="323494"/>
                  </a:lnTo>
                  <a:moveTo>
                    <a:pt x="2246919" y="239989"/>
                  </a:moveTo>
                  <a:lnTo>
                    <a:pt x="2168326" y="432261"/>
                  </a:lnTo>
                  <a:lnTo>
                    <a:pt x="2322003" y="427349"/>
                  </a:lnTo>
                  <a:lnTo>
                    <a:pt x="2406912" y="219639"/>
                  </a:lnTo>
                  <a:lnTo>
                    <a:pt x="2246919" y="239989"/>
                  </a:lnTo>
                  <a:moveTo>
                    <a:pt x="2322003" y="427349"/>
                  </a:moveTo>
                  <a:lnTo>
                    <a:pt x="2180255" y="138941"/>
                  </a:lnTo>
                  <a:lnTo>
                    <a:pt x="2038507" y="169115"/>
                  </a:lnTo>
                  <a:lnTo>
                    <a:pt x="2168326" y="432261"/>
                  </a:lnTo>
                  <a:lnTo>
                    <a:pt x="2322003" y="427349"/>
                  </a:lnTo>
                  <a:moveTo>
                    <a:pt x="2038507" y="169115"/>
                  </a:moveTo>
                  <a:lnTo>
                    <a:pt x="2026578" y="565589"/>
                  </a:lnTo>
                  <a:lnTo>
                    <a:pt x="2167624" y="548046"/>
                  </a:lnTo>
                  <a:lnTo>
                    <a:pt x="2180255" y="138941"/>
                  </a:lnTo>
                  <a:lnTo>
                    <a:pt x="2038507" y="169115"/>
                  </a:lnTo>
                  <a:moveTo>
                    <a:pt x="2167624" y="548046"/>
                  </a:moveTo>
                  <a:lnTo>
                    <a:pt x="2011841" y="0"/>
                  </a:lnTo>
                  <a:lnTo>
                    <a:pt x="1873602" y="26665"/>
                  </a:lnTo>
                  <a:lnTo>
                    <a:pt x="2026578" y="565589"/>
                  </a:lnTo>
                  <a:lnTo>
                    <a:pt x="2167624" y="548046"/>
                  </a:lnTo>
                  <a:moveTo>
                    <a:pt x="1873602" y="26665"/>
                  </a:moveTo>
                  <a:lnTo>
                    <a:pt x="1941669" y="675058"/>
                  </a:lnTo>
                  <a:lnTo>
                    <a:pt x="2078505" y="637165"/>
                  </a:lnTo>
                  <a:lnTo>
                    <a:pt x="2011841" y="0"/>
                  </a:lnTo>
                  <a:lnTo>
                    <a:pt x="1873602" y="26665"/>
                  </a:lnTo>
                  <a:moveTo>
                    <a:pt x="2078505" y="637165"/>
                  </a:moveTo>
                  <a:lnTo>
                    <a:pt x="1789395" y="4210"/>
                  </a:lnTo>
                  <a:lnTo>
                    <a:pt x="1656769" y="51927"/>
                  </a:lnTo>
                  <a:lnTo>
                    <a:pt x="1941669" y="675058"/>
                  </a:lnTo>
                  <a:lnTo>
                    <a:pt x="2078505" y="637165"/>
                  </a:lnTo>
                  <a:moveTo>
                    <a:pt x="1656769" y="51927"/>
                  </a:moveTo>
                  <a:lnTo>
                    <a:pt x="1854655" y="803473"/>
                  </a:lnTo>
                  <a:lnTo>
                    <a:pt x="1987281" y="756458"/>
                  </a:lnTo>
                  <a:lnTo>
                    <a:pt x="1789395" y="4210"/>
                  </a:lnTo>
                  <a:lnTo>
                    <a:pt x="1656769" y="51927"/>
                  </a:lnTo>
                  <a:moveTo>
                    <a:pt x="1987281" y="756458"/>
                  </a:moveTo>
                  <a:lnTo>
                    <a:pt x="1687645" y="94732"/>
                  </a:lnTo>
                  <a:lnTo>
                    <a:pt x="1553616" y="137537"/>
                  </a:lnTo>
                  <a:lnTo>
                    <a:pt x="1854655" y="803473"/>
                  </a:lnTo>
                  <a:lnTo>
                    <a:pt x="1987281" y="756458"/>
                  </a:lnTo>
                  <a:moveTo>
                    <a:pt x="1553616" y="137537"/>
                  </a:moveTo>
                  <a:lnTo>
                    <a:pt x="1707995" y="917152"/>
                  </a:lnTo>
                  <a:lnTo>
                    <a:pt x="1842726" y="877154"/>
                  </a:lnTo>
                  <a:lnTo>
                    <a:pt x="1687645" y="94732"/>
                  </a:lnTo>
                  <a:lnTo>
                    <a:pt x="1553616" y="137537"/>
                  </a:lnTo>
                  <a:moveTo>
                    <a:pt x="1842726" y="877154"/>
                  </a:moveTo>
                  <a:lnTo>
                    <a:pt x="1590807" y="252620"/>
                  </a:lnTo>
                  <a:lnTo>
                    <a:pt x="1454673" y="290513"/>
                  </a:lnTo>
                  <a:lnTo>
                    <a:pt x="1707995" y="917152"/>
                  </a:lnTo>
                  <a:lnTo>
                    <a:pt x="1842726" y="877154"/>
                  </a:lnTo>
                  <a:moveTo>
                    <a:pt x="1454673" y="290513"/>
                  </a:moveTo>
                  <a:lnTo>
                    <a:pt x="1578176" y="1035042"/>
                  </a:lnTo>
                  <a:lnTo>
                    <a:pt x="1714311" y="998552"/>
                  </a:lnTo>
                  <a:lnTo>
                    <a:pt x="1590807" y="252620"/>
                  </a:lnTo>
                  <a:lnTo>
                    <a:pt x="1454673" y="290513"/>
                  </a:lnTo>
                  <a:moveTo>
                    <a:pt x="1714311" y="998552"/>
                  </a:moveTo>
                  <a:lnTo>
                    <a:pt x="1459585" y="327704"/>
                  </a:lnTo>
                  <a:lnTo>
                    <a:pt x="1324152" y="366299"/>
                  </a:lnTo>
                  <a:lnTo>
                    <a:pt x="1578176" y="1035042"/>
                  </a:lnTo>
                  <a:lnTo>
                    <a:pt x="1714311" y="998552"/>
                  </a:lnTo>
                  <a:moveTo>
                    <a:pt x="1324152" y="366299"/>
                  </a:moveTo>
                  <a:lnTo>
                    <a:pt x="1470812" y="1117845"/>
                  </a:lnTo>
                  <a:lnTo>
                    <a:pt x="1605543" y="1074339"/>
                  </a:lnTo>
                  <a:lnTo>
                    <a:pt x="1459585" y="327704"/>
                  </a:lnTo>
                  <a:lnTo>
                    <a:pt x="1324152" y="366299"/>
                  </a:lnTo>
                  <a:moveTo>
                    <a:pt x="1605543" y="1074339"/>
                  </a:moveTo>
                  <a:lnTo>
                    <a:pt x="1320644" y="454716"/>
                  </a:lnTo>
                  <a:lnTo>
                    <a:pt x="1185913" y="497522"/>
                  </a:lnTo>
                  <a:lnTo>
                    <a:pt x="1470812" y="1117845"/>
                  </a:lnTo>
                  <a:lnTo>
                    <a:pt x="1605543" y="1074339"/>
                  </a:lnTo>
                  <a:moveTo>
                    <a:pt x="1185913" y="497522"/>
                  </a:moveTo>
                  <a:lnTo>
                    <a:pt x="1317135" y="1216788"/>
                  </a:lnTo>
                  <a:lnTo>
                    <a:pt x="1452568" y="1178194"/>
                  </a:lnTo>
                  <a:lnTo>
                    <a:pt x="1320644" y="454716"/>
                  </a:lnTo>
                  <a:lnTo>
                    <a:pt x="1185913" y="497522"/>
                  </a:lnTo>
                  <a:moveTo>
                    <a:pt x="1452568" y="1178194"/>
                  </a:moveTo>
                  <a:lnTo>
                    <a:pt x="1198544" y="531204"/>
                  </a:lnTo>
                  <a:lnTo>
                    <a:pt x="1063111" y="569799"/>
                  </a:lnTo>
                  <a:lnTo>
                    <a:pt x="1317135" y="1216788"/>
                  </a:lnTo>
                  <a:lnTo>
                    <a:pt x="1452568" y="1178194"/>
                  </a:lnTo>
                  <a:moveTo>
                    <a:pt x="1063111" y="569799"/>
                  </a:moveTo>
                  <a:lnTo>
                    <a:pt x="1190123" y="1243454"/>
                  </a:lnTo>
                  <a:lnTo>
                    <a:pt x="1325556" y="1204859"/>
                  </a:lnTo>
                  <a:lnTo>
                    <a:pt x="1198544" y="531204"/>
                  </a:lnTo>
                  <a:lnTo>
                    <a:pt x="1063111" y="569799"/>
                  </a:lnTo>
                  <a:moveTo>
                    <a:pt x="1325556" y="1204859"/>
                  </a:moveTo>
                  <a:lnTo>
                    <a:pt x="1069426" y="543835"/>
                  </a:lnTo>
                  <a:lnTo>
                    <a:pt x="931187" y="575413"/>
                  </a:lnTo>
                  <a:lnTo>
                    <a:pt x="1190123" y="1243454"/>
                  </a:lnTo>
                  <a:lnTo>
                    <a:pt x="1325556" y="1204859"/>
                  </a:lnTo>
                  <a:moveTo>
                    <a:pt x="931187" y="575413"/>
                  </a:moveTo>
                  <a:lnTo>
                    <a:pt x="991535" y="1261699"/>
                  </a:lnTo>
                  <a:lnTo>
                    <a:pt x="1129775" y="1231525"/>
                  </a:lnTo>
                  <a:lnTo>
                    <a:pt x="1069426" y="543835"/>
                  </a:lnTo>
                  <a:lnTo>
                    <a:pt x="931187" y="575413"/>
                  </a:lnTo>
                  <a:moveTo>
                    <a:pt x="1129775" y="1231525"/>
                  </a:moveTo>
                  <a:lnTo>
                    <a:pt x="889083" y="547344"/>
                  </a:lnTo>
                  <a:lnTo>
                    <a:pt x="751546" y="578922"/>
                  </a:lnTo>
                  <a:lnTo>
                    <a:pt x="991535" y="1261699"/>
                  </a:lnTo>
                  <a:lnTo>
                    <a:pt x="1129775" y="1231525"/>
                  </a:lnTo>
                  <a:moveTo>
                    <a:pt x="751546" y="578922"/>
                  </a:moveTo>
                  <a:lnTo>
                    <a:pt x="830840" y="1263804"/>
                  </a:lnTo>
                  <a:lnTo>
                    <a:pt x="967677" y="1229419"/>
                  </a:lnTo>
                  <a:lnTo>
                    <a:pt x="889083" y="547344"/>
                  </a:lnTo>
                  <a:lnTo>
                    <a:pt x="751546" y="578922"/>
                  </a:lnTo>
                  <a:moveTo>
                    <a:pt x="967677" y="1229419"/>
                  </a:moveTo>
                  <a:lnTo>
                    <a:pt x="701022" y="550853"/>
                  </a:lnTo>
                  <a:lnTo>
                    <a:pt x="565589" y="589447"/>
                  </a:lnTo>
                  <a:lnTo>
                    <a:pt x="830840" y="1263804"/>
                  </a:lnTo>
                  <a:lnTo>
                    <a:pt x="967677" y="1229419"/>
                  </a:lnTo>
                  <a:moveTo>
                    <a:pt x="565589" y="589447"/>
                  </a:moveTo>
                  <a:lnTo>
                    <a:pt x="692601" y="1268014"/>
                  </a:lnTo>
                  <a:lnTo>
                    <a:pt x="828034" y="1230823"/>
                  </a:lnTo>
                  <a:lnTo>
                    <a:pt x="701022" y="550853"/>
                  </a:lnTo>
                  <a:lnTo>
                    <a:pt x="565589" y="589447"/>
                  </a:lnTo>
                  <a:moveTo>
                    <a:pt x="828034" y="1230823"/>
                  </a:moveTo>
                  <a:lnTo>
                    <a:pt x="578922" y="552256"/>
                  </a:lnTo>
                  <a:lnTo>
                    <a:pt x="440682" y="582430"/>
                  </a:lnTo>
                  <a:lnTo>
                    <a:pt x="692601" y="1268014"/>
                  </a:lnTo>
                  <a:lnTo>
                    <a:pt x="828034" y="1230823"/>
                  </a:lnTo>
                  <a:moveTo>
                    <a:pt x="440682" y="582430"/>
                  </a:moveTo>
                  <a:lnTo>
                    <a:pt x="578922" y="552256"/>
                  </a:lnTo>
                  <a:lnTo>
                    <a:pt x="634358" y="1195737"/>
                  </a:lnTo>
                  <a:lnTo>
                    <a:pt x="496118" y="1226613"/>
                  </a:lnTo>
                  <a:lnTo>
                    <a:pt x="440682" y="582430"/>
                  </a:lnTo>
                  <a:moveTo>
                    <a:pt x="634358" y="1195737"/>
                  </a:moveTo>
                  <a:lnTo>
                    <a:pt x="395070" y="542432"/>
                  </a:lnTo>
                  <a:lnTo>
                    <a:pt x="257532" y="574711"/>
                  </a:lnTo>
                  <a:lnTo>
                    <a:pt x="496118" y="1226613"/>
                  </a:lnTo>
                  <a:lnTo>
                    <a:pt x="634358" y="1195737"/>
                  </a:lnTo>
                  <a:moveTo>
                    <a:pt x="257532" y="574711"/>
                  </a:moveTo>
                  <a:lnTo>
                    <a:pt x="335423" y="1230121"/>
                  </a:lnTo>
                  <a:lnTo>
                    <a:pt x="472260" y="1192930"/>
                  </a:lnTo>
                  <a:lnTo>
                    <a:pt x="395070" y="542432"/>
                  </a:lnTo>
                  <a:lnTo>
                    <a:pt x="257532" y="574711"/>
                  </a:lnTo>
                  <a:moveTo>
                    <a:pt x="472260" y="1192930"/>
                  </a:moveTo>
                  <a:lnTo>
                    <a:pt x="207710" y="594359"/>
                  </a:lnTo>
                  <a:lnTo>
                    <a:pt x="70874" y="632253"/>
                  </a:lnTo>
                  <a:lnTo>
                    <a:pt x="335423" y="1230121"/>
                  </a:lnTo>
                  <a:lnTo>
                    <a:pt x="472260" y="1192930"/>
                  </a:lnTo>
                  <a:moveTo>
                    <a:pt x="70874" y="632253"/>
                  </a:moveTo>
                  <a:lnTo>
                    <a:pt x="149467" y="1264506"/>
                  </a:lnTo>
                  <a:lnTo>
                    <a:pt x="286303" y="1230121"/>
                  </a:lnTo>
                  <a:lnTo>
                    <a:pt x="207710" y="594359"/>
                  </a:lnTo>
                  <a:lnTo>
                    <a:pt x="70874" y="632253"/>
                  </a:lnTo>
                  <a:moveTo>
                    <a:pt x="286303" y="1230121"/>
                  </a:moveTo>
                  <a:lnTo>
                    <a:pt x="199289" y="1005570"/>
                  </a:lnTo>
                  <a:lnTo>
                    <a:pt x="55436" y="1024516"/>
                  </a:lnTo>
                  <a:lnTo>
                    <a:pt x="149467" y="1264506"/>
                  </a:lnTo>
                  <a:lnTo>
                    <a:pt x="286303" y="1230121"/>
                  </a:lnTo>
                  <a:moveTo>
                    <a:pt x="55436" y="1024516"/>
                  </a:moveTo>
                  <a:lnTo>
                    <a:pt x="31577" y="1249068"/>
                  </a:lnTo>
                  <a:lnTo>
                    <a:pt x="174729" y="1235033"/>
                  </a:lnTo>
                  <a:lnTo>
                    <a:pt x="199289" y="1005570"/>
                  </a:lnTo>
                  <a:lnTo>
                    <a:pt x="55436" y="1024516"/>
                  </a:lnTo>
                  <a:moveTo>
                    <a:pt x="174729" y="1235033"/>
                  </a:moveTo>
                  <a:lnTo>
                    <a:pt x="134029" y="1104513"/>
                  </a:lnTo>
                  <a:lnTo>
                    <a:pt x="0" y="1145914"/>
                  </a:lnTo>
                  <a:lnTo>
                    <a:pt x="31577" y="1249068"/>
                  </a:lnTo>
                  <a:lnTo>
                    <a:pt x="174729" y="1235033"/>
                  </a:lnTo>
                </a:path>
              </a:pathLst>
            </a:custGeom>
            <a:solidFill>
              <a:srgbClr val="FFD7E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1" name="Rounded Rectangle 4">
              <a:extLst>
                <a:ext uri="{FF2B5EF4-FFF2-40B4-BE49-F238E27FC236}">
                  <a16:creationId xmlns:a16="http://schemas.microsoft.com/office/drawing/2014/main" id="{C5FC7092-032E-42F5-86B6-FB66F6FBEFD9}"/>
                </a:ext>
              </a:extLst>
            </p:cNvPr>
            <p:cNvSpPr/>
            <p:nvPr/>
          </p:nvSpPr>
          <p:spPr>
            <a:xfrm>
              <a:off x="2514763" y="3672575"/>
              <a:ext cx="2629618" cy="1352221"/>
            </a:xfrm>
            <a:custGeom>
              <a:avLst/>
              <a:gdLst/>
              <a:ahLst/>
              <a:cxnLst/>
              <a:rect l="0" t="0" r="0" b="0"/>
              <a:pathLst>
                <a:path w="2629618" h="1352221">
                  <a:moveTo>
                    <a:pt x="2629618" y="336935"/>
                  </a:moveTo>
                  <a:cubicBezTo>
                    <a:pt x="2348612" y="336935"/>
                    <a:pt x="2079600" y="223064"/>
                    <a:pt x="1883992" y="21316"/>
                  </a:cubicBezTo>
                  <a:lnTo>
                    <a:pt x="1863324" y="0"/>
                  </a:lnTo>
                  <a:lnTo>
                    <a:pt x="1317772" y="562833"/>
                  </a:lnTo>
                  <a:cubicBezTo>
                    <a:pt x="1249043" y="633740"/>
                    <a:pt x="1154510" y="673762"/>
                    <a:pt x="1055760" y="673762"/>
                  </a:cubicBezTo>
                  <a:lnTo>
                    <a:pt x="0" y="673762"/>
                  </a:lnTo>
                  <a:lnTo>
                    <a:pt x="0" y="674252"/>
                  </a:lnTo>
                  <a:lnTo>
                    <a:pt x="217097" y="1010590"/>
                  </a:lnTo>
                  <a:lnTo>
                    <a:pt x="0" y="1346927"/>
                  </a:lnTo>
                  <a:lnTo>
                    <a:pt x="0" y="1347417"/>
                  </a:lnTo>
                  <a:lnTo>
                    <a:pt x="1055760" y="1347417"/>
                  </a:lnTo>
                  <a:cubicBezTo>
                    <a:pt x="1336816" y="1347417"/>
                    <a:pt x="1605872" y="1233506"/>
                    <a:pt x="1801486" y="1031695"/>
                  </a:cubicBezTo>
                  <a:lnTo>
                    <a:pt x="2367391" y="447864"/>
                  </a:lnTo>
                  <a:cubicBezTo>
                    <a:pt x="2436120" y="376958"/>
                    <a:pt x="2530653" y="336935"/>
                    <a:pt x="2629403" y="336935"/>
                  </a:cubicBezTo>
                  <a:lnTo>
                    <a:pt x="2629618" y="336935"/>
                  </a:lnTo>
                  <a:close/>
                  <a:moveTo>
                    <a:pt x="2629358" y="336827"/>
                  </a:moveTo>
                  <a:cubicBezTo>
                    <a:pt x="2480593" y="327704"/>
                    <a:pt x="2330424" y="312968"/>
                    <a:pt x="2200605" y="244199"/>
                  </a:cubicBezTo>
                  <a:cubicBezTo>
                    <a:pt x="2086926" y="183851"/>
                    <a:pt x="1983772" y="107363"/>
                    <a:pt x="1884128" y="21051"/>
                  </a:cubicBezTo>
                  <a:cubicBezTo>
                    <a:pt x="1876409" y="14736"/>
                    <a:pt x="1869392" y="7718"/>
                    <a:pt x="1863076" y="0"/>
                  </a:cubicBezTo>
                  <a:cubicBezTo>
                    <a:pt x="1677119" y="183149"/>
                    <a:pt x="1503793" y="379632"/>
                    <a:pt x="1317837" y="562782"/>
                  </a:cubicBezTo>
                  <a:cubicBezTo>
                    <a:pt x="1247664" y="632253"/>
                    <a:pt x="1154335" y="679268"/>
                    <a:pt x="1056094" y="673654"/>
                  </a:cubicBezTo>
                  <a:cubicBezTo>
                    <a:pt x="966975" y="668742"/>
                    <a:pt x="878558" y="681373"/>
                    <a:pt x="790140" y="673654"/>
                  </a:cubicBezTo>
                  <a:cubicBezTo>
                    <a:pt x="701723" y="665935"/>
                    <a:pt x="612604" y="668742"/>
                    <a:pt x="524187" y="673654"/>
                  </a:cubicBezTo>
                  <a:cubicBezTo>
                    <a:pt x="432261" y="679268"/>
                    <a:pt x="339634" y="665234"/>
                    <a:pt x="247708" y="673654"/>
                  </a:cubicBezTo>
                  <a:cubicBezTo>
                    <a:pt x="165606" y="681373"/>
                    <a:pt x="82101" y="663830"/>
                    <a:pt x="0" y="673654"/>
                  </a:cubicBezTo>
                  <a:cubicBezTo>
                    <a:pt x="68067" y="789439"/>
                    <a:pt x="143853" y="898908"/>
                    <a:pt x="216832" y="1010482"/>
                  </a:cubicBezTo>
                  <a:cubicBezTo>
                    <a:pt x="142449" y="1121354"/>
                    <a:pt x="72979" y="1235735"/>
                    <a:pt x="0" y="1346607"/>
                  </a:cubicBezTo>
                  <a:cubicBezTo>
                    <a:pt x="173325" y="1344502"/>
                    <a:pt x="346651" y="1345906"/>
                    <a:pt x="520679" y="1347309"/>
                  </a:cubicBezTo>
                  <a:cubicBezTo>
                    <a:pt x="698916" y="1349414"/>
                    <a:pt x="877154" y="1352221"/>
                    <a:pt x="1056094" y="1347309"/>
                  </a:cubicBezTo>
                  <a:cubicBezTo>
                    <a:pt x="1199947" y="1343800"/>
                    <a:pt x="1340994" y="1315731"/>
                    <a:pt x="1471514" y="1260295"/>
                  </a:cubicBezTo>
                  <a:cubicBezTo>
                    <a:pt x="1595018" y="1208368"/>
                    <a:pt x="1704486" y="1127670"/>
                    <a:pt x="1801324" y="1031533"/>
                  </a:cubicBezTo>
                  <a:cubicBezTo>
                    <a:pt x="1905179" y="929783"/>
                    <a:pt x="2002719" y="821016"/>
                    <a:pt x="2105872" y="717863"/>
                  </a:cubicBezTo>
                  <a:cubicBezTo>
                    <a:pt x="2194290" y="628744"/>
                    <a:pt x="2282707" y="540327"/>
                    <a:pt x="2367615" y="447699"/>
                  </a:cubicBezTo>
                  <a:cubicBezTo>
                    <a:pt x="2433577" y="374720"/>
                    <a:pt x="2531819" y="324898"/>
                    <a:pt x="2629358" y="336827"/>
                  </a:cubicBezTo>
                </a:path>
              </a:pathLst>
            </a:custGeom>
            <a:noFill/>
            <a:ln w="2105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2" name="Rounded Rectangle 5">
              <a:extLst>
                <a:ext uri="{FF2B5EF4-FFF2-40B4-BE49-F238E27FC236}">
                  <a16:creationId xmlns:a16="http://schemas.microsoft.com/office/drawing/2014/main" id="{5DC2C0DD-50DE-FE80-9ACA-B0C58ACFF888}"/>
                </a:ext>
              </a:extLst>
            </p:cNvPr>
            <p:cNvSpPr/>
            <p:nvPr/>
          </p:nvSpPr>
          <p:spPr>
            <a:xfrm>
              <a:off x="2523450" y="3309196"/>
              <a:ext cx="1788693" cy="716459"/>
            </a:xfrm>
            <a:custGeom>
              <a:avLst/>
              <a:gdLst/>
              <a:ahLst/>
              <a:cxnLst/>
              <a:rect l="0" t="0" r="0" b="0"/>
              <a:pathLst>
                <a:path w="1788693" h="716459">
                  <a:moveTo>
                    <a:pt x="0" y="684882"/>
                  </a:moveTo>
                  <a:lnTo>
                    <a:pt x="21753" y="712249"/>
                  </a:lnTo>
                  <a:lnTo>
                    <a:pt x="181044" y="685584"/>
                  </a:lnTo>
                  <a:lnTo>
                    <a:pt x="108767" y="596465"/>
                  </a:lnTo>
                  <a:lnTo>
                    <a:pt x="0" y="684882"/>
                  </a:lnTo>
                  <a:moveTo>
                    <a:pt x="181044" y="685584"/>
                  </a:moveTo>
                  <a:lnTo>
                    <a:pt x="263146" y="456822"/>
                  </a:lnTo>
                  <a:lnTo>
                    <a:pt x="119293" y="443489"/>
                  </a:lnTo>
                  <a:lnTo>
                    <a:pt x="21753" y="712249"/>
                  </a:lnTo>
                  <a:lnTo>
                    <a:pt x="181044" y="685584"/>
                  </a:lnTo>
                  <a:moveTo>
                    <a:pt x="119293" y="443489"/>
                  </a:moveTo>
                  <a:lnTo>
                    <a:pt x="161396" y="704530"/>
                  </a:lnTo>
                  <a:lnTo>
                    <a:pt x="302442" y="698215"/>
                  </a:lnTo>
                  <a:lnTo>
                    <a:pt x="263146" y="456822"/>
                  </a:lnTo>
                  <a:lnTo>
                    <a:pt x="119293" y="443489"/>
                  </a:lnTo>
                  <a:moveTo>
                    <a:pt x="302442" y="698215"/>
                  </a:moveTo>
                  <a:lnTo>
                    <a:pt x="357879" y="19648"/>
                  </a:lnTo>
                  <a:lnTo>
                    <a:pt x="216130" y="24560"/>
                  </a:lnTo>
                  <a:lnTo>
                    <a:pt x="161396" y="704530"/>
                  </a:lnTo>
                  <a:lnTo>
                    <a:pt x="302442" y="698215"/>
                  </a:lnTo>
                  <a:moveTo>
                    <a:pt x="216130" y="24560"/>
                  </a:moveTo>
                  <a:lnTo>
                    <a:pt x="318582" y="673654"/>
                  </a:lnTo>
                  <a:lnTo>
                    <a:pt x="459629" y="666637"/>
                  </a:lnTo>
                  <a:lnTo>
                    <a:pt x="357879" y="19648"/>
                  </a:lnTo>
                  <a:lnTo>
                    <a:pt x="216130" y="24560"/>
                  </a:lnTo>
                  <a:moveTo>
                    <a:pt x="459629" y="666637"/>
                  </a:moveTo>
                  <a:lnTo>
                    <a:pt x="493311" y="33682"/>
                  </a:lnTo>
                  <a:lnTo>
                    <a:pt x="352265" y="39998"/>
                  </a:lnTo>
                  <a:lnTo>
                    <a:pt x="318582" y="673654"/>
                  </a:lnTo>
                  <a:lnTo>
                    <a:pt x="459629" y="666637"/>
                  </a:lnTo>
                  <a:moveTo>
                    <a:pt x="352265" y="39998"/>
                  </a:moveTo>
                  <a:lnTo>
                    <a:pt x="444191" y="682777"/>
                  </a:lnTo>
                  <a:lnTo>
                    <a:pt x="585939" y="682075"/>
                  </a:lnTo>
                  <a:lnTo>
                    <a:pt x="493311" y="33682"/>
                  </a:lnTo>
                  <a:lnTo>
                    <a:pt x="352265" y="39998"/>
                  </a:lnTo>
                  <a:moveTo>
                    <a:pt x="585939" y="682075"/>
                  </a:moveTo>
                  <a:lnTo>
                    <a:pt x="673654" y="33682"/>
                  </a:lnTo>
                  <a:lnTo>
                    <a:pt x="531906" y="34384"/>
                  </a:lnTo>
                  <a:lnTo>
                    <a:pt x="444191" y="682777"/>
                  </a:lnTo>
                  <a:lnTo>
                    <a:pt x="585939" y="682075"/>
                  </a:lnTo>
                  <a:moveTo>
                    <a:pt x="531906" y="34384"/>
                  </a:moveTo>
                  <a:lnTo>
                    <a:pt x="622428" y="665935"/>
                  </a:lnTo>
                  <a:lnTo>
                    <a:pt x="763475" y="657515"/>
                  </a:lnTo>
                  <a:lnTo>
                    <a:pt x="673654" y="33682"/>
                  </a:lnTo>
                  <a:lnTo>
                    <a:pt x="531906" y="34384"/>
                  </a:lnTo>
                  <a:moveTo>
                    <a:pt x="763475" y="657515"/>
                  </a:moveTo>
                  <a:lnTo>
                    <a:pt x="777509" y="0"/>
                  </a:lnTo>
                  <a:lnTo>
                    <a:pt x="636463" y="15437"/>
                  </a:lnTo>
                  <a:lnTo>
                    <a:pt x="622428" y="665935"/>
                  </a:lnTo>
                  <a:lnTo>
                    <a:pt x="763475" y="657515"/>
                  </a:lnTo>
                  <a:moveTo>
                    <a:pt x="636463" y="15437"/>
                  </a:moveTo>
                  <a:lnTo>
                    <a:pt x="800666" y="701022"/>
                  </a:lnTo>
                  <a:lnTo>
                    <a:pt x="942414" y="689794"/>
                  </a:lnTo>
                  <a:lnTo>
                    <a:pt x="777509" y="0"/>
                  </a:lnTo>
                  <a:lnTo>
                    <a:pt x="636463" y="15437"/>
                  </a:lnTo>
                  <a:moveTo>
                    <a:pt x="942414" y="689794"/>
                  </a:moveTo>
                  <a:lnTo>
                    <a:pt x="991535" y="47015"/>
                  </a:lnTo>
                  <a:lnTo>
                    <a:pt x="851190" y="48418"/>
                  </a:lnTo>
                  <a:lnTo>
                    <a:pt x="800666" y="701022"/>
                  </a:lnTo>
                  <a:lnTo>
                    <a:pt x="942414" y="689794"/>
                  </a:lnTo>
                  <a:moveTo>
                    <a:pt x="851190" y="48418"/>
                  </a:moveTo>
                  <a:lnTo>
                    <a:pt x="912942" y="698916"/>
                  </a:lnTo>
                  <a:lnTo>
                    <a:pt x="1053989" y="700320"/>
                  </a:lnTo>
                  <a:lnTo>
                    <a:pt x="991535" y="47015"/>
                  </a:lnTo>
                  <a:lnTo>
                    <a:pt x="851190" y="48418"/>
                  </a:lnTo>
                  <a:moveTo>
                    <a:pt x="1053989" y="700320"/>
                  </a:moveTo>
                  <a:lnTo>
                    <a:pt x="1125564" y="59646"/>
                  </a:lnTo>
                  <a:lnTo>
                    <a:pt x="983816" y="68768"/>
                  </a:lnTo>
                  <a:lnTo>
                    <a:pt x="912942" y="698916"/>
                  </a:lnTo>
                  <a:lnTo>
                    <a:pt x="1053989" y="700320"/>
                  </a:lnTo>
                  <a:moveTo>
                    <a:pt x="983816" y="68768"/>
                  </a:moveTo>
                  <a:lnTo>
                    <a:pt x="1133283" y="706635"/>
                  </a:lnTo>
                  <a:lnTo>
                    <a:pt x="1274330" y="692601"/>
                  </a:lnTo>
                  <a:lnTo>
                    <a:pt x="1125564" y="59646"/>
                  </a:lnTo>
                  <a:lnTo>
                    <a:pt x="983816" y="68768"/>
                  </a:lnTo>
                  <a:moveTo>
                    <a:pt x="1274330" y="692601"/>
                  </a:moveTo>
                  <a:lnTo>
                    <a:pt x="1296785" y="25262"/>
                  </a:lnTo>
                  <a:lnTo>
                    <a:pt x="1155738" y="32279"/>
                  </a:lnTo>
                  <a:lnTo>
                    <a:pt x="1133283" y="706635"/>
                  </a:lnTo>
                  <a:lnTo>
                    <a:pt x="1274330" y="692601"/>
                  </a:lnTo>
                  <a:moveTo>
                    <a:pt x="1155738" y="32279"/>
                  </a:moveTo>
                  <a:lnTo>
                    <a:pt x="1245559" y="716459"/>
                  </a:lnTo>
                  <a:lnTo>
                    <a:pt x="1386606" y="712951"/>
                  </a:lnTo>
                  <a:lnTo>
                    <a:pt x="1296785" y="25262"/>
                  </a:lnTo>
                  <a:lnTo>
                    <a:pt x="1155738" y="32279"/>
                  </a:lnTo>
                  <a:moveTo>
                    <a:pt x="1386606" y="712951"/>
                  </a:moveTo>
                  <a:lnTo>
                    <a:pt x="1437831" y="49120"/>
                  </a:lnTo>
                  <a:lnTo>
                    <a:pt x="1296083" y="61049"/>
                  </a:lnTo>
                  <a:lnTo>
                    <a:pt x="1245559" y="716459"/>
                  </a:lnTo>
                  <a:lnTo>
                    <a:pt x="1386606" y="712951"/>
                  </a:lnTo>
                  <a:moveTo>
                    <a:pt x="1296083" y="61049"/>
                  </a:moveTo>
                  <a:lnTo>
                    <a:pt x="1450462" y="675759"/>
                  </a:lnTo>
                  <a:lnTo>
                    <a:pt x="1590807" y="657515"/>
                  </a:lnTo>
                  <a:lnTo>
                    <a:pt x="1437831" y="49120"/>
                  </a:lnTo>
                  <a:lnTo>
                    <a:pt x="1296083" y="61049"/>
                  </a:lnTo>
                  <a:moveTo>
                    <a:pt x="1590807" y="657515"/>
                  </a:moveTo>
                  <a:lnTo>
                    <a:pt x="1583088" y="47015"/>
                  </a:lnTo>
                  <a:lnTo>
                    <a:pt x="1443445" y="58243"/>
                  </a:lnTo>
                  <a:lnTo>
                    <a:pt x="1450462" y="675759"/>
                  </a:lnTo>
                  <a:lnTo>
                    <a:pt x="1590807" y="657515"/>
                  </a:lnTo>
                  <a:moveTo>
                    <a:pt x="1443445" y="58243"/>
                  </a:moveTo>
                  <a:lnTo>
                    <a:pt x="1522740" y="596465"/>
                  </a:lnTo>
                  <a:lnTo>
                    <a:pt x="1665892" y="604885"/>
                  </a:lnTo>
                  <a:lnTo>
                    <a:pt x="1583088" y="47015"/>
                  </a:lnTo>
                  <a:lnTo>
                    <a:pt x="1443445" y="58243"/>
                  </a:lnTo>
                  <a:moveTo>
                    <a:pt x="1665892" y="604885"/>
                  </a:moveTo>
                  <a:lnTo>
                    <a:pt x="1757116" y="268058"/>
                  </a:lnTo>
                  <a:lnTo>
                    <a:pt x="1613262" y="261742"/>
                  </a:lnTo>
                  <a:lnTo>
                    <a:pt x="1522740" y="596465"/>
                  </a:lnTo>
                  <a:lnTo>
                    <a:pt x="1665892" y="604885"/>
                  </a:lnTo>
                  <a:moveTo>
                    <a:pt x="1613262" y="261742"/>
                  </a:moveTo>
                  <a:lnTo>
                    <a:pt x="1650454" y="469453"/>
                  </a:lnTo>
                  <a:lnTo>
                    <a:pt x="1788693" y="444892"/>
                  </a:lnTo>
                  <a:lnTo>
                    <a:pt x="1757116" y="268058"/>
                  </a:lnTo>
                  <a:lnTo>
                    <a:pt x="1613262" y="261742"/>
                  </a:lnTo>
                  <a:moveTo>
                    <a:pt x="34384" y="87013"/>
                  </a:moveTo>
                  <a:lnTo>
                    <a:pt x="103855" y="290513"/>
                  </a:lnTo>
                  <a:lnTo>
                    <a:pt x="236480" y="244901"/>
                  </a:lnTo>
                  <a:lnTo>
                    <a:pt x="167010" y="42103"/>
                  </a:lnTo>
                  <a:lnTo>
                    <a:pt x="34384" y="87013"/>
                  </a:ln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3" name="Rounded Rectangle 6">
              <a:extLst>
                <a:ext uri="{FF2B5EF4-FFF2-40B4-BE49-F238E27FC236}">
                  <a16:creationId xmlns:a16="http://schemas.microsoft.com/office/drawing/2014/main" id="{9F4E6526-6C33-C5CD-0CFF-6F77BA6FF701}"/>
                </a:ext>
              </a:extLst>
            </p:cNvPr>
            <p:cNvSpPr/>
            <p:nvPr/>
          </p:nvSpPr>
          <p:spPr>
            <a:xfrm>
              <a:off x="2514328" y="3323932"/>
              <a:ext cx="1863778" cy="698916"/>
            </a:xfrm>
            <a:custGeom>
              <a:avLst/>
              <a:gdLst/>
              <a:ahLst/>
              <a:cxnLst/>
              <a:rect l="0" t="0" r="0" b="0"/>
              <a:pathLst>
                <a:path w="1863778" h="698916">
                  <a:moveTo>
                    <a:pt x="0" y="685581"/>
                  </a:moveTo>
                  <a:lnTo>
                    <a:pt x="1537172" y="685584"/>
                  </a:lnTo>
                  <a:lnTo>
                    <a:pt x="1863762" y="348648"/>
                  </a:lnTo>
                  <a:lnTo>
                    <a:pt x="1537290" y="11929"/>
                  </a:lnTo>
                  <a:lnTo>
                    <a:pt x="0" y="11931"/>
                  </a:lnTo>
                  <a:lnTo>
                    <a:pt x="217534" y="348756"/>
                  </a:lnTo>
                  <a:close/>
                  <a:moveTo>
                    <a:pt x="0" y="685584"/>
                  </a:moveTo>
                  <a:cubicBezTo>
                    <a:pt x="72979" y="574010"/>
                    <a:pt x="136134" y="454716"/>
                    <a:pt x="217534" y="348756"/>
                  </a:cubicBezTo>
                  <a:cubicBezTo>
                    <a:pt x="154379" y="230867"/>
                    <a:pt x="75084" y="122801"/>
                    <a:pt x="0" y="11929"/>
                  </a:cubicBezTo>
                  <a:cubicBezTo>
                    <a:pt x="128415" y="5613"/>
                    <a:pt x="257532" y="2806"/>
                    <a:pt x="385948" y="11929"/>
                  </a:cubicBezTo>
                  <a:cubicBezTo>
                    <a:pt x="508047" y="21051"/>
                    <a:pt x="630849" y="6315"/>
                    <a:pt x="753651" y="11929"/>
                  </a:cubicBezTo>
                  <a:cubicBezTo>
                    <a:pt x="881365" y="17543"/>
                    <a:pt x="1009078" y="8420"/>
                    <a:pt x="1136792" y="11929"/>
                  </a:cubicBezTo>
                  <a:cubicBezTo>
                    <a:pt x="1270119" y="16139"/>
                    <a:pt x="1404149" y="0"/>
                    <a:pt x="1537476" y="11929"/>
                  </a:cubicBezTo>
                  <a:cubicBezTo>
                    <a:pt x="1651155" y="119293"/>
                    <a:pt x="1758519" y="232972"/>
                    <a:pt x="1863778" y="348756"/>
                  </a:cubicBezTo>
                  <a:cubicBezTo>
                    <a:pt x="1755011" y="461032"/>
                    <a:pt x="1639226" y="566992"/>
                    <a:pt x="1537476" y="685584"/>
                  </a:cubicBezTo>
                  <a:cubicBezTo>
                    <a:pt x="1400640" y="686987"/>
                    <a:pt x="1263804" y="682075"/>
                    <a:pt x="1126968" y="685584"/>
                  </a:cubicBezTo>
                  <a:cubicBezTo>
                    <a:pt x="1011183" y="688390"/>
                    <a:pt x="894697" y="672953"/>
                    <a:pt x="779615" y="685584"/>
                  </a:cubicBezTo>
                  <a:cubicBezTo>
                    <a:pt x="659620" y="698916"/>
                    <a:pt x="538222" y="685584"/>
                    <a:pt x="417525" y="685584"/>
                  </a:cubicBezTo>
                  <a:cubicBezTo>
                    <a:pt x="278584" y="685584"/>
                    <a:pt x="139643" y="688390"/>
                    <a:pt x="0" y="685584"/>
                  </a:cubicBezTo>
                </a:path>
              </a:pathLst>
            </a:custGeom>
            <a:noFill/>
            <a:ln w="2105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4" name="Rounded Rectangle 7">
              <a:extLst>
                <a:ext uri="{FF2B5EF4-FFF2-40B4-BE49-F238E27FC236}">
                  <a16:creationId xmlns:a16="http://schemas.microsoft.com/office/drawing/2014/main" id="{0917263D-F7FD-E1F9-B283-A5F99F61C6D3}"/>
                </a:ext>
              </a:extLst>
            </p:cNvPr>
            <p:cNvSpPr/>
            <p:nvPr/>
          </p:nvSpPr>
          <p:spPr>
            <a:xfrm>
              <a:off x="2517177" y="2271346"/>
              <a:ext cx="3253892" cy="1772554"/>
            </a:xfrm>
            <a:custGeom>
              <a:avLst/>
              <a:gdLst/>
              <a:ahLst/>
              <a:cxnLst/>
              <a:rect l="0" t="0" r="0" b="0"/>
              <a:pathLst>
                <a:path w="3253892" h="1772554">
                  <a:moveTo>
                    <a:pt x="2105" y="30174"/>
                  </a:moveTo>
                  <a:lnTo>
                    <a:pt x="141046" y="48418"/>
                  </a:lnTo>
                  <a:lnTo>
                    <a:pt x="124906" y="171922"/>
                  </a:lnTo>
                  <a:lnTo>
                    <a:pt x="0" y="49120"/>
                  </a:lnTo>
                  <a:lnTo>
                    <a:pt x="2105" y="30174"/>
                  </a:lnTo>
                  <a:moveTo>
                    <a:pt x="124906" y="171922"/>
                  </a:moveTo>
                  <a:lnTo>
                    <a:pt x="310863" y="144555"/>
                  </a:lnTo>
                  <a:lnTo>
                    <a:pt x="216130" y="16841"/>
                  </a:lnTo>
                  <a:lnTo>
                    <a:pt x="0" y="49120"/>
                  </a:lnTo>
                  <a:lnTo>
                    <a:pt x="124906" y="171922"/>
                  </a:lnTo>
                  <a:moveTo>
                    <a:pt x="216130" y="16841"/>
                  </a:moveTo>
                  <a:lnTo>
                    <a:pt x="310863" y="144555"/>
                  </a:lnTo>
                  <a:lnTo>
                    <a:pt x="217534" y="339634"/>
                  </a:lnTo>
                  <a:lnTo>
                    <a:pt x="100346" y="259637"/>
                  </a:lnTo>
                  <a:lnTo>
                    <a:pt x="216130" y="16841"/>
                  </a:lnTo>
                  <a:moveTo>
                    <a:pt x="217534" y="339634"/>
                  </a:moveTo>
                  <a:lnTo>
                    <a:pt x="100346" y="259637"/>
                  </a:lnTo>
                  <a:lnTo>
                    <a:pt x="341037" y="0"/>
                  </a:lnTo>
                  <a:lnTo>
                    <a:pt x="462435" y="75084"/>
                  </a:lnTo>
                  <a:lnTo>
                    <a:pt x="217534" y="339634"/>
                  </a:lnTo>
                  <a:moveTo>
                    <a:pt x="341037" y="0"/>
                  </a:moveTo>
                  <a:lnTo>
                    <a:pt x="87715" y="674356"/>
                  </a:lnTo>
                  <a:lnTo>
                    <a:pt x="214025" y="737511"/>
                  </a:lnTo>
                  <a:lnTo>
                    <a:pt x="462435" y="75084"/>
                  </a:lnTo>
                  <a:lnTo>
                    <a:pt x="341037" y="0"/>
                  </a:lnTo>
                  <a:moveTo>
                    <a:pt x="214025" y="737511"/>
                  </a:moveTo>
                  <a:lnTo>
                    <a:pt x="632954" y="77891"/>
                  </a:lnTo>
                  <a:lnTo>
                    <a:pt x="508047" y="13332"/>
                  </a:lnTo>
                  <a:lnTo>
                    <a:pt x="87715" y="674356"/>
                  </a:lnTo>
                  <a:lnTo>
                    <a:pt x="214025" y="737511"/>
                  </a:lnTo>
                  <a:moveTo>
                    <a:pt x="508047" y="13332"/>
                  </a:moveTo>
                  <a:lnTo>
                    <a:pt x="236480" y="675759"/>
                  </a:lnTo>
                  <a:lnTo>
                    <a:pt x="361387" y="741020"/>
                  </a:lnTo>
                  <a:lnTo>
                    <a:pt x="632954" y="77891"/>
                  </a:lnTo>
                  <a:lnTo>
                    <a:pt x="508047" y="13332"/>
                  </a:lnTo>
                  <a:moveTo>
                    <a:pt x="361387" y="741020"/>
                  </a:moveTo>
                  <a:lnTo>
                    <a:pt x="789439" y="84206"/>
                  </a:lnTo>
                  <a:lnTo>
                    <a:pt x="664532" y="18244"/>
                  </a:lnTo>
                  <a:lnTo>
                    <a:pt x="236480" y="675759"/>
                  </a:lnTo>
                  <a:lnTo>
                    <a:pt x="361387" y="741020"/>
                  </a:lnTo>
                  <a:moveTo>
                    <a:pt x="664532" y="18244"/>
                  </a:moveTo>
                  <a:lnTo>
                    <a:pt x="390158" y="674356"/>
                  </a:lnTo>
                  <a:lnTo>
                    <a:pt x="514363" y="741721"/>
                  </a:lnTo>
                  <a:lnTo>
                    <a:pt x="789439" y="84206"/>
                  </a:lnTo>
                  <a:lnTo>
                    <a:pt x="664532" y="18244"/>
                  </a:lnTo>
                  <a:moveTo>
                    <a:pt x="514363" y="741721"/>
                  </a:moveTo>
                  <a:lnTo>
                    <a:pt x="936801" y="112275"/>
                  </a:lnTo>
                  <a:lnTo>
                    <a:pt x="809789" y="49120"/>
                  </a:lnTo>
                  <a:lnTo>
                    <a:pt x="390158" y="674356"/>
                  </a:lnTo>
                  <a:lnTo>
                    <a:pt x="514363" y="741721"/>
                  </a:lnTo>
                  <a:moveTo>
                    <a:pt x="809789" y="49120"/>
                  </a:moveTo>
                  <a:lnTo>
                    <a:pt x="936801" y="112275"/>
                  </a:lnTo>
                  <a:lnTo>
                    <a:pt x="706635" y="774001"/>
                  </a:lnTo>
                  <a:lnTo>
                    <a:pt x="579623" y="712249"/>
                  </a:lnTo>
                  <a:lnTo>
                    <a:pt x="809789" y="49120"/>
                  </a:lnTo>
                  <a:moveTo>
                    <a:pt x="706635" y="774001"/>
                  </a:moveTo>
                  <a:lnTo>
                    <a:pt x="1150125" y="84908"/>
                  </a:lnTo>
                  <a:lnTo>
                    <a:pt x="1024516" y="20349"/>
                  </a:lnTo>
                  <a:lnTo>
                    <a:pt x="579623" y="712249"/>
                  </a:lnTo>
                  <a:lnTo>
                    <a:pt x="706635" y="774001"/>
                  </a:lnTo>
                  <a:moveTo>
                    <a:pt x="1024516" y="20349"/>
                  </a:moveTo>
                  <a:lnTo>
                    <a:pt x="1150125" y="84908"/>
                  </a:lnTo>
                  <a:lnTo>
                    <a:pt x="880663" y="769089"/>
                  </a:lnTo>
                  <a:lnTo>
                    <a:pt x="755756" y="701723"/>
                  </a:lnTo>
                  <a:lnTo>
                    <a:pt x="1024516" y="20349"/>
                  </a:lnTo>
                  <a:moveTo>
                    <a:pt x="880663" y="769089"/>
                  </a:moveTo>
                  <a:lnTo>
                    <a:pt x="1329766" y="126310"/>
                  </a:lnTo>
                  <a:lnTo>
                    <a:pt x="1206263" y="57541"/>
                  </a:lnTo>
                  <a:lnTo>
                    <a:pt x="755756" y="701723"/>
                  </a:lnTo>
                  <a:lnTo>
                    <a:pt x="880663" y="769089"/>
                  </a:lnTo>
                  <a:moveTo>
                    <a:pt x="1206263" y="57541"/>
                  </a:moveTo>
                  <a:lnTo>
                    <a:pt x="1329766" y="126310"/>
                  </a:lnTo>
                  <a:lnTo>
                    <a:pt x="1061708" y="758563"/>
                  </a:lnTo>
                  <a:lnTo>
                    <a:pt x="937502" y="692601"/>
                  </a:lnTo>
                  <a:lnTo>
                    <a:pt x="1206263" y="57541"/>
                  </a:lnTo>
                  <a:moveTo>
                    <a:pt x="1061708" y="758563"/>
                  </a:moveTo>
                  <a:lnTo>
                    <a:pt x="1441340" y="164905"/>
                  </a:lnTo>
                  <a:lnTo>
                    <a:pt x="1315030" y="102451"/>
                  </a:lnTo>
                  <a:lnTo>
                    <a:pt x="937502" y="692601"/>
                  </a:lnTo>
                  <a:lnTo>
                    <a:pt x="1061708" y="758563"/>
                  </a:lnTo>
                  <a:moveTo>
                    <a:pt x="1315030" y="102451"/>
                  </a:moveTo>
                  <a:lnTo>
                    <a:pt x="1093285" y="726284"/>
                  </a:lnTo>
                  <a:lnTo>
                    <a:pt x="1220297" y="788737"/>
                  </a:lnTo>
                  <a:lnTo>
                    <a:pt x="1441340" y="164905"/>
                  </a:lnTo>
                  <a:lnTo>
                    <a:pt x="1315030" y="102451"/>
                  </a:lnTo>
                  <a:moveTo>
                    <a:pt x="1220297" y="788737"/>
                  </a:moveTo>
                  <a:lnTo>
                    <a:pt x="1578878" y="244901"/>
                  </a:lnTo>
                  <a:lnTo>
                    <a:pt x="1453269" y="179641"/>
                  </a:lnTo>
                  <a:lnTo>
                    <a:pt x="1093285" y="726284"/>
                  </a:lnTo>
                  <a:lnTo>
                    <a:pt x="1220297" y="788737"/>
                  </a:lnTo>
                  <a:moveTo>
                    <a:pt x="1453269" y="179641"/>
                  </a:moveTo>
                  <a:lnTo>
                    <a:pt x="1235735" y="741020"/>
                  </a:lnTo>
                  <a:lnTo>
                    <a:pt x="1358537" y="813297"/>
                  </a:lnTo>
                  <a:lnTo>
                    <a:pt x="1578878" y="244901"/>
                  </a:lnTo>
                  <a:lnTo>
                    <a:pt x="1453269" y="179641"/>
                  </a:lnTo>
                  <a:moveTo>
                    <a:pt x="1358537" y="813297"/>
                  </a:moveTo>
                  <a:lnTo>
                    <a:pt x="1757817" y="334722"/>
                  </a:lnTo>
                  <a:lnTo>
                    <a:pt x="1640630" y="256129"/>
                  </a:lnTo>
                  <a:lnTo>
                    <a:pt x="1235735" y="741020"/>
                  </a:lnTo>
                  <a:lnTo>
                    <a:pt x="1358537" y="813297"/>
                  </a:lnTo>
                  <a:moveTo>
                    <a:pt x="1640630" y="256129"/>
                  </a:moveTo>
                  <a:lnTo>
                    <a:pt x="1319942" y="870137"/>
                  </a:lnTo>
                  <a:lnTo>
                    <a:pt x="1438533" y="945221"/>
                  </a:lnTo>
                  <a:lnTo>
                    <a:pt x="1757817" y="334722"/>
                  </a:lnTo>
                  <a:lnTo>
                    <a:pt x="1640630" y="256129"/>
                  </a:lnTo>
                  <a:moveTo>
                    <a:pt x="1438533" y="945221"/>
                  </a:moveTo>
                  <a:lnTo>
                    <a:pt x="1820973" y="438577"/>
                  </a:lnTo>
                  <a:lnTo>
                    <a:pt x="1697469" y="369808"/>
                  </a:lnTo>
                  <a:lnTo>
                    <a:pt x="1319942" y="870137"/>
                  </a:lnTo>
                  <a:lnTo>
                    <a:pt x="1438533" y="945221"/>
                  </a:lnTo>
                  <a:moveTo>
                    <a:pt x="1697469" y="369808"/>
                  </a:moveTo>
                  <a:lnTo>
                    <a:pt x="1454673" y="995745"/>
                  </a:lnTo>
                  <a:lnTo>
                    <a:pt x="1579580" y="1063111"/>
                  </a:lnTo>
                  <a:lnTo>
                    <a:pt x="1820973" y="438577"/>
                  </a:lnTo>
                  <a:lnTo>
                    <a:pt x="1697469" y="369808"/>
                  </a:lnTo>
                  <a:moveTo>
                    <a:pt x="1579580" y="1063111"/>
                  </a:moveTo>
                  <a:lnTo>
                    <a:pt x="1936757" y="559975"/>
                  </a:lnTo>
                  <a:lnTo>
                    <a:pt x="1811850" y="492610"/>
                  </a:lnTo>
                  <a:lnTo>
                    <a:pt x="1454673" y="995745"/>
                  </a:lnTo>
                  <a:lnTo>
                    <a:pt x="1579580" y="1063111"/>
                  </a:lnTo>
                  <a:moveTo>
                    <a:pt x="1811850" y="492610"/>
                  </a:moveTo>
                  <a:lnTo>
                    <a:pt x="1570457" y="1122757"/>
                  </a:lnTo>
                  <a:lnTo>
                    <a:pt x="1694662" y="1190123"/>
                  </a:lnTo>
                  <a:lnTo>
                    <a:pt x="1936757" y="559975"/>
                  </a:lnTo>
                  <a:lnTo>
                    <a:pt x="1811850" y="492610"/>
                  </a:lnTo>
                  <a:moveTo>
                    <a:pt x="1694662" y="1190123"/>
                  </a:moveTo>
                  <a:lnTo>
                    <a:pt x="2093943" y="638568"/>
                  </a:lnTo>
                  <a:lnTo>
                    <a:pt x="1970440" y="569097"/>
                  </a:lnTo>
                  <a:lnTo>
                    <a:pt x="1570457" y="1122757"/>
                  </a:lnTo>
                  <a:lnTo>
                    <a:pt x="1694662" y="1190123"/>
                  </a:lnTo>
                  <a:moveTo>
                    <a:pt x="1970440" y="569097"/>
                  </a:moveTo>
                  <a:lnTo>
                    <a:pt x="1705188" y="1202754"/>
                  </a:lnTo>
                  <a:lnTo>
                    <a:pt x="1829393" y="1268716"/>
                  </a:lnTo>
                  <a:lnTo>
                    <a:pt x="2093943" y="638568"/>
                  </a:lnTo>
                  <a:lnTo>
                    <a:pt x="1970440" y="569097"/>
                  </a:lnTo>
                  <a:moveTo>
                    <a:pt x="1829393" y="1268716"/>
                  </a:moveTo>
                  <a:lnTo>
                    <a:pt x="2164817" y="763475"/>
                  </a:lnTo>
                  <a:lnTo>
                    <a:pt x="2039209" y="698916"/>
                  </a:lnTo>
                  <a:lnTo>
                    <a:pt x="1705188" y="1202754"/>
                  </a:lnTo>
                  <a:lnTo>
                    <a:pt x="1829393" y="1268716"/>
                  </a:lnTo>
                  <a:moveTo>
                    <a:pt x="2039209" y="698916"/>
                  </a:moveTo>
                  <a:lnTo>
                    <a:pt x="1782378" y="1369062"/>
                  </a:lnTo>
                  <a:lnTo>
                    <a:pt x="1905881" y="1438533"/>
                  </a:lnTo>
                  <a:lnTo>
                    <a:pt x="2164817" y="763475"/>
                  </a:lnTo>
                  <a:lnTo>
                    <a:pt x="2039209" y="698916"/>
                  </a:lnTo>
                  <a:moveTo>
                    <a:pt x="1905881" y="1438533"/>
                  </a:moveTo>
                  <a:lnTo>
                    <a:pt x="2310074" y="910837"/>
                  </a:lnTo>
                  <a:lnTo>
                    <a:pt x="2189378" y="837858"/>
                  </a:lnTo>
                  <a:lnTo>
                    <a:pt x="1782378" y="1369062"/>
                  </a:lnTo>
                  <a:lnTo>
                    <a:pt x="1905881" y="1438533"/>
                  </a:lnTo>
                  <a:moveTo>
                    <a:pt x="2189378" y="837858"/>
                  </a:moveTo>
                  <a:lnTo>
                    <a:pt x="1903776" y="1451866"/>
                  </a:lnTo>
                  <a:lnTo>
                    <a:pt x="2023771" y="1526950"/>
                  </a:lnTo>
                  <a:lnTo>
                    <a:pt x="2310074" y="910837"/>
                  </a:lnTo>
                  <a:lnTo>
                    <a:pt x="2189378" y="837858"/>
                  </a:lnTo>
                  <a:moveTo>
                    <a:pt x="2023771" y="1526950"/>
                  </a:moveTo>
                  <a:lnTo>
                    <a:pt x="2463050" y="989430"/>
                  </a:lnTo>
                  <a:lnTo>
                    <a:pt x="2340950" y="917152"/>
                  </a:lnTo>
                  <a:lnTo>
                    <a:pt x="1903776" y="1451866"/>
                  </a:lnTo>
                  <a:lnTo>
                    <a:pt x="2023771" y="1526950"/>
                  </a:lnTo>
                  <a:moveTo>
                    <a:pt x="2340950" y="917152"/>
                  </a:moveTo>
                  <a:lnTo>
                    <a:pt x="2086224" y="1538178"/>
                  </a:lnTo>
                  <a:lnTo>
                    <a:pt x="2211131" y="1603438"/>
                  </a:lnTo>
                  <a:lnTo>
                    <a:pt x="2463050" y="989430"/>
                  </a:lnTo>
                  <a:lnTo>
                    <a:pt x="2340950" y="917152"/>
                  </a:lnTo>
                  <a:moveTo>
                    <a:pt x="2211131" y="1603438"/>
                  </a:moveTo>
                  <a:lnTo>
                    <a:pt x="2547257" y="1086970"/>
                  </a:lnTo>
                  <a:lnTo>
                    <a:pt x="2420946" y="1023814"/>
                  </a:lnTo>
                  <a:lnTo>
                    <a:pt x="2086224" y="1538178"/>
                  </a:lnTo>
                  <a:lnTo>
                    <a:pt x="2211131" y="1603438"/>
                  </a:lnTo>
                  <a:moveTo>
                    <a:pt x="2420946" y="1023814"/>
                  </a:moveTo>
                  <a:lnTo>
                    <a:pt x="2199202" y="1619578"/>
                  </a:lnTo>
                  <a:lnTo>
                    <a:pt x="2324108" y="1685540"/>
                  </a:lnTo>
                  <a:lnTo>
                    <a:pt x="2547257" y="1086970"/>
                  </a:lnTo>
                  <a:lnTo>
                    <a:pt x="2420946" y="1023814"/>
                  </a:lnTo>
                  <a:moveTo>
                    <a:pt x="2324108" y="1685540"/>
                  </a:moveTo>
                  <a:lnTo>
                    <a:pt x="2719179" y="1131178"/>
                  </a:lnTo>
                  <a:lnTo>
                    <a:pt x="2598482" y="1058901"/>
                  </a:lnTo>
                  <a:lnTo>
                    <a:pt x="2199202" y="1619578"/>
                  </a:lnTo>
                  <a:lnTo>
                    <a:pt x="2324108" y="1685540"/>
                  </a:lnTo>
                  <a:moveTo>
                    <a:pt x="2598482" y="1058901"/>
                  </a:moveTo>
                  <a:lnTo>
                    <a:pt x="2300250" y="1671505"/>
                  </a:lnTo>
                  <a:lnTo>
                    <a:pt x="2419543" y="1747292"/>
                  </a:lnTo>
                  <a:lnTo>
                    <a:pt x="2719179" y="1131178"/>
                  </a:lnTo>
                  <a:lnTo>
                    <a:pt x="2598482" y="1058901"/>
                  </a:lnTo>
                  <a:moveTo>
                    <a:pt x="2419543" y="1747292"/>
                  </a:moveTo>
                  <a:lnTo>
                    <a:pt x="2903732" y="1141002"/>
                  </a:lnTo>
                  <a:lnTo>
                    <a:pt x="2783738" y="1066620"/>
                  </a:lnTo>
                  <a:lnTo>
                    <a:pt x="2300250" y="1671505"/>
                  </a:lnTo>
                  <a:lnTo>
                    <a:pt x="2419543" y="1747292"/>
                  </a:lnTo>
                  <a:moveTo>
                    <a:pt x="2783738" y="1066620"/>
                  </a:moveTo>
                  <a:lnTo>
                    <a:pt x="2495329" y="1697469"/>
                  </a:lnTo>
                  <a:lnTo>
                    <a:pt x="2617429" y="1768343"/>
                  </a:lnTo>
                  <a:lnTo>
                    <a:pt x="2903732" y="1141002"/>
                  </a:lnTo>
                  <a:lnTo>
                    <a:pt x="2783738" y="1066620"/>
                  </a:lnTo>
                  <a:moveTo>
                    <a:pt x="2617429" y="1768343"/>
                  </a:moveTo>
                  <a:lnTo>
                    <a:pt x="3034253" y="1193632"/>
                  </a:lnTo>
                  <a:lnTo>
                    <a:pt x="2911451" y="1123459"/>
                  </a:lnTo>
                  <a:lnTo>
                    <a:pt x="2495329" y="1697469"/>
                  </a:lnTo>
                  <a:lnTo>
                    <a:pt x="2617429" y="1768343"/>
                  </a:lnTo>
                  <a:moveTo>
                    <a:pt x="2911451" y="1123459"/>
                  </a:moveTo>
                  <a:lnTo>
                    <a:pt x="3034253" y="1193632"/>
                  </a:lnTo>
                  <a:lnTo>
                    <a:pt x="2793562" y="1752204"/>
                  </a:lnTo>
                  <a:lnTo>
                    <a:pt x="2670058" y="1683435"/>
                  </a:lnTo>
                  <a:lnTo>
                    <a:pt x="2911451" y="1123459"/>
                  </a:lnTo>
                  <a:moveTo>
                    <a:pt x="2793562" y="1752204"/>
                  </a:moveTo>
                  <a:lnTo>
                    <a:pt x="3135301" y="1267313"/>
                  </a:lnTo>
                  <a:lnTo>
                    <a:pt x="3011798" y="1199245"/>
                  </a:lnTo>
                  <a:lnTo>
                    <a:pt x="2670058" y="1683435"/>
                  </a:lnTo>
                  <a:lnTo>
                    <a:pt x="2793562" y="1752204"/>
                  </a:lnTo>
                  <a:moveTo>
                    <a:pt x="3011798" y="1199245"/>
                  </a:moveTo>
                  <a:lnTo>
                    <a:pt x="2808298" y="1697469"/>
                  </a:lnTo>
                  <a:lnTo>
                    <a:pt x="2929696" y="1772554"/>
                  </a:lnTo>
                  <a:lnTo>
                    <a:pt x="3135301" y="1267313"/>
                  </a:lnTo>
                  <a:lnTo>
                    <a:pt x="3011798" y="1199245"/>
                  </a:lnTo>
                  <a:moveTo>
                    <a:pt x="2929696" y="1772554"/>
                  </a:moveTo>
                  <a:lnTo>
                    <a:pt x="3253892" y="1404850"/>
                  </a:lnTo>
                  <a:lnTo>
                    <a:pt x="3133196" y="1329766"/>
                  </a:lnTo>
                  <a:lnTo>
                    <a:pt x="2808298" y="1697469"/>
                  </a:lnTo>
                  <a:lnTo>
                    <a:pt x="2929696" y="1772554"/>
                  </a:lnTo>
                  <a:moveTo>
                    <a:pt x="3133196" y="1329766"/>
                  </a:moveTo>
                  <a:lnTo>
                    <a:pt x="3253892" y="1404850"/>
                  </a:lnTo>
                  <a:lnTo>
                    <a:pt x="3223017" y="1480637"/>
                  </a:lnTo>
                  <a:lnTo>
                    <a:pt x="3093198" y="1427306"/>
                  </a:lnTo>
                  <a:lnTo>
                    <a:pt x="3133196" y="1329766"/>
                  </a:ln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5" name="Rounded Rectangle 8">
              <a:extLst>
                <a:ext uri="{FF2B5EF4-FFF2-40B4-BE49-F238E27FC236}">
                  <a16:creationId xmlns:a16="http://schemas.microsoft.com/office/drawing/2014/main" id="{4B245DEB-C6FC-568E-B7FE-3367E6B4EF64}"/>
                </a:ext>
              </a:extLst>
            </p:cNvPr>
            <p:cNvSpPr/>
            <p:nvPr/>
          </p:nvSpPr>
          <p:spPr>
            <a:xfrm>
              <a:off x="2514370" y="2321870"/>
              <a:ext cx="3248512" cy="1704486"/>
            </a:xfrm>
            <a:custGeom>
              <a:avLst/>
              <a:gdLst/>
              <a:ahLst/>
              <a:cxnLst/>
              <a:rect l="0" t="0" r="0" b="0"/>
              <a:pathLst>
                <a:path w="3248512" h="1704486">
                  <a:moveTo>
                    <a:pt x="0" y="677111"/>
                  </a:moveTo>
                  <a:lnTo>
                    <a:pt x="217490" y="340336"/>
                  </a:lnTo>
                  <a:lnTo>
                    <a:pt x="0" y="3560"/>
                  </a:lnTo>
                  <a:lnTo>
                    <a:pt x="0" y="3508"/>
                  </a:lnTo>
                  <a:lnTo>
                    <a:pt x="1056212" y="3508"/>
                  </a:lnTo>
                  <a:cubicBezTo>
                    <a:pt x="1337218" y="3508"/>
                    <a:pt x="1606230" y="117380"/>
                    <a:pt x="1801838" y="319127"/>
                  </a:cubicBezTo>
                  <a:lnTo>
                    <a:pt x="2368034" y="903098"/>
                  </a:lnTo>
                  <a:cubicBezTo>
                    <a:pt x="2436760" y="973982"/>
                    <a:pt x="2531278" y="1013990"/>
                    <a:pt x="2630010" y="1013990"/>
                  </a:cubicBezTo>
                  <a:lnTo>
                    <a:pt x="2921974" y="1013990"/>
                  </a:lnTo>
                  <a:lnTo>
                    <a:pt x="3248512" y="1350838"/>
                  </a:lnTo>
                  <a:lnTo>
                    <a:pt x="2922007" y="1687645"/>
                  </a:lnTo>
                  <a:lnTo>
                    <a:pt x="2630010" y="1687645"/>
                  </a:lnTo>
                  <a:cubicBezTo>
                    <a:pt x="2349004" y="1687645"/>
                    <a:pt x="2079992" y="1573774"/>
                    <a:pt x="1884385" y="1372026"/>
                  </a:cubicBezTo>
                  <a:lnTo>
                    <a:pt x="1318188" y="788056"/>
                  </a:lnTo>
                  <a:cubicBezTo>
                    <a:pt x="1249461" y="717172"/>
                    <a:pt x="1154943" y="677163"/>
                    <a:pt x="1056212" y="677163"/>
                  </a:cubicBezTo>
                  <a:lnTo>
                    <a:pt x="0" y="677163"/>
                  </a:lnTo>
                  <a:lnTo>
                    <a:pt x="0" y="677111"/>
                  </a:lnTo>
                  <a:close/>
                  <a:moveTo>
                    <a:pt x="0" y="677163"/>
                  </a:moveTo>
                  <a:cubicBezTo>
                    <a:pt x="82803" y="572606"/>
                    <a:pt x="148063" y="454716"/>
                    <a:pt x="217534" y="340336"/>
                  </a:cubicBezTo>
                  <a:cubicBezTo>
                    <a:pt x="154379" y="222446"/>
                    <a:pt x="81399" y="109468"/>
                    <a:pt x="0" y="3508"/>
                  </a:cubicBezTo>
                  <a:cubicBezTo>
                    <a:pt x="177536" y="6315"/>
                    <a:pt x="355773" y="7017"/>
                    <a:pt x="533310" y="3508"/>
                  </a:cubicBezTo>
                  <a:cubicBezTo>
                    <a:pt x="707337" y="0"/>
                    <a:pt x="882066" y="10525"/>
                    <a:pt x="1056094" y="3508"/>
                  </a:cubicBezTo>
                  <a:cubicBezTo>
                    <a:pt x="1147318" y="0"/>
                    <a:pt x="1239945" y="8420"/>
                    <a:pt x="1324152" y="38594"/>
                  </a:cubicBezTo>
                  <a:cubicBezTo>
                    <a:pt x="1418885" y="72979"/>
                    <a:pt x="1514319" y="105258"/>
                    <a:pt x="1599930" y="157186"/>
                  </a:cubicBezTo>
                  <a:cubicBezTo>
                    <a:pt x="1673611" y="201394"/>
                    <a:pt x="1744485" y="253322"/>
                    <a:pt x="1802026" y="319284"/>
                  </a:cubicBezTo>
                  <a:cubicBezTo>
                    <a:pt x="1889040" y="418929"/>
                    <a:pt x="1987983" y="508047"/>
                    <a:pt x="2078505" y="604184"/>
                  </a:cubicBezTo>
                  <a:cubicBezTo>
                    <a:pt x="2173238" y="705232"/>
                    <a:pt x="2267269" y="807684"/>
                    <a:pt x="2368317" y="903118"/>
                  </a:cubicBezTo>
                  <a:cubicBezTo>
                    <a:pt x="2439191" y="971185"/>
                    <a:pt x="2531117" y="1012587"/>
                    <a:pt x="2630060" y="1013990"/>
                  </a:cubicBezTo>
                  <a:cubicBezTo>
                    <a:pt x="2727600" y="1015394"/>
                    <a:pt x="2825139" y="1005570"/>
                    <a:pt x="2921977" y="1013990"/>
                  </a:cubicBezTo>
                  <a:cubicBezTo>
                    <a:pt x="3034253" y="1122757"/>
                    <a:pt x="3140213" y="1237840"/>
                    <a:pt x="3248279" y="1350818"/>
                  </a:cubicBezTo>
                  <a:cubicBezTo>
                    <a:pt x="3148634" y="1471514"/>
                    <a:pt x="3032148" y="1576773"/>
                    <a:pt x="2921977" y="1687645"/>
                  </a:cubicBezTo>
                  <a:cubicBezTo>
                    <a:pt x="2825139" y="1698171"/>
                    <a:pt x="2726898" y="1682031"/>
                    <a:pt x="2630060" y="1687645"/>
                  </a:cubicBezTo>
                  <a:cubicBezTo>
                    <a:pt x="2349371" y="1704486"/>
                    <a:pt x="2088329" y="1565545"/>
                    <a:pt x="1884128" y="1371869"/>
                  </a:cubicBezTo>
                  <a:cubicBezTo>
                    <a:pt x="1687645" y="1185211"/>
                    <a:pt x="1516424" y="973290"/>
                    <a:pt x="1318538" y="788035"/>
                  </a:cubicBezTo>
                  <a:cubicBezTo>
                    <a:pt x="1246261" y="720670"/>
                    <a:pt x="1155037" y="682777"/>
                    <a:pt x="1056094" y="677163"/>
                  </a:cubicBezTo>
                  <a:cubicBezTo>
                    <a:pt x="935397" y="670146"/>
                    <a:pt x="813999" y="682075"/>
                    <a:pt x="693303" y="677163"/>
                  </a:cubicBezTo>
                  <a:cubicBezTo>
                    <a:pt x="578922" y="672953"/>
                    <a:pt x="464541" y="682777"/>
                    <a:pt x="350861" y="677163"/>
                  </a:cubicBezTo>
                  <a:cubicBezTo>
                    <a:pt x="233674" y="671549"/>
                    <a:pt x="116486" y="684180"/>
                    <a:pt x="0" y="677163"/>
                  </a:cubicBezTo>
                </a:path>
              </a:pathLst>
            </a:custGeom>
            <a:noFill/>
            <a:ln w="2105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6" name="Rounded Rectangle 9">
              <a:extLst>
                <a:ext uri="{FF2B5EF4-FFF2-40B4-BE49-F238E27FC236}">
                  <a16:creationId xmlns:a16="http://schemas.microsoft.com/office/drawing/2014/main" id="{730E3832-7F9A-D87C-08A1-D026BC0863F5}"/>
                </a:ext>
              </a:extLst>
            </p:cNvPr>
            <p:cNvSpPr/>
            <p:nvPr/>
          </p:nvSpPr>
          <p:spPr>
            <a:xfrm>
              <a:off x="2525991" y="1251040"/>
              <a:ext cx="5482567" cy="2787948"/>
            </a:xfrm>
            <a:custGeom>
              <a:avLst/>
              <a:gdLst/>
              <a:ahLst/>
              <a:cxnLst/>
              <a:rect l="0" t="0" r="0" b="0"/>
              <a:pathLst>
                <a:path w="5482567" h="2787948">
                  <a:moveTo>
                    <a:pt x="701" y="57541"/>
                  </a:moveTo>
                  <a:lnTo>
                    <a:pt x="141046" y="59646"/>
                  </a:lnTo>
                  <a:lnTo>
                    <a:pt x="139643" y="164905"/>
                  </a:lnTo>
                  <a:lnTo>
                    <a:pt x="0" y="78593"/>
                  </a:lnTo>
                  <a:lnTo>
                    <a:pt x="701" y="57541"/>
                  </a:lnTo>
                  <a:moveTo>
                    <a:pt x="139643" y="164905"/>
                  </a:moveTo>
                  <a:lnTo>
                    <a:pt x="272970" y="96837"/>
                  </a:lnTo>
                  <a:lnTo>
                    <a:pt x="154379" y="0"/>
                  </a:lnTo>
                  <a:lnTo>
                    <a:pt x="0" y="78593"/>
                  </a:lnTo>
                  <a:lnTo>
                    <a:pt x="139643" y="164905"/>
                  </a:lnTo>
                  <a:moveTo>
                    <a:pt x="154379" y="0"/>
                  </a:moveTo>
                  <a:lnTo>
                    <a:pt x="87715" y="244199"/>
                  </a:lnTo>
                  <a:lnTo>
                    <a:pt x="213324" y="317880"/>
                  </a:lnTo>
                  <a:lnTo>
                    <a:pt x="272970" y="96837"/>
                  </a:lnTo>
                  <a:lnTo>
                    <a:pt x="154379" y="0"/>
                  </a:lnTo>
                  <a:moveTo>
                    <a:pt x="213324" y="317880"/>
                  </a:moveTo>
                  <a:lnTo>
                    <a:pt x="87715" y="244199"/>
                  </a:lnTo>
                  <a:lnTo>
                    <a:pt x="324196" y="14736"/>
                  </a:lnTo>
                  <a:lnTo>
                    <a:pt x="444892" y="94030"/>
                  </a:lnTo>
                  <a:lnTo>
                    <a:pt x="213324" y="317880"/>
                  </a:lnTo>
                  <a:moveTo>
                    <a:pt x="324196" y="14736"/>
                  </a:moveTo>
                  <a:lnTo>
                    <a:pt x="63856" y="700320"/>
                  </a:lnTo>
                  <a:lnTo>
                    <a:pt x="189465" y="763475"/>
                  </a:lnTo>
                  <a:lnTo>
                    <a:pt x="444892" y="94030"/>
                  </a:lnTo>
                  <a:lnTo>
                    <a:pt x="324196" y="14736"/>
                  </a:lnTo>
                  <a:moveTo>
                    <a:pt x="189465" y="763475"/>
                  </a:moveTo>
                  <a:lnTo>
                    <a:pt x="628744" y="83505"/>
                  </a:lnTo>
                  <a:lnTo>
                    <a:pt x="503135" y="19648"/>
                  </a:lnTo>
                  <a:lnTo>
                    <a:pt x="63856" y="700320"/>
                  </a:lnTo>
                  <a:lnTo>
                    <a:pt x="189465" y="763475"/>
                  </a:lnTo>
                  <a:moveTo>
                    <a:pt x="503135" y="19648"/>
                  </a:moveTo>
                  <a:lnTo>
                    <a:pt x="628744" y="83505"/>
                  </a:lnTo>
                  <a:lnTo>
                    <a:pt x="371211" y="757861"/>
                  </a:lnTo>
                  <a:lnTo>
                    <a:pt x="246305" y="691197"/>
                  </a:lnTo>
                  <a:lnTo>
                    <a:pt x="503135" y="19648"/>
                  </a:lnTo>
                  <a:moveTo>
                    <a:pt x="371211" y="757861"/>
                  </a:moveTo>
                  <a:lnTo>
                    <a:pt x="830840" y="116486"/>
                  </a:lnTo>
                  <a:lnTo>
                    <a:pt x="710846" y="43506"/>
                  </a:lnTo>
                  <a:lnTo>
                    <a:pt x="246305" y="691197"/>
                  </a:lnTo>
                  <a:lnTo>
                    <a:pt x="371211" y="757861"/>
                  </a:lnTo>
                  <a:moveTo>
                    <a:pt x="710846" y="43506"/>
                  </a:moveTo>
                  <a:lnTo>
                    <a:pt x="830840" y="116486"/>
                  </a:lnTo>
                  <a:lnTo>
                    <a:pt x="514363" y="734003"/>
                  </a:lnTo>
                  <a:lnTo>
                    <a:pt x="393667" y="661725"/>
                  </a:lnTo>
                  <a:lnTo>
                    <a:pt x="710846" y="43506"/>
                  </a:lnTo>
                  <a:moveTo>
                    <a:pt x="514363" y="734003"/>
                  </a:moveTo>
                  <a:lnTo>
                    <a:pt x="959256" y="96837"/>
                  </a:lnTo>
                  <a:lnTo>
                    <a:pt x="835752" y="28068"/>
                  </a:lnTo>
                  <a:lnTo>
                    <a:pt x="393667" y="661725"/>
                  </a:lnTo>
                  <a:lnTo>
                    <a:pt x="514363" y="734003"/>
                  </a:lnTo>
                  <a:moveTo>
                    <a:pt x="835752" y="28068"/>
                  </a:moveTo>
                  <a:lnTo>
                    <a:pt x="556466" y="683478"/>
                  </a:lnTo>
                  <a:lnTo>
                    <a:pt x="679268" y="752949"/>
                  </a:lnTo>
                  <a:lnTo>
                    <a:pt x="959256" y="96837"/>
                  </a:lnTo>
                  <a:lnTo>
                    <a:pt x="835752" y="28068"/>
                  </a:lnTo>
                  <a:moveTo>
                    <a:pt x="679268" y="752949"/>
                  </a:moveTo>
                  <a:lnTo>
                    <a:pt x="1125564" y="130520"/>
                  </a:lnTo>
                  <a:lnTo>
                    <a:pt x="1004868" y="58944"/>
                  </a:lnTo>
                  <a:lnTo>
                    <a:pt x="556466" y="683478"/>
                  </a:lnTo>
                  <a:lnTo>
                    <a:pt x="679268" y="752949"/>
                  </a:lnTo>
                  <a:moveTo>
                    <a:pt x="1004868" y="58944"/>
                  </a:moveTo>
                  <a:lnTo>
                    <a:pt x="1125564" y="130520"/>
                  </a:lnTo>
                  <a:lnTo>
                    <a:pt x="828735" y="750142"/>
                  </a:lnTo>
                  <a:lnTo>
                    <a:pt x="707337" y="678566"/>
                  </a:lnTo>
                  <a:lnTo>
                    <a:pt x="1004868" y="58944"/>
                  </a:lnTo>
                  <a:moveTo>
                    <a:pt x="828735" y="750142"/>
                  </a:moveTo>
                  <a:lnTo>
                    <a:pt x="1286259" y="108065"/>
                  </a:lnTo>
                  <a:lnTo>
                    <a:pt x="1161352" y="40699"/>
                  </a:lnTo>
                  <a:lnTo>
                    <a:pt x="707337" y="678566"/>
                  </a:lnTo>
                  <a:lnTo>
                    <a:pt x="828735" y="750142"/>
                  </a:lnTo>
                  <a:moveTo>
                    <a:pt x="1161352" y="40699"/>
                  </a:moveTo>
                  <a:lnTo>
                    <a:pt x="910837" y="695408"/>
                  </a:lnTo>
                  <a:lnTo>
                    <a:pt x="1036445" y="759966"/>
                  </a:lnTo>
                  <a:lnTo>
                    <a:pt x="1286259" y="108065"/>
                  </a:lnTo>
                  <a:lnTo>
                    <a:pt x="1161352" y="40699"/>
                  </a:lnTo>
                  <a:moveTo>
                    <a:pt x="1036445" y="759966"/>
                  </a:moveTo>
                  <a:lnTo>
                    <a:pt x="1467304" y="113679"/>
                  </a:lnTo>
                  <a:lnTo>
                    <a:pt x="1343800" y="46313"/>
                  </a:lnTo>
                  <a:lnTo>
                    <a:pt x="910837" y="695408"/>
                  </a:lnTo>
                  <a:lnTo>
                    <a:pt x="1036445" y="759966"/>
                  </a:lnTo>
                  <a:moveTo>
                    <a:pt x="1343800" y="46313"/>
                  </a:moveTo>
                  <a:lnTo>
                    <a:pt x="1047673" y="721371"/>
                  </a:lnTo>
                  <a:lnTo>
                    <a:pt x="1170475" y="791544"/>
                  </a:lnTo>
                  <a:lnTo>
                    <a:pt x="1467304" y="113679"/>
                  </a:lnTo>
                  <a:lnTo>
                    <a:pt x="1343800" y="46313"/>
                  </a:lnTo>
                  <a:moveTo>
                    <a:pt x="1170475" y="791544"/>
                  </a:moveTo>
                  <a:lnTo>
                    <a:pt x="1618174" y="168413"/>
                  </a:lnTo>
                  <a:lnTo>
                    <a:pt x="1494671" y="98943"/>
                  </a:lnTo>
                  <a:lnTo>
                    <a:pt x="1047673" y="721371"/>
                  </a:lnTo>
                  <a:lnTo>
                    <a:pt x="1170475" y="791544"/>
                  </a:lnTo>
                  <a:moveTo>
                    <a:pt x="1494671" y="98943"/>
                  </a:moveTo>
                  <a:lnTo>
                    <a:pt x="1618174" y="168413"/>
                  </a:lnTo>
                  <a:lnTo>
                    <a:pt x="1369062" y="752949"/>
                  </a:lnTo>
                  <a:lnTo>
                    <a:pt x="1246261" y="683478"/>
                  </a:lnTo>
                  <a:lnTo>
                    <a:pt x="1494671" y="98943"/>
                  </a:lnTo>
                  <a:moveTo>
                    <a:pt x="1369062" y="752949"/>
                  </a:moveTo>
                  <a:lnTo>
                    <a:pt x="1773957" y="196482"/>
                  </a:lnTo>
                  <a:lnTo>
                    <a:pt x="1649752" y="128415"/>
                  </a:lnTo>
                  <a:lnTo>
                    <a:pt x="1246261" y="683478"/>
                  </a:lnTo>
                  <a:lnTo>
                    <a:pt x="1369062" y="752949"/>
                  </a:lnTo>
                  <a:moveTo>
                    <a:pt x="1649752" y="128415"/>
                  </a:moveTo>
                  <a:lnTo>
                    <a:pt x="1392219" y="779615"/>
                  </a:lnTo>
                  <a:lnTo>
                    <a:pt x="1515723" y="847682"/>
                  </a:lnTo>
                  <a:lnTo>
                    <a:pt x="1773957" y="196482"/>
                  </a:lnTo>
                  <a:lnTo>
                    <a:pt x="1649752" y="128415"/>
                  </a:lnTo>
                  <a:moveTo>
                    <a:pt x="1515723" y="847682"/>
                  </a:moveTo>
                  <a:lnTo>
                    <a:pt x="1922723" y="282794"/>
                  </a:lnTo>
                  <a:lnTo>
                    <a:pt x="1799921" y="212622"/>
                  </a:lnTo>
                  <a:lnTo>
                    <a:pt x="1392219" y="779615"/>
                  </a:lnTo>
                  <a:lnTo>
                    <a:pt x="1515723" y="847682"/>
                  </a:lnTo>
                  <a:moveTo>
                    <a:pt x="1799921" y="212622"/>
                  </a:moveTo>
                  <a:lnTo>
                    <a:pt x="1537476" y="819613"/>
                  </a:lnTo>
                  <a:lnTo>
                    <a:pt x="1660278" y="889785"/>
                  </a:lnTo>
                  <a:lnTo>
                    <a:pt x="1922723" y="282794"/>
                  </a:lnTo>
                  <a:lnTo>
                    <a:pt x="1799921" y="212622"/>
                  </a:lnTo>
                  <a:moveTo>
                    <a:pt x="1660278" y="889785"/>
                  </a:moveTo>
                  <a:lnTo>
                    <a:pt x="2046928" y="364896"/>
                  </a:lnTo>
                  <a:lnTo>
                    <a:pt x="1926231" y="291917"/>
                  </a:lnTo>
                  <a:lnTo>
                    <a:pt x="1537476" y="819613"/>
                  </a:lnTo>
                  <a:lnTo>
                    <a:pt x="1660278" y="889785"/>
                  </a:lnTo>
                  <a:moveTo>
                    <a:pt x="1926231" y="291917"/>
                  </a:moveTo>
                  <a:lnTo>
                    <a:pt x="1654664" y="842770"/>
                  </a:lnTo>
                  <a:lnTo>
                    <a:pt x="1774659" y="917152"/>
                  </a:lnTo>
                  <a:lnTo>
                    <a:pt x="2046928" y="364896"/>
                  </a:lnTo>
                  <a:lnTo>
                    <a:pt x="1926231" y="291917"/>
                  </a:lnTo>
                  <a:moveTo>
                    <a:pt x="1774659" y="917152"/>
                  </a:moveTo>
                  <a:lnTo>
                    <a:pt x="2138853" y="441384"/>
                  </a:lnTo>
                  <a:lnTo>
                    <a:pt x="2016754" y="370510"/>
                  </a:lnTo>
                  <a:lnTo>
                    <a:pt x="1654664" y="842770"/>
                  </a:lnTo>
                  <a:lnTo>
                    <a:pt x="1774659" y="917152"/>
                  </a:lnTo>
                  <a:moveTo>
                    <a:pt x="2016754" y="370510"/>
                  </a:moveTo>
                  <a:lnTo>
                    <a:pt x="1769045" y="961361"/>
                  </a:lnTo>
                  <a:lnTo>
                    <a:pt x="1891145" y="1034340"/>
                  </a:lnTo>
                  <a:lnTo>
                    <a:pt x="2138853" y="441384"/>
                  </a:lnTo>
                  <a:lnTo>
                    <a:pt x="2016754" y="370510"/>
                  </a:lnTo>
                  <a:moveTo>
                    <a:pt x="1891145" y="1034340"/>
                  </a:moveTo>
                  <a:lnTo>
                    <a:pt x="2329722" y="496820"/>
                  </a:lnTo>
                  <a:lnTo>
                    <a:pt x="2210429" y="421735"/>
                  </a:lnTo>
                  <a:lnTo>
                    <a:pt x="1769045" y="961361"/>
                  </a:lnTo>
                  <a:lnTo>
                    <a:pt x="1891145" y="1034340"/>
                  </a:lnTo>
                  <a:moveTo>
                    <a:pt x="2210429" y="421735"/>
                  </a:moveTo>
                  <a:lnTo>
                    <a:pt x="1902373" y="1070830"/>
                  </a:lnTo>
                  <a:lnTo>
                    <a:pt x="2021666" y="1148020"/>
                  </a:lnTo>
                  <a:lnTo>
                    <a:pt x="2329722" y="496820"/>
                  </a:lnTo>
                  <a:lnTo>
                    <a:pt x="2210429" y="421735"/>
                  </a:lnTo>
                  <a:moveTo>
                    <a:pt x="2021666" y="1148020"/>
                  </a:moveTo>
                  <a:lnTo>
                    <a:pt x="2440595" y="660322"/>
                  </a:lnTo>
                  <a:lnTo>
                    <a:pt x="2319196" y="586641"/>
                  </a:lnTo>
                  <a:lnTo>
                    <a:pt x="1902373" y="1070830"/>
                  </a:lnTo>
                  <a:lnTo>
                    <a:pt x="2021666" y="1148020"/>
                  </a:lnTo>
                  <a:moveTo>
                    <a:pt x="2319196" y="586641"/>
                  </a:moveTo>
                  <a:lnTo>
                    <a:pt x="2066576" y="1213280"/>
                  </a:lnTo>
                  <a:lnTo>
                    <a:pt x="2192184" y="1276435"/>
                  </a:lnTo>
                  <a:lnTo>
                    <a:pt x="2440595" y="660322"/>
                  </a:lnTo>
                  <a:lnTo>
                    <a:pt x="2319196" y="586641"/>
                  </a:lnTo>
                  <a:moveTo>
                    <a:pt x="2192184" y="1276435"/>
                  </a:moveTo>
                  <a:lnTo>
                    <a:pt x="2550064" y="696109"/>
                  </a:lnTo>
                  <a:lnTo>
                    <a:pt x="2425858" y="630849"/>
                  </a:lnTo>
                  <a:lnTo>
                    <a:pt x="2066576" y="1213280"/>
                  </a:lnTo>
                  <a:lnTo>
                    <a:pt x="2192184" y="1276435"/>
                  </a:lnTo>
                  <a:moveTo>
                    <a:pt x="2425858" y="630849"/>
                  </a:moveTo>
                  <a:lnTo>
                    <a:pt x="2121310" y="1312223"/>
                  </a:lnTo>
                  <a:lnTo>
                    <a:pt x="2241305" y="1387307"/>
                  </a:lnTo>
                  <a:lnTo>
                    <a:pt x="2550064" y="696109"/>
                  </a:lnTo>
                  <a:lnTo>
                    <a:pt x="2425858" y="630849"/>
                  </a:lnTo>
                  <a:moveTo>
                    <a:pt x="2241305" y="1387307"/>
                  </a:moveTo>
                  <a:lnTo>
                    <a:pt x="2667251" y="880663"/>
                  </a:lnTo>
                  <a:lnTo>
                    <a:pt x="2549362" y="802070"/>
                  </a:lnTo>
                  <a:lnTo>
                    <a:pt x="2121310" y="1312223"/>
                  </a:lnTo>
                  <a:lnTo>
                    <a:pt x="2241305" y="1387307"/>
                  </a:lnTo>
                  <a:moveTo>
                    <a:pt x="2549362" y="802070"/>
                  </a:moveTo>
                  <a:lnTo>
                    <a:pt x="2243410" y="1390816"/>
                  </a:lnTo>
                  <a:lnTo>
                    <a:pt x="2359896" y="1470812"/>
                  </a:lnTo>
                  <a:lnTo>
                    <a:pt x="2667251" y="880663"/>
                  </a:lnTo>
                  <a:lnTo>
                    <a:pt x="2549362" y="802070"/>
                  </a:lnTo>
                  <a:moveTo>
                    <a:pt x="2359896" y="1470812"/>
                  </a:moveTo>
                  <a:lnTo>
                    <a:pt x="2804088" y="969080"/>
                  </a:lnTo>
                  <a:lnTo>
                    <a:pt x="2684794" y="891890"/>
                  </a:lnTo>
                  <a:lnTo>
                    <a:pt x="2243410" y="1390816"/>
                  </a:lnTo>
                  <a:lnTo>
                    <a:pt x="2359896" y="1470812"/>
                  </a:lnTo>
                  <a:moveTo>
                    <a:pt x="2684794" y="891890"/>
                  </a:moveTo>
                  <a:lnTo>
                    <a:pt x="2390772" y="1547300"/>
                  </a:lnTo>
                  <a:lnTo>
                    <a:pt x="2513574" y="1616771"/>
                  </a:lnTo>
                  <a:lnTo>
                    <a:pt x="2804088" y="969080"/>
                  </a:lnTo>
                  <a:lnTo>
                    <a:pt x="2684794" y="891890"/>
                  </a:lnTo>
                  <a:moveTo>
                    <a:pt x="2513574" y="1616771"/>
                  </a:moveTo>
                  <a:lnTo>
                    <a:pt x="2895312" y="1066620"/>
                  </a:lnTo>
                  <a:lnTo>
                    <a:pt x="2773212" y="996447"/>
                  </a:lnTo>
                  <a:lnTo>
                    <a:pt x="2390772" y="1547300"/>
                  </a:lnTo>
                  <a:lnTo>
                    <a:pt x="2513574" y="1616771"/>
                  </a:lnTo>
                  <a:moveTo>
                    <a:pt x="2773212" y="996447"/>
                  </a:moveTo>
                  <a:lnTo>
                    <a:pt x="2461646" y="1667295"/>
                  </a:lnTo>
                  <a:lnTo>
                    <a:pt x="2583045" y="1738871"/>
                  </a:lnTo>
                  <a:lnTo>
                    <a:pt x="2895312" y="1066620"/>
                  </a:lnTo>
                  <a:lnTo>
                    <a:pt x="2773212" y="996447"/>
                  </a:lnTo>
                  <a:moveTo>
                    <a:pt x="2583045" y="1738871"/>
                  </a:moveTo>
                  <a:lnTo>
                    <a:pt x="2980220" y="1192228"/>
                  </a:lnTo>
                  <a:lnTo>
                    <a:pt x="2856015" y="1124863"/>
                  </a:lnTo>
                  <a:lnTo>
                    <a:pt x="2461646" y="1667295"/>
                  </a:lnTo>
                  <a:lnTo>
                    <a:pt x="2583045" y="1738871"/>
                  </a:lnTo>
                  <a:moveTo>
                    <a:pt x="2856015" y="1124863"/>
                  </a:moveTo>
                  <a:lnTo>
                    <a:pt x="2601289" y="1784483"/>
                  </a:lnTo>
                  <a:lnTo>
                    <a:pt x="2725494" y="1852550"/>
                  </a:lnTo>
                  <a:lnTo>
                    <a:pt x="2980220" y="1192228"/>
                  </a:lnTo>
                  <a:lnTo>
                    <a:pt x="2856015" y="1124863"/>
                  </a:lnTo>
                  <a:moveTo>
                    <a:pt x="2725494" y="1852550"/>
                  </a:moveTo>
                  <a:lnTo>
                    <a:pt x="3126179" y="1312223"/>
                  </a:lnTo>
                  <a:lnTo>
                    <a:pt x="3004781" y="1239945"/>
                  </a:lnTo>
                  <a:lnTo>
                    <a:pt x="2601289" y="1784483"/>
                  </a:lnTo>
                  <a:lnTo>
                    <a:pt x="2725494" y="1852550"/>
                  </a:lnTo>
                  <a:moveTo>
                    <a:pt x="3004781" y="1239945"/>
                  </a:moveTo>
                  <a:lnTo>
                    <a:pt x="2714267" y="1869392"/>
                  </a:lnTo>
                  <a:lnTo>
                    <a:pt x="2834262" y="1944476"/>
                  </a:lnTo>
                  <a:lnTo>
                    <a:pt x="3126179" y="1312223"/>
                  </a:lnTo>
                  <a:lnTo>
                    <a:pt x="3004781" y="1239945"/>
                  </a:lnTo>
                  <a:moveTo>
                    <a:pt x="2834262" y="1944476"/>
                  </a:moveTo>
                  <a:lnTo>
                    <a:pt x="3230034" y="1468006"/>
                  </a:lnTo>
                  <a:lnTo>
                    <a:pt x="3110039" y="1392921"/>
                  </a:lnTo>
                  <a:lnTo>
                    <a:pt x="2714267" y="1869392"/>
                  </a:lnTo>
                  <a:lnTo>
                    <a:pt x="2834262" y="1944476"/>
                  </a:lnTo>
                  <a:moveTo>
                    <a:pt x="3110039" y="1392921"/>
                  </a:moveTo>
                  <a:lnTo>
                    <a:pt x="2822332" y="2030086"/>
                  </a:lnTo>
                  <a:lnTo>
                    <a:pt x="2942327" y="2105171"/>
                  </a:lnTo>
                  <a:lnTo>
                    <a:pt x="3230034" y="1468006"/>
                  </a:lnTo>
                  <a:lnTo>
                    <a:pt x="3110039" y="1392921"/>
                  </a:lnTo>
                  <a:moveTo>
                    <a:pt x="2942327" y="2105171"/>
                  </a:moveTo>
                  <a:lnTo>
                    <a:pt x="3372484" y="1590807"/>
                  </a:lnTo>
                  <a:lnTo>
                    <a:pt x="3253892" y="1514319"/>
                  </a:lnTo>
                  <a:lnTo>
                    <a:pt x="2822332" y="2030086"/>
                  </a:lnTo>
                  <a:lnTo>
                    <a:pt x="2942327" y="2105171"/>
                  </a:lnTo>
                  <a:moveTo>
                    <a:pt x="3253892" y="1514319"/>
                  </a:moveTo>
                  <a:lnTo>
                    <a:pt x="2974606" y="2100259"/>
                  </a:lnTo>
                  <a:lnTo>
                    <a:pt x="3096005" y="2171834"/>
                  </a:lnTo>
                  <a:lnTo>
                    <a:pt x="3372484" y="1590807"/>
                  </a:lnTo>
                  <a:lnTo>
                    <a:pt x="3253892" y="1514319"/>
                  </a:lnTo>
                  <a:moveTo>
                    <a:pt x="3096005" y="2171834"/>
                  </a:moveTo>
                  <a:lnTo>
                    <a:pt x="3456691" y="1663786"/>
                  </a:lnTo>
                  <a:lnTo>
                    <a:pt x="3331784" y="1597824"/>
                  </a:lnTo>
                  <a:lnTo>
                    <a:pt x="2974606" y="2100259"/>
                  </a:lnTo>
                  <a:lnTo>
                    <a:pt x="3096005" y="2171834"/>
                  </a:lnTo>
                  <a:moveTo>
                    <a:pt x="3331784" y="1597824"/>
                  </a:moveTo>
                  <a:lnTo>
                    <a:pt x="3085479" y="2253234"/>
                  </a:lnTo>
                  <a:lnTo>
                    <a:pt x="3211087" y="2318495"/>
                  </a:lnTo>
                  <a:lnTo>
                    <a:pt x="3456691" y="1663786"/>
                  </a:lnTo>
                  <a:lnTo>
                    <a:pt x="3331784" y="1597824"/>
                  </a:lnTo>
                  <a:moveTo>
                    <a:pt x="3211087" y="2318495"/>
                  </a:moveTo>
                  <a:lnTo>
                    <a:pt x="3554932" y="1813955"/>
                  </a:lnTo>
                  <a:lnTo>
                    <a:pt x="3431429" y="1745888"/>
                  </a:lnTo>
                  <a:lnTo>
                    <a:pt x="3085479" y="2253234"/>
                  </a:lnTo>
                  <a:lnTo>
                    <a:pt x="3211087" y="2318495"/>
                  </a:lnTo>
                  <a:moveTo>
                    <a:pt x="3431429" y="1745888"/>
                  </a:moveTo>
                  <a:lnTo>
                    <a:pt x="3168282" y="2355686"/>
                  </a:lnTo>
                  <a:lnTo>
                    <a:pt x="3288979" y="2430771"/>
                  </a:lnTo>
                  <a:lnTo>
                    <a:pt x="3554932" y="1813955"/>
                  </a:lnTo>
                  <a:lnTo>
                    <a:pt x="3431429" y="1745888"/>
                  </a:lnTo>
                  <a:moveTo>
                    <a:pt x="3288979" y="2430771"/>
                  </a:moveTo>
                  <a:lnTo>
                    <a:pt x="3697382" y="1951493"/>
                  </a:lnTo>
                  <a:lnTo>
                    <a:pt x="3573878" y="1879216"/>
                  </a:lnTo>
                  <a:lnTo>
                    <a:pt x="3168282" y="2355686"/>
                  </a:lnTo>
                  <a:lnTo>
                    <a:pt x="3288979" y="2430771"/>
                  </a:lnTo>
                  <a:moveTo>
                    <a:pt x="3573878" y="1879216"/>
                  </a:moveTo>
                  <a:lnTo>
                    <a:pt x="3333889" y="2529714"/>
                  </a:lnTo>
                  <a:lnTo>
                    <a:pt x="3460901" y="2591465"/>
                  </a:lnTo>
                  <a:lnTo>
                    <a:pt x="3697382" y="1951493"/>
                  </a:lnTo>
                  <a:lnTo>
                    <a:pt x="3573878" y="1879216"/>
                  </a:lnTo>
                  <a:moveTo>
                    <a:pt x="3460901" y="2591465"/>
                  </a:moveTo>
                  <a:lnTo>
                    <a:pt x="3816675" y="2018859"/>
                  </a:lnTo>
                  <a:lnTo>
                    <a:pt x="3692470" y="1952897"/>
                  </a:lnTo>
                  <a:lnTo>
                    <a:pt x="3333889" y="2529714"/>
                  </a:lnTo>
                  <a:lnTo>
                    <a:pt x="3460901" y="2591465"/>
                  </a:lnTo>
                  <a:moveTo>
                    <a:pt x="3692470" y="1952897"/>
                  </a:moveTo>
                  <a:lnTo>
                    <a:pt x="3418096" y="2575326"/>
                  </a:lnTo>
                  <a:lnTo>
                    <a:pt x="3539494" y="2648305"/>
                  </a:lnTo>
                  <a:lnTo>
                    <a:pt x="3816675" y="2018859"/>
                  </a:lnTo>
                  <a:lnTo>
                    <a:pt x="3692470" y="1952897"/>
                  </a:lnTo>
                  <a:moveTo>
                    <a:pt x="3539494" y="2648305"/>
                  </a:moveTo>
                  <a:lnTo>
                    <a:pt x="3959125" y="2119907"/>
                  </a:lnTo>
                  <a:lnTo>
                    <a:pt x="3837727" y="2046928"/>
                  </a:lnTo>
                  <a:lnTo>
                    <a:pt x="3418096" y="2575326"/>
                  </a:lnTo>
                  <a:lnTo>
                    <a:pt x="3539494" y="2648305"/>
                  </a:lnTo>
                  <a:moveTo>
                    <a:pt x="3837727" y="2046928"/>
                  </a:moveTo>
                  <a:lnTo>
                    <a:pt x="3959125" y="2119907"/>
                  </a:lnTo>
                  <a:lnTo>
                    <a:pt x="3700890" y="2713565"/>
                  </a:lnTo>
                  <a:lnTo>
                    <a:pt x="3576685" y="2646200"/>
                  </a:lnTo>
                  <a:lnTo>
                    <a:pt x="3837727" y="2046928"/>
                  </a:lnTo>
                  <a:moveTo>
                    <a:pt x="3700890" y="2713565"/>
                  </a:moveTo>
                  <a:lnTo>
                    <a:pt x="4108592" y="2104469"/>
                  </a:lnTo>
                  <a:lnTo>
                    <a:pt x="3982983" y="2039910"/>
                  </a:lnTo>
                  <a:lnTo>
                    <a:pt x="3576685" y="2646200"/>
                  </a:lnTo>
                  <a:lnTo>
                    <a:pt x="3700890" y="2713565"/>
                  </a:lnTo>
                  <a:moveTo>
                    <a:pt x="3982983" y="2039910"/>
                  </a:moveTo>
                  <a:lnTo>
                    <a:pt x="3737380" y="2685496"/>
                  </a:lnTo>
                  <a:lnTo>
                    <a:pt x="3862287" y="2752160"/>
                  </a:lnTo>
                  <a:lnTo>
                    <a:pt x="4108592" y="2104469"/>
                  </a:lnTo>
                  <a:lnTo>
                    <a:pt x="3982983" y="2039910"/>
                  </a:lnTo>
                  <a:moveTo>
                    <a:pt x="3862287" y="2752160"/>
                  </a:moveTo>
                  <a:lnTo>
                    <a:pt x="4295952" y="2147274"/>
                  </a:lnTo>
                  <a:lnTo>
                    <a:pt x="4175957" y="2073593"/>
                  </a:lnTo>
                  <a:lnTo>
                    <a:pt x="3737380" y="2685496"/>
                  </a:lnTo>
                  <a:lnTo>
                    <a:pt x="3862287" y="2752160"/>
                  </a:lnTo>
                  <a:moveTo>
                    <a:pt x="4175957" y="2073593"/>
                  </a:moveTo>
                  <a:lnTo>
                    <a:pt x="3853165" y="2696724"/>
                  </a:lnTo>
                  <a:lnTo>
                    <a:pt x="3972458" y="2771107"/>
                  </a:lnTo>
                  <a:lnTo>
                    <a:pt x="4295952" y="2147274"/>
                  </a:lnTo>
                  <a:lnTo>
                    <a:pt x="4175957" y="2073593"/>
                  </a:lnTo>
                  <a:moveTo>
                    <a:pt x="3972458" y="2771107"/>
                  </a:moveTo>
                  <a:lnTo>
                    <a:pt x="4425771" y="2147274"/>
                  </a:lnTo>
                  <a:lnTo>
                    <a:pt x="4302969" y="2077102"/>
                  </a:lnTo>
                  <a:lnTo>
                    <a:pt x="3853165" y="2696724"/>
                  </a:lnTo>
                  <a:lnTo>
                    <a:pt x="3972458" y="2771107"/>
                  </a:lnTo>
                  <a:moveTo>
                    <a:pt x="4302969" y="2077102"/>
                  </a:moveTo>
                  <a:lnTo>
                    <a:pt x="4425771" y="2147274"/>
                  </a:lnTo>
                  <a:lnTo>
                    <a:pt x="4149292" y="2785843"/>
                  </a:lnTo>
                  <a:lnTo>
                    <a:pt x="4026490" y="2716372"/>
                  </a:lnTo>
                  <a:lnTo>
                    <a:pt x="4302969" y="2077102"/>
                  </a:lnTo>
                  <a:moveTo>
                    <a:pt x="4149292" y="2785843"/>
                  </a:moveTo>
                  <a:lnTo>
                    <a:pt x="4625762" y="2119907"/>
                  </a:lnTo>
                  <a:lnTo>
                    <a:pt x="4501557" y="2052541"/>
                  </a:lnTo>
                  <a:lnTo>
                    <a:pt x="4026490" y="2716372"/>
                  </a:lnTo>
                  <a:lnTo>
                    <a:pt x="4149292" y="2785843"/>
                  </a:lnTo>
                  <a:moveTo>
                    <a:pt x="4501557" y="2052541"/>
                  </a:moveTo>
                  <a:lnTo>
                    <a:pt x="4625762" y="2119907"/>
                  </a:lnTo>
                  <a:lnTo>
                    <a:pt x="4367528" y="2783738"/>
                  </a:lnTo>
                  <a:lnTo>
                    <a:pt x="4241919" y="2719179"/>
                  </a:lnTo>
                  <a:lnTo>
                    <a:pt x="4501557" y="2052541"/>
                  </a:lnTo>
                  <a:moveTo>
                    <a:pt x="4367528" y="2783738"/>
                  </a:moveTo>
                  <a:lnTo>
                    <a:pt x="4804702" y="2122714"/>
                  </a:lnTo>
                  <a:lnTo>
                    <a:pt x="4679795" y="2056752"/>
                  </a:lnTo>
                  <a:lnTo>
                    <a:pt x="4241919" y="2719179"/>
                  </a:lnTo>
                  <a:lnTo>
                    <a:pt x="4367528" y="2783738"/>
                  </a:lnTo>
                  <a:moveTo>
                    <a:pt x="4679795" y="2056752"/>
                  </a:moveTo>
                  <a:lnTo>
                    <a:pt x="4403316" y="2724091"/>
                  </a:lnTo>
                  <a:lnTo>
                    <a:pt x="4528924" y="2787948"/>
                  </a:lnTo>
                  <a:lnTo>
                    <a:pt x="4804702" y="2122714"/>
                  </a:lnTo>
                  <a:lnTo>
                    <a:pt x="4679795" y="2056752"/>
                  </a:lnTo>
                  <a:moveTo>
                    <a:pt x="4528924" y="2787948"/>
                  </a:moveTo>
                  <a:lnTo>
                    <a:pt x="4929609" y="2140257"/>
                  </a:lnTo>
                  <a:lnTo>
                    <a:pt x="4803298" y="2076400"/>
                  </a:lnTo>
                  <a:lnTo>
                    <a:pt x="4403316" y="2724091"/>
                  </a:lnTo>
                  <a:lnTo>
                    <a:pt x="4528924" y="2787948"/>
                  </a:lnTo>
                  <a:moveTo>
                    <a:pt x="4803298" y="2076400"/>
                  </a:moveTo>
                  <a:lnTo>
                    <a:pt x="4929609" y="2140257"/>
                  </a:lnTo>
                  <a:lnTo>
                    <a:pt x="4681199" y="2757072"/>
                  </a:lnTo>
                  <a:lnTo>
                    <a:pt x="4556292" y="2691110"/>
                  </a:lnTo>
                  <a:lnTo>
                    <a:pt x="4803298" y="2076400"/>
                  </a:lnTo>
                  <a:moveTo>
                    <a:pt x="4681199" y="2757072"/>
                  </a:moveTo>
                  <a:lnTo>
                    <a:pt x="5102934" y="2119907"/>
                  </a:lnTo>
                  <a:lnTo>
                    <a:pt x="4978729" y="2053243"/>
                  </a:lnTo>
                  <a:lnTo>
                    <a:pt x="4556292" y="2691110"/>
                  </a:lnTo>
                  <a:lnTo>
                    <a:pt x="4681199" y="2757072"/>
                  </a:lnTo>
                  <a:moveTo>
                    <a:pt x="4978729" y="2053243"/>
                  </a:moveTo>
                  <a:lnTo>
                    <a:pt x="4699443" y="2720582"/>
                  </a:lnTo>
                  <a:lnTo>
                    <a:pt x="4823648" y="2786544"/>
                  </a:lnTo>
                  <a:lnTo>
                    <a:pt x="5102934" y="2119907"/>
                  </a:lnTo>
                  <a:lnTo>
                    <a:pt x="4978729" y="2053243"/>
                  </a:lnTo>
                  <a:moveTo>
                    <a:pt x="4823648" y="2786544"/>
                  </a:moveTo>
                  <a:lnTo>
                    <a:pt x="5248191" y="2144467"/>
                  </a:lnTo>
                  <a:lnTo>
                    <a:pt x="5123986" y="2078505"/>
                  </a:lnTo>
                  <a:lnTo>
                    <a:pt x="4699443" y="2720582"/>
                  </a:lnTo>
                  <a:lnTo>
                    <a:pt x="4823648" y="2786544"/>
                  </a:lnTo>
                  <a:moveTo>
                    <a:pt x="5123986" y="2078505"/>
                  </a:moveTo>
                  <a:lnTo>
                    <a:pt x="5248191" y="2144467"/>
                  </a:lnTo>
                  <a:lnTo>
                    <a:pt x="4990659" y="2767598"/>
                  </a:lnTo>
                  <a:lnTo>
                    <a:pt x="4867857" y="2696724"/>
                  </a:lnTo>
                  <a:lnTo>
                    <a:pt x="5123986" y="2078505"/>
                  </a:lnTo>
                  <a:moveTo>
                    <a:pt x="4990659" y="2767598"/>
                  </a:moveTo>
                  <a:lnTo>
                    <a:pt x="5373098" y="2263059"/>
                  </a:lnTo>
                  <a:lnTo>
                    <a:pt x="5249595" y="2192886"/>
                  </a:lnTo>
                  <a:lnTo>
                    <a:pt x="4867857" y="2696724"/>
                  </a:lnTo>
                  <a:lnTo>
                    <a:pt x="4990659" y="2767598"/>
                  </a:lnTo>
                  <a:moveTo>
                    <a:pt x="5249595" y="2192886"/>
                  </a:moveTo>
                  <a:lnTo>
                    <a:pt x="5048200" y="2695320"/>
                  </a:lnTo>
                  <a:lnTo>
                    <a:pt x="5168195" y="2773212"/>
                  </a:lnTo>
                  <a:lnTo>
                    <a:pt x="5373098" y="2263059"/>
                  </a:lnTo>
                  <a:lnTo>
                    <a:pt x="5249595" y="2192886"/>
                  </a:lnTo>
                  <a:moveTo>
                    <a:pt x="5168195" y="2773212"/>
                  </a:moveTo>
                  <a:lnTo>
                    <a:pt x="5482567" y="2449015"/>
                  </a:lnTo>
                  <a:lnTo>
                    <a:pt x="5377308" y="2356388"/>
                  </a:lnTo>
                  <a:lnTo>
                    <a:pt x="5048200" y="2695320"/>
                  </a:lnTo>
                  <a:lnTo>
                    <a:pt x="5168195" y="2773212"/>
                  </a:lnTo>
                  <a:moveTo>
                    <a:pt x="5377308" y="2356388"/>
                  </a:moveTo>
                  <a:lnTo>
                    <a:pt x="5482567" y="2449015"/>
                  </a:lnTo>
                  <a:lnTo>
                    <a:pt x="5420114" y="2528310"/>
                  </a:lnTo>
                  <a:lnTo>
                    <a:pt x="5309943" y="2441296"/>
                  </a:lnTo>
                  <a:lnTo>
                    <a:pt x="5377308" y="2356388"/>
                  </a:ln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7" name="Rounded Rectangle 10">
              <a:extLst>
                <a:ext uri="{FF2B5EF4-FFF2-40B4-BE49-F238E27FC236}">
                  <a16:creationId xmlns:a16="http://schemas.microsoft.com/office/drawing/2014/main" id="{F8CAD97D-74BD-7CB0-8F1D-C7EABDEFC339}"/>
                </a:ext>
              </a:extLst>
            </p:cNvPr>
            <p:cNvSpPr/>
            <p:nvPr/>
          </p:nvSpPr>
          <p:spPr>
            <a:xfrm>
              <a:off x="2514763" y="1302266"/>
              <a:ext cx="5480025" cy="2716372"/>
            </a:xfrm>
            <a:custGeom>
              <a:avLst/>
              <a:gdLst/>
              <a:ahLst/>
              <a:cxnLst/>
              <a:rect l="0" t="0" r="0" b="0"/>
              <a:pathLst>
                <a:path w="5480025" h="2716372">
                  <a:moveTo>
                    <a:pt x="0" y="685796"/>
                  </a:moveTo>
                  <a:lnTo>
                    <a:pt x="217097" y="349458"/>
                  </a:lnTo>
                  <a:lnTo>
                    <a:pt x="0" y="13120"/>
                  </a:lnTo>
                  <a:lnTo>
                    <a:pt x="0" y="12631"/>
                  </a:lnTo>
                  <a:lnTo>
                    <a:pt x="1089695" y="12631"/>
                  </a:lnTo>
                  <a:cubicBezTo>
                    <a:pt x="1608097" y="12631"/>
                    <a:pt x="2104368" y="222725"/>
                    <a:pt x="2465193" y="594943"/>
                  </a:cubicBezTo>
                  <a:lnTo>
                    <a:pt x="3811496" y="1983758"/>
                  </a:lnTo>
                  <a:cubicBezTo>
                    <a:pt x="3842376" y="2015615"/>
                    <a:pt x="3884849" y="2033595"/>
                    <a:pt x="3929215" y="2033595"/>
                  </a:cubicBezTo>
                  <a:lnTo>
                    <a:pt x="5262489" y="2033595"/>
                  </a:lnTo>
                  <a:lnTo>
                    <a:pt x="5480025" y="2370422"/>
                  </a:lnTo>
                  <a:lnTo>
                    <a:pt x="5262490" y="2707249"/>
                  </a:lnTo>
                  <a:lnTo>
                    <a:pt x="3929215" y="2707250"/>
                  </a:lnTo>
                  <a:cubicBezTo>
                    <a:pt x="3702554" y="2707250"/>
                    <a:pt x="3485569" y="2615390"/>
                    <a:pt x="3327805" y="2452644"/>
                  </a:cubicBezTo>
                  <a:lnTo>
                    <a:pt x="1981501" y="1063829"/>
                  </a:lnTo>
                  <a:cubicBezTo>
                    <a:pt x="1747560" y="822500"/>
                    <a:pt x="1425802" y="686285"/>
                    <a:pt x="1089695" y="686285"/>
                  </a:cubicBezTo>
                  <a:lnTo>
                    <a:pt x="0" y="686285"/>
                  </a:lnTo>
                  <a:lnTo>
                    <a:pt x="0" y="685796"/>
                  </a:lnTo>
                  <a:close/>
                  <a:moveTo>
                    <a:pt x="0" y="685584"/>
                  </a:moveTo>
                  <a:cubicBezTo>
                    <a:pt x="64558" y="569097"/>
                    <a:pt x="151572" y="465944"/>
                    <a:pt x="216832" y="349458"/>
                  </a:cubicBezTo>
                  <a:cubicBezTo>
                    <a:pt x="138239" y="241392"/>
                    <a:pt x="70172" y="126310"/>
                    <a:pt x="0" y="13332"/>
                  </a:cubicBezTo>
                  <a:cubicBezTo>
                    <a:pt x="126310" y="2806"/>
                    <a:pt x="254023" y="2806"/>
                    <a:pt x="381035" y="12631"/>
                  </a:cubicBezTo>
                  <a:cubicBezTo>
                    <a:pt x="500329" y="21753"/>
                    <a:pt x="621025" y="20349"/>
                    <a:pt x="741020" y="12631"/>
                  </a:cubicBezTo>
                  <a:cubicBezTo>
                    <a:pt x="856804" y="4912"/>
                    <a:pt x="973992" y="0"/>
                    <a:pt x="1089776" y="12631"/>
                  </a:cubicBezTo>
                  <a:cubicBezTo>
                    <a:pt x="1211876" y="25963"/>
                    <a:pt x="1333275" y="27367"/>
                    <a:pt x="1452568" y="47015"/>
                  </a:cubicBezTo>
                  <a:cubicBezTo>
                    <a:pt x="1587299" y="70172"/>
                    <a:pt x="1716416" y="115784"/>
                    <a:pt x="1842024" y="166308"/>
                  </a:cubicBezTo>
                  <a:cubicBezTo>
                    <a:pt x="1966931" y="217534"/>
                    <a:pt x="2084821" y="285601"/>
                    <a:pt x="2194991" y="364194"/>
                  </a:cubicBezTo>
                  <a:cubicBezTo>
                    <a:pt x="2291829" y="431560"/>
                    <a:pt x="2376738" y="515065"/>
                    <a:pt x="2465155" y="595061"/>
                  </a:cubicBezTo>
                  <a:cubicBezTo>
                    <a:pt x="2613920" y="729090"/>
                    <a:pt x="2742336" y="884171"/>
                    <a:pt x="2883382" y="1026621"/>
                  </a:cubicBezTo>
                  <a:cubicBezTo>
                    <a:pt x="3048989" y="1192930"/>
                    <a:pt x="3201965" y="1372571"/>
                    <a:pt x="3373887" y="1532564"/>
                  </a:cubicBezTo>
                  <a:cubicBezTo>
                    <a:pt x="3527565" y="1675014"/>
                    <a:pt x="3670015" y="1828692"/>
                    <a:pt x="3811763" y="1983772"/>
                  </a:cubicBezTo>
                  <a:cubicBezTo>
                    <a:pt x="3841235" y="2016754"/>
                    <a:pt x="3885444" y="2038507"/>
                    <a:pt x="3928951" y="2033595"/>
                  </a:cubicBezTo>
                  <a:cubicBezTo>
                    <a:pt x="4169642" y="2005526"/>
                    <a:pt x="4413140" y="2028683"/>
                    <a:pt x="4654533" y="2033595"/>
                  </a:cubicBezTo>
                  <a:cubicBezTo>
                    <a:pt x="4857331" y="2037805"/>
                    <a:pt x="5060129" y="2034297"/>
                    <a:pt x="5262226" y="2033595"/>
                  </a:cubicBezTo>
                  <a:cubicBezTo>
                    <a:pt x="5340117" y="2142362"/>
                    <a:pt x="5411693" y="2255340"/>
                    <a:pt x="5479760" y="2370422"/>
                  </a:cubicBezTo>
                  <a:cubicBezTo>
                    <a:pt x="5414500" y="2486908"/>
                    <a:pt x="5340117" y="2598482"/>
                    <a:pt x="5262226" y="2707250"/>
                  </a:cubicBezTo>
                  <a:cubicBezTo>
                    <a:pt x="5117671" y="2716372"/>
                    <a:pt x="4971712" y="2709355"/>
                    <a:pt x="4826455" y="2707250"/>
                  </a:cubicBezTo>
                  <a:cubicBezTo>
                    <a:pt x="4673480" y="2705144"/>
                    <a:pt x="4521205" y="2707951"/>
                    <a:pt x="4368931" y="2707250"/>
                  </a:cubicBezTo>
                  <a:cubicBezTo>
                    <a:pt x="4222271" y="2706548"/>
                    <a:pt x="4075611" y="2707250"/>
                    <a:pt x="3928951" y="2707250"/>
                  </a:cubicBezTo>
                  <a:cubicBezTo>
                    <a:pt x="3816675" y="2707250"/>
                    <a:pt x="3705101" y="2686900"/>
                    <a:pt x="3604053" y="2641288"/>
                  </a:cubicBezTo>
                  <a:cubicBezTo>
                    <a:pt x="3502303" y="2595676"/>
                    <a:pt x="3399851" y="2540941"/>
                    <a:pt x="3327573" y="2452524"/>
                  </a:cubicBezTo>
                  <a:cubicBezTo>
                    <a:pt x="3254594" y="2364107"/>
                    <a:pt x="3173194" y="2282005"/>
                    <a:pt x="3087584" y="2204815"/>
                  </a:cubicBezTo>
                  <a:cubicBezTo>
                    <a:pt x="3010394" y="2135345"/>
                    <a:pt x="2944432" y="2053243"/>
                    <a:pt x="2870050" y="1980264"/>
                  </a:cubicBezTo>
                  <a:cubicBezTo>
                    <a:pt x="2788650" y="1900267"/>
                    <a:pt x="2716372" y="1811148"/>
                    <a:pt x="2631463" y="1734661"/>
                  </a:cubicBezTo>
                  <a:cubicBezTo>
                    <a:pt x="2561291" y="1670804"/>
                    <a:pt x="2503048" y="1594316"/>
                    <a:pt x="2433577" y="1530459"/>
                  </a:cubicBezTo>
                  <a:cubicBezTo>
                    <a:pt x="2355686" y="1458181"/>
                    <a:pt x="2295338" y="1367659"/>
                    <a:pt x="2211833" y="1301697"/>
                  </a:cubicBezTo>
                  <a:cubicBezTo>
                    <a:pt x="2125521" y="1232928"/>
                    <a:pt x="2061664" y="1139599"/>
                    <a:pt x="1981667" y="1063813"/>
                  </a:cubicBezTo>
                  <a:cubicBezTo>
                    <a:pt x="1858164" y="945923"/>
                    <a:pt x="1718521" y="853296"/>
                    <a:pt x="1566949" y="781720"/>
                  </a:cubicBezTo>
                  <a:cubicBezTo>
                    <a:pt x="1420288" y="712249"/>
                    <a:pt x="1255383" y="685584"/>
                    <a:pt x="1089776" y="686285"/>
                  </a:cubicBezTo>
                  <a:cubicBezTo>
                    <a:pt x="958554" y="686987"/>
                    <a:pt x="827332" y="684882"/>
                    <a:pt x="696811" y="686285"/>
                  </a:cubicBezTo>
                  <a:cubicBezTo>
                    <a:pt x="576115" y="687689"/>
                    <a:pt x="455418" y="682777"/>
                    <a:pt x="335423" y="686285"/>
                  </a:cubicBezTo>
                  <a:cubicBezTo>
                    <a:pt x="223849" y="689092"/>
                    <a:pt x="111574" y="689092"/>
                    <a:pt x="0" y="686285"/>
                  </a:cubicBezTo>
                </a:path>
              </a:pathLst>
            </a:custGeom>
            <a:noFill/>
            <a:ln w="2105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F8F36FC-E087-1E8F-CDD0-1E766967CB57}"/>
                </a:ext>
              </a:extLst>
            </p:cNvPr>
            <p:cNvSpPr txBox="1"/>
            <p:nvPr/>
          </p:nvSpPr>
          <p:spPr>
            <a:xfrm>
              <a:off x="2865190" y="1420155"/>
              <a:ext cx="69089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484848"/>
                  </a:solidFill>
                  <a:latin typeface="Shantell Sans"/>
                </a:rPr>
                <a:t>IIT Ropar
Electrical
Engineering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451D09A-5F0E-080D-7F50-839FFDA1051D}"/>
                </a:ext>
              </a:extLst>
            </p:cNvPr>
            <p:cNvSpPr txBox="1"/>
            <p:nvPr/>
          </p:nvSpPr>
          <p:spPr>
            <a:xfrm>
              <a:off x="1173065" y="2571705"/>
              <a:ext cx="7213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84848"/>
                  </a:solidFill>
                  <a:latin typeface="Shantell Sans"/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3B00DDF-C2A0-98B2-F9DB-0B76BF1323CE}"/>
                </a:ext>
              </a:extLst>
            </p:cNvPr>
            <p:cNvSpPr txBox="1"/>
            <p:nvPr/>
          </p:nvSpPr>
          <p:spPr>
            <a:xfrm>
              <a:off x="1433673" y="2359342"/>
              <a:ext cx="1107676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Shantell Sans"/>
                </a:rPr>
                <a:t>Practical
application of
embedded systems
and control
concepts.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F28134A-38C3-8E95-9DCA-A19F1C290BB1}"/>
                </a:ext>
              </a:extLst>
            </p:cNvPr>
            <p:cNvSpPr txBox="1"/>
            <p:nvPr/>
          </p:nvSpPr>
          <p:spPr>
            <a:xfrm>
              <a:off x="2865190" y="2430637"/>
              <a:ext cx="62677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484848"/>
                  </a:solidFill>
                  <a:latin typeface="Shantell Sans"/>
                </a:rPr>
                <a:t>IIT Ropar
Embedded
Systems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33FDDD1-2B75-E039-BA8A-736BB69FA23F}"/>
                </a:ext>
              </a:extLst>
            </p:cNvPr>
            <p:cNvSpPr txBox="1"/>
            <p:nvPr/>
          </p:nvSpPr>
          <p:spPr>
            <a:xfrm>
              <a:off x="1433673" y="1348860"/>
              <a:ext cx="1070806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Shantell Sans"/>
                </a:rPr>
                <a:t>Strong foundation
in control systems,
signal processing,
and digital
electronics.</a:t>
              </a:r>
            </a:p>
          </p:txBody>
        </p:sp>
        <p:sp>
          <p:nvSpPr>
            <p:cNvPr id="73" name="Rounded Rectangle 16">
              <a:extLst>
                <a:ext uri="{FF2B5EF4-FFF2-40B4-BE49-F238E27FC236}">
                  <a16:creationId xmlns:a16="http://schemas.microsoft.com/office/drawing/2014/main" id="{62137553-F0AB-7CB3-C23C-8DB3D228D234}"/>
                </a:ext>
              </a:extLst>
            </p:cNvPr>
            <p:cNvSpPr/>
            <p:nvPr/>
          </p:nvSpPr>
          <p:spPr>
            <a:xfrm>
              <a:off x="7403939" y="3504275"/>
              <a:ext cx="336827" cy="325599"/>
            </a:xfrm>
            <a:custGeom>
              <a:avLst/>
              <a:gdLst/>
              <a:ahLst/>
              <a:cxnLst/>
              <a:rect l="0" t="0" r="0" b="0"/>
              <a:pathLst>
                <a:path w="336827" h="325599">
                  <a:moveTo>
                    <a:pt x="238964" y="325234"/>
                  </a:moveTo>
                  <a:lnTo>
                    <a:pt x="238964" y="277812"/>
                  </a:lnTo>
                  <a:cubicBezTo>
                    <a:pt x="266219" y="277966"/>
                    <a:pt x="280086" y="276001"/>
                    <a:pt x="289671" y="266416"/>
                  </a:cubicBezTo>
                  <a:cubicBezTo>
                    <a:pt x="301909" y="254178"/>
                    <a:pt x="300744" y="202503"/>
                    <a:pt x="300744" y="202503"/>
                  </a:cubicBezTo>
                  <a:cubicBezTo>
                    <a:pt x="300744" y="202503"/>
                    <a:pt x="312393" y="202938"/>
                    <a:pt x="321178" y="202587"/>
                  </a:cubicBezTo>
                  <a:cubicBezTo>
                    <a:pt x="324292" y="202456"/>
                    <a:pt x="327176" y="200911"/>
                    <a:pt x="329010" y="198391"/>
                  </a:cubicBezTo>
                  <a:cubicBezTo>
                    <a:pt x="330257" y="195721"/>
                    <a:pt x="330743" y="192758"/>
                    <a:pt x="330413" y="189830"/>
                  </a:cubicBezTo>
                  <a:cubicBezTo>
                    <a:pt x="331999" y="167908"/>
                    <a:pt x="301151" y="130324"/>
                    <a:pt x="301151" y="119405"/>
                  </a:cubicBezTo>
                  <a:cubicBezTo>
                    <a:pt x="301151" y="50804"/>
                    <a:pt x="236368" y="11606"/>
                    <a:pt x="177564" y="11606"/>
                  </a:cubicBezTo>
                  <a:moveTo>
                    <a:pt x="102592" y="277503"/>
                  </a:moveTo>
                  <a:lnTo>
                    <a:pt x="102592" y="325220"/>
                  </a:lnTo>
                  <a:moveTo>
                    <a:pt x="112331" y="243399"/>
                  </a:moveTo>
                  <a:cubicBezTo>
                    <a:pt x="138688" y="243399"/>
                    <a:pt x="160049" y="191514"/>
                    <a:pt x="160049" y="127503"/>
                  </a:cubicBezTo>
                  <a:cubicBezTo>
                    <a:pt x="160049" y="63491"/>
                    <a:pt x="138688" y="11606"/>
                    <a:pt x="112331" y="11606"/>
                  </a:cubicBezTo>
                  <a:cubicBezTo>
                    <a:pt x="85961" y="11606"/>
                    <a:pt x="64600" y="63491"/>
                    <a:pt x="64600" y="127503"/>
                  </a:cubicBezTo>
                  <a:cubicBezTo>
                    <a:pt x="64600" y="191500"/>
                    <a:pt x="85961" y="243399"/>
                    <a:pt x="112317" y="243399"/>
                  </a:cubicBezTo>
                  <a:close/>
                  <a:moveTo>
                    <a:pt x="1403" y="0"/>
                  </a:moveTo>
                  <a:moveTo>
                    <a:pt x="212706" y="69540"/>
                  </a:moveTo>
                  <a:lnTo>
                    <a:pt x="206629" y="73049"/>
                  </a:lnTo>
                  <a:close/>
                  <a:moveTo>
                    <a:pt x="136190" y="168834"/>
                  </a:moveTo>
                  <a:lnTo>
                    <a:pt x="132681" y="162757"/>
                  </a:lnTo>
                  <a:close/>
                  <a:moveTo>
                    <a:pt x="11957" y="185451"/>
                  </a:moveTo>
                  <a:lnTo>
                    <a:pt x="5880" y="188960"/>
                  </a:lnTo>
                  <a:close/>
                  <a:moveTo>
                    <a:pt x="88459" y="86157"/>
                  </a:moveTo>
                  <a:lnTo>
                    <a:pt x="84950" y="80080"/>
                  </a:lnTo>
                  <a:close/>
                  <a:moveTo>
                    <a:pt x="206629" y="73049"/>
                  </a:moveTo>
                  <a:cubicBezTo>
                    <a:pt x="208678" y="76614"/>
                    <a:pt x="209239" y="81582"/>
                    <a:pt x="207345" y="88276"/>
                  </a:cubicBezTo>
                  <a:cubicBezTo>
                    <a:pt x="205450" y="95013"/>
                    <a:pt x="201212" y="102914"/>
                    <a:pt x="194616" y="111461"/>
                  </a:cubicBezTo>
                  <a:cubicBezTo>
                    <a:pt x="181451" y="128541"/>
                    <a:pt x="159810" y="147095"/>
                    <a:pt x="132681" y="162757"/>
                  </a:cubicBezTo>
                  <a:lnTo>
                    <a:pt x="139699" y="174911"/>
                  </a:lnTo>
                  <a:cubicBezTo>
                    <a:pt x="168006" y="158561"/>
                    <a:pt x="191205" y="138885"/>
                    <a:pt x="205731" y="120036"/>
                  </a:cubicBezTo>
                  <a:cubicBezTo>
                    <a:pt x="212987" y="110619"/>
                    <a:pt x="218306" y="101118"/>
                    <a:pt x="220860" y="92094"/>
                  </a:cubicBezTo>
                  <a:cubicBezTo>
                    <a:pt x="223414" y="83041"/>
                    <a:pt x="223302" y="73891"/>
                    <a:pt x="218769" y="66032"/>
                  </a:cubicBezTo>
                  <a:close/>
                  <a:moveTo>
                    <a:pt x="132681" y="162757"/>
                  </a:moveTo>
                  <a:cubicBezTo>
                    <a:pt x="105553" y="178420"/>
                    <a:pt x="78663" y="187879"/>
                    <a:pt x="57288" y="190742"/>
                  </a:cubicBezTo>
                  <a:cubicBezTo>
                    <a:pt x="46594" y="192174"/>
                    <a:pt x="37640" y="191907"/>
                    <a:pt x="30847" y="190181"/>
                  </a:cubicBezTo>
                  <a:cubicBezTo>
                    <a:pt x="24111" y="188468"/>
                    <a:pt x="20083" y="185493"/>
                    <a:pt x="18034" y="181942"/>
                  </a:cubicBezTo>
                  <a:lnTo>
                    <a:pt x="5880" y="188960"/>
                  </a:lnTo>
                  <a:cubicBezTo>
                    <a:pt x="10399" y="196805"/>
                    <a:pt x="18286" y="201464"/>
                    <a:pt x="27409" y="203780"/>
                  </a:cubicBezTo>
                  <a:cubicBezTo>
                    <a:pt x="36489" y="206082"/>
                    <a:pt x="47380" y="206236"/>
                    <a:pt x="59155" y="204650"/>
                  </a:cubicBezTo>
                  <a:cubicBezTo>
                    <a:pt x="82747" y="201492"/>
                    <a:pt x="111391" y="191247"/>
                    <a:pt x="139699" y="174897"/>
                  </a:cubicBezTo>
                  <a:close/>
                  <a:moveTo>
                    <a:pt x="18020" y="181942"/>
                  </a:moveTo>
                  <a:cubicBezTo>
                    <a:pt x="15971" y="178378"/>
                    <a:pt x="15409" y="173409"/>
                    <a:pt x="17304" y="166715"/>
                  </a:cubicBezTo>
                  <a:cubicBezTo>
                    <a:pt x="19199" y="159978"/>
                    <a:pt x="23437" y="152077"/>
                    <a:pt x="30033" y="143530"/>
                  </a:cubicBezTo>
                  <a:cubicBezTo>
                    <a:pt x="43198" y="126450"/>
                    <a:pt x="64839" y="107883"/>
                    <a:pt x="91967" y="92234"/>
                  </a:cubicBezTo>
                  <a:lnTo>
                    <a:pt x="84950" y="80080"/>
                  </a:lnTo>
                  <a:cubicBezTo>
                    <a:pt x="56643" y="96430"/>
                    <a:pt x="33444" y="116107"/>
                    <a:pt x="18918" y="134955"/>
                  </a:cubicBezTo>
                  <a:cubicBezTo>
                    <a:pt x="11662" y="144372"/>
                    <a:pt x="6343" y="153873"/>
                    <a:pt x="3789" y="162884"/>
                  </a:cubicBezTo>
                  <a:cubicBezTo>
                    <a:pt x="1235" y="171950"/>
                    <a:pt x="1347" y="181100"/>
                    <a:pt x="5880" y="188960"/>
                  </a:cubicBezTo>
                  <a:lnTo>
                    <a:pt x="18034" y="181942"/>
                  </a:lnTo>
                  <a:close/>
                  <a:moveTo>
                    <a:pt x="91981" y="92234"/>
                  </a:moveTo>
                  <a:cubicBezTo>
                    <a:pt x="119096" y="76572"/>
                    <a:pt x="145986" y="67112"/>
                    <a:pt x="167347" y="64249"/>
                  </a:cubicBezTo>
                  <a:cubicBezTo>
                    <a:pt x="178055" y="62818"/>
                    <a:pt x="187009" y="63084"/>
                    <a:pt x="193802" y="64811"/>
                  </a:cubicBezTo>
                  <a:cubicBezTo>
                    <a:pt x="200538" y="66523"/>
                    <a:pt x="204566" y="69484"/>
                    <a:pt x="206629" y="73049"/>
                  </a:cubicBezTo>
                  <a:lnTo>
                    <a:pt x="218783" y="66032"/>
                  </a:lnTo>
                  <a:cubicBezTo>
                    <a:pt x="214236" y="58172"/>
                    <a:pt x="206362" y="53513"/>
                    <a:pt x="197240" y="51211"/>
                  </a:cubicBezTo>
                  <a:cubicBezTo>
                    <a:pt x="188160" y="48896"/>
                    <a:pt x="177269" y="48755"/>
                    <a:pt x="165494" y="50327"/>
                  </a:cubicBezTo>
                  <a:cubicBezTo>
                    <a:pt x="141902" y="53485"/>
                    <a:pt x="113258" y="63730"/>
                    <a:pt x="84950" y="80080"/>
                  </a:cubicBezTo>
                  <a:lnTo>
                    <a:pt x="91967" y="92234"/>
                  </a:lnTo>
                  <a:close/>
                  <a:moveTo>
                    <a:pt x="1403" y="0"/>
                  </a:moveTo>
                  <a:moveTo>
                    <a:pt x="136176" y="86171"/>
                  </a:moveTo>
                  <a:lnTo>
                    <a:pt x="132667" y="92248"/>
                  </a:lnTo>
                  <a:close/>
                  <a:moveTo>
                    <a:pt x="212692" y="185451"/>
                  </a:moveTo>
                  <a:lnTo>
                    <a:pt x="206615" y="181942"/>
                  </a:lnTo>
                  <a:close/>
                  <a:moveTo>
                    <a:pt x="88459" y="168834"/>
                  </a:moveTo>
                  <a:lnTo>
                    <a:pt x="84950" y="174911"/>
                  </a:lnTo>
                  <a:close/>
                  <a:moveTo>
                    <a:pt x="11929" y="69554"/>
                  </a:moveTo>
                  <a:lnTo>
                    <a:pt x="5852" y="66046"/>
                  </a:lnTo>
                  <a:close/>
                  <a:moveTo>
                    <a:pt x="132653" y="92248"/>
                  </a:moveTo>
                  <a:cubicBezTo>
                    <a:pt x="159782" y="107897"/>
                    <a:pt x="181437" y="126450"/>
                    <a:pt x="194602" y="143530"/>
                  </a:cubicBezTo>
                  <a:cubicBezTo>
                    <a:pt x="201198" y="152091"/>
                    <a:pt x="205422" y="159978"/>
                    <a:pt x="207331" y="166715"/>
                  </a:cubicBezTo>
                  <a:cubicBezTo>
                    <a:pt x="209225" y="173424"/>
                    <a:pt x="208664" y="178378"/>
                    <a:pt x="206601" y="181942"/>
                  </a:cubicBezTo>
                  <a:lnTo>
                    <a:pt x="218755" y="188960"/>
                  </a:lnTo>
                  <a:cubicBezTo>
                    <a:pt x="223288" y="181100"/>
                    <a:pt x="223386" y="171950"/>
                    <a:pt x="220832" y="162898"/>
                  </a:cubicBezTo>
                  <a:cubicBezTo>
                    <a:pt x="218292" y="153873"/>
                    <a:pt x="212973" y="144372"/>
                    <a:pt x="205717" y="134969"/>
                  </a:cubicBezTo>
                  <a:cubicBezTo>
                    <a:pt x="191177" y="116107"/>
                    <a:pt x="167992" y="96430"/>
                    <a:pt x="139671" y="80094"/>
                  </a:cubicBezTo>
                  <a:close/>
                  <a:moveTo>
                    <a:pt x="206601" y="181942"/>
                  </a:moveTo>
                  <a:cubicBezTo>
                    <a:pt x="204538" y="185507"/>
                    <a:pt x="200524" y="188468"/>
                    <a:pt x="193773" y="190181"/>
                  </a:cubicBezTo>
                  <a:cubicBezTo>
                    <a:pt x="186995" y="191907"/>
                    <a:pt x="178041" y="192188"/>
                    <a:pt x="167333" y="190742"/>
                  </a:cubicBezTo>
                  <a:cubicBezTo>
                    <a:pt x="145958" y="187893"/>
                    <a:pt x="119068" y="178420"/>
                    <a:pt x="91953" y="162757"/>
                  </a:cubicBezTo>
                  <a:lnTo>
                    <a:pt x="84936" y="174911"/>
                  </a:lnTo>
                  <a:cubicBezTo>
                    <a:pt x="113244" y="191261"/>
                    <a:pt x="141874" y="201506"/>
                    <a:pt x="165466" y="204664"/>
                  </a:cubicBezTo>
                  <a:cubicBezTo>
                    <a:pt x="177255" y="206236"/>
                    <a:pt x="188132" y="206096"/>
                    <a:pt x="197226" y="203794"/>
                  </a:cubicBezTo>
                  <a:cubicBezTo>
                    <a:pt x="206348" y="201478"/>
                    <a:pt x="214222" y="196805"/>
                    <a:pt x="218755" y="188960"/>
                  </a:cubicBezTo>
                  <a:close/>
                  <a:moveTo>
                    <a:pt x="91939" y="162757"/>
                  </a:moveTo>
                  <a:cubicBezTo>
                    <a:pt x="64839" y="147095"/>
                    <a:pt x="43198" y="128555"/>
                    <a:pt x="30033" y="111475"/>
                  </a:cubicBezTo>
                  <a:cubicBezTo>
                    <a:pt x="23437" y="102914"/>
                    <a:pt x="19213" y="95027"/>
                    <a:pt x="17304" y="88290"/>
                  </a:cubicBezTo>
                  <a:cubicBezTo>
                    <a:pt x="15423" y="81582"/>
                    <a:pt x="15971" y="76628"/>
                    <a:pt x="18034" y="73063"/>
                  </a:cubicBezTo>
                  <a:lnTo>
                    <a:pt x="5880" y="66046"/>
                  </a:lnTo>
                  <a:cubicBezTo>
                    <a:pt x="1347" y="73905"/>
                    <a:pt x="1249" y="83056"/>
                    <a:pt x="3803" y="92108"/>
                  </a:cubicBezTo>
                  <a:cubicBezTo>
                    <a:pt x="6343" y="101118"/>
                    <a:pt x="11662" y="110633"/>
                    <a:pt x="18918" y="120036"/>
                  </a:cubicBezTo>
                  <a:cubicBezTo>
                    <a:pt x="33458" y="138899"/>
                    <a:pt x="56643" y="158575"/>
                    <a:pt x="84964" y="174911"/>
                  </a:cubicBezTo>
                  <a:lnTo>
                    <a:pt x="91981" y="162757"/>
                  </a:lnTo>
                  <a:close/>
                  <a:moveTo>
                    <a:pt x="18034" y="73063"/>
                  </a:moveTo>
                  <a:lnTo>
                    <a:pt x="5880" y="66046"/>
                  </a:lnTo>
                  <a:cubicBezTo>
                    <a:pt x="10413" y="58186"/>
                    <a:pt x="18286" y="53527"/>
                    <a:pt x="27409" y="51211"/>
                  </a:cubicBezTo>
                  <a:cubicBezTo>
                    <a:pt x="36503" y="48910"/>
                    <a:pt x="47380" y="48769"/>
                    <a:pt x="59155" y="50341"/>
                  </a:cubicBezTo>
                  <a:cubicBezTo>
                    <a:pt x="82761" y="53499"/>
                    <a:pt x="111391" y="63744"/>
                    <a:pt x="139699" y="80094"/>
                  </a:cubicBezTo>
                  <a:lnTo>
                    <a:pt x="132681" y="92248"/>
                  </a:lnTo>
                  <a:cubicBezTo>
                    <a:pt x="105567" y="76586"/>
                    <a:pt x="78677" y="67112"/>
                    <a:pt x="57302" y="64249"/>
                  </a:cubicBezTo>
                  <a:cubicBezTo>
                    <a:pt x="46594" y="62818"/>
                    <a:pt x="37640" y="63099"/>
                    <a:pt x="30861" y="64811"/>
                  </a:cubicBezTo>
                  <a:cubicBezTo>
                    <a:pt x="24111" y="66523"/>
                    <a:pt x="20097" y="69498"/>
                    <a:pt x="18034" y="73063"/>
                  </a:cubicBezTo>
                  <a:close/>
                  <a:moveTo>
                    <a:pt x="112317" y="131011"/>
                  </a:moveTo>
                  <a:cubicBezTo>
                    <a:pt x="110387" y="131012"/>
                    <a:pt x="108822" y="129447"/>
                    <a:pt x="108822" y="127517"/>
                  </a:cubicBezTo>
                  <a:cubicBezTo>
                    <a:pt x="108822" y="125586"/>
                    <a:pt x="110387" y="124022"/>
                    <a:pt x="112317" y="124022"/>
                  </a:cubicBezTo>
                  <a:moveTo>
                    <a:pt x="112317" y="124022"/>
                  </a:moveTo>
                  <a:cubicBezTo>
                    <a:pt x="114248" y="124022"/>
                    <a:pt x="115813" y="125586"/>
                    <a:pt x="115813" y="127517"/>
                  </a:cubicBezTo>
                  <a:cubicBezTo>
                    <a:pt x="115813" y="129447"/>
                    <a:pt x="114248" y="131012"/>
                    <a:pt x="112317" y="131011"/>
                  </a:cubicBezTo>
                  <a:moveTo>
                    <a:pt x="238586" y="325599"/>
                  </a:moveTo>
                  <a:cubicBezTo>
                    <a:pt x="239989" y="308758"/>
                    <a:pt x="232972" y="293320"/>
                    <a:pt x="238586" y="277882"/>
                  </a:cubicBezTo>
                  <a:cubicBezTo>
                    <a:pt x="266655" y="280689"/>
                    <a:pt x="282092" y="277882"/>
                    <a:pt x="289110" y="266655"/>
                  </a:cubicBezTo>
                  <a:cubicBezTo>
                    <a:pt x="298934" y="252620"/>
                    <a:pt x="300337" y="202096"/>
                    <a:pt x="300337" y="202096"/>
                  </a:cubicBezTo>
                  <a:cubicBezTo>
                    <a:pt x="300337" y="202096"/>
                    <a:pt x="312968" y="202096"/>
                    <a:pt x="321389" y="202096"/>
                  </a:cubicBezTo>
                  <a:cubicBezTo>
                    <a:pt x="324196" y="203499"/>
                    <a:pt x="327003" y="200692"/>
                    <a:pt x="328406" y="197886"/>
                  </a:cubicBezTo>
                  <a:cubicBezTo>
                    <a:pt x="331213" y="196482"/>
                    <a:pt x="331213" y="192272"/>
                    <a:pt x="329810" y="189465"/>
                  </a:cubicBezTo>
                  <a:cubicBezTo>
                    <a:pt x="336827" y="168413"/>
                    <a:pt x="297530" y="129117"/>
                    <a:pt x="301741" y="119293"/>
                  </a:cubicBezTo>
                  <a:cubicBezTo>
                    <a:pt x="324196" y="54734"/>
                    <a:pt x="232972" y="30875"/>
                    <a:pt x="178237" y="11227"/>
                  </a:cubicBezTo>
                  <a:moveTo>
                    <a:pt x="102451" y="277882"/>
                  </a:moveTo>
                  <a:cubicBezTo>
                    <a:pt x="96837" y="293320"/>
                    <a:pt x="103855" y="308758"/>
                    <a:pt x="102451" y="325599"/>
                  </a:cubicBezTo>
                  <a:moveTo>
                    <a:pt x="112275" y="242796"/>
                  </a:moveTo>
                  <a:cubicBezTo>
                    <a:pt x="138941" y="247006"/>
                    <a:pt x="167010" y="190868"/>
                    <a:pt x="159992" y="127713"/>
                  </a:cubicBezTo>
                  <a:cubicBezTo>
                    <a:pt x="152975" y="64558"/>
                    <a:pt x="138941" y="15437"/>
                    <a:pt x="112275" y="11227"/>
                  </a:cubicBezTo>
                  <a:cubicBezTo>
                    <a:pt x="85610" y="8420"/>
                    <a:pt x="56137" y="64558"/>
                    <a:pt x="64558" y="127713"/>
                  </a:cubicBezTo>
                  <a:cubicBezTo>
                    <a:pt x="72979" y="190868"/>
                    <a:pt x="87013" y="235779"/>
                    <a:pt x="112275" y="242796"/>
                  </a:cubicBezTo>
                  <a:moveTo>
                    <a:pt x="1403" y="0"/>
                  </a:moveTo>
                  <a:moveTo>
                    <a:pt x="213324" y="70172"/>
                  </a:moveTo>
                  <a:cubicBezTo>
                    <a:pt x="210517" y="71575"/>
                    <a:pt x="209113" y="72979"/>
                    <a:pt x="206306" y="72979"/>
                  </a:cubicBezTo>
                  <a:cubicBezTo>
                    <a:pt x="209113" y="71575"/>
                    <a:pt x="210517" y="71575"/>
                    <a:pt x="213324" y="70172"/>
                  </a:cubicBezTo>
                  <a:moveTo>
                    <a:pt x="136134" y="168413"/>
                  </a:moveTo>
                  <a:cubicBezTo>
                    <a:pt x="134730" y="167010"/>
                    <a:pt x="133327" y="165606"/>
                    <a:pt x="133327" y="162799"/>
                  </a:cubicBezTo>
                  <a:cubicBezTo>
                    <a:pt x="133327" y="165606"/>
                    <a:pt x="136134" y="167010"/>
                    <a:pt x="136134" y="168413"/>
                  </a:cubicBezTo>
                  <a:moveTo>
                    <a:pt x="12631" y="185255"/>
                  </a:moveTo>
                  <a:cubicBezTo>
                    <a:pt x="9824" y="186658"/>
                    <a:pt x="8420" y="188061"/>
                    <a:pt x="5613" y="189465"/>
                  </a:cubicBezTo>
                  <a:cubicBezTo>
                    <a:pt x="7017" y="186658"/>
                    <a:pt x="9824" y="186658"/>
                    <a:pt x="12631" y="185255"/>
                  </a:cubicBezTo>
                  <a:moveTo>
                    <a:pt x="88417" y="85610"/>
                  </a:moveTo>
                  <a:cubicBezTo>
                    <a:pt x="87013" y="84206"/>
                    <a:pt x="85610" y="82803"/>
                    <a:pt x="85610" y="79996"/>
                  </a:cubicBezTo>
                  <a:cubicBezTo>
                    <a:pt x="85610" y="82803"/>
                    <a:pt x="87013" y="84206"/>
                    <a:pt x="88417" y="85610"/>
                  </a:cubicBezTo>
                  <a:moveTo>
                    <a:pt x="206306" y="72979"/>
                  </a:moveTo>
                  <a:cubicBezTo>
                    <a:pt x="207710" y="77189"/>
                    <a:pt x="209113" y="81399"/>
                    <a:pt x="207710" y="88417"/>
                  </a:cubicBezTo>
                  <a:cubicBezTo>
                    <a:pt x="206306" y="95434"/>
                    <a:pt x="203499" y="105258"/>
                    <a:pt x="195079" y="110872"/>
                  </a:cubicBezTo>
                  <a:cubicBezTo>
                    <a:pt x="178237" y="124906"/>
                    <a:pt x="158589" y="145958"/>
                    <a:pt x="133327" y="162799"/>
                  </a:cubicBezTo>
                  <a:cubicBezTo>
                    <a:pt x="136134" y="167010"/>
                    <a:pt x="138941" y="169817"/>
                    <a:pt x="140344" y="175430"/>
                  </a:cubicBezTo>
                  <a:cubicBezTo>
                    <a:pt x="171220" y="167010"/>
                    <a:pt x="185255" y="131924"/>
                    <a:pt x="206306" y="120696"/>
                  </a:cubicBezTo>
                  <a:cubicBezTo>
                    <a:pt x="216130" y="113679"/>
                    <a:pt x="220341" y="101048"/>
                    <a:pt x="220341" y="92627"/>
                  </a:cubicBezTo>
                  <a:cubicBezTo>
                    <a:pt x="221744" y="82803"/>
                    <a:pt x="225955" y="71575"/>
                    <a:pt x="218937" y="65962"/>
                  </a:cubicBezTo>
                  <a:cubicBezTo>
                    <a:pt x="214727" y="67365"/>
                    <a:pt x="209113" y="68768"/>
                    <a:pt x="206306" y="72979"/>
                  </a:cubicBezTo>
                  <a:moveTo>
                    <a:pt x="133327" y="162799"/>
                  </a:moveTo>
                  <a:cubicBezTo>
                    <a:pt x="102451" y="168413"/>
                    <a:pt x="78593" y="192272"/>
                    <a:pt x="57541" y="190868"/>
                  </a:cubicBezTo>
                  <a:cubicBezTo>
                    <a:pt x="46313" y="189465"/>
                    <a:pt x="37893" y="190868"/>
                    <a:pt x="30875" y="190868"/>
                  </a:cubicBezTo>
                  <a:cubicBezTo>
                    <a:pt x="23858" y="189465"/>
                    <a:pt x="19648" y="185255"/>
                    <a:pt x="18244" y="182448"/>
                  </a:cubicBezTo>
                  <a:cubicBezTo>
                    <a:pt x="14034" y="185255"/>
                    <a:pt x="9824" y="186658"/>
                    <a:pt x="5613" y="189465"/>
                  </a:cubicBezTo>
                  <a:cubicBezTo>
                    <a:pt x="9824" y="196482"/>
                    <a:pt x="19648" y="199289"/>
                    <a:pt x="28068" y="203499"/>
                  </a:cubicBezTo>
                  <a:cubicBezTo>
                    <a:pt x="35086" y="209113"/>
                    <a:pt x="49120" y="210517"/>
                    <a:pt x="58944" y="204903"/>
                  </a:cubicBezTo>
                  <a:cubicBezTo>
                    <a:pt x="79996" y="192272"/>
                    <a:pt x="117889" y="199289"/>
                    <a:pt x="140344" y="175430"/>
                  </a:cubicBezTo>
                  <a:cubicBezTo>
                    <a:pt x="137537" y="171220"/>
                    <a:pt x="136134" y="167010"/>
                    <a:pt x="133327" y="162799"/>
                  </a:cubicBezTo>
                  <a:moveTo>
                    <a:pt x="18244" y="182448"/>
                  </a:moveTo>
                  <a:cubicBezTo>
                    <a:pt x="15437" y="178237"/>
                    <a:pt x="15437" y="174027"/>
                    <a:pt x="16841" y="167010"/>
                  </a:cubicBezTo>
                  <a:cubicBezTo>
                    <a:pt x="19648" y="159993"/>
                    <a:pt x="22455" y="151572"/>
                    <a:pt x="29472" y="143151"/>
                  </a:cubicBezTo>
                  <a:cubicBezTo>
                    <a:pt x="44910" y="127713"/>
                    <a:pt x="68768" y="112275"/>
                    <a:pt x="92627" y="92627"/>
                  </a:cubicBezTo>
                  <a:cubicBezTo>
                    <a:pt x="89820" y="88417"/>
                    <a:pt x="87013" y="84206"/>
                    <a:pt x="85610" y="79996"/>
                  </a:cubicBezTo>
                  <a:cubicBezTo>
                    <a:pt x="57541" y="98241"/>
                    <a:pt x="28068" y="112275"/>
                    <a:pt x="18244" y="134730"/>
                  </a:cubicBezTo>
                  <a:cubicBezTo>
                    <a:pt x="14034" y="145958"/>
                    <a:pt x="7017" y="154379"/>
                    <a:pt x="4210" y="162799"/>
                  </a:cubicBezTo>
                  <a:cubicBezTo>
                    <a:pt x="1403" y="171220"/>
                    <a:pt x="2806" y="181044"/>
                    <a:pt x="5613" y="189465"/>
                  </a:cubicBezTo>
                  <a:cubicBezTo>
                    <a:pt x="9824" y="185255"/>
                    <a:pt x="14034" y="183851"/>
                    <a:pt x="18244" y="182448"/>
                  </a:cubicBezTo>
                  <a:moveTo>
                    <a:pt x="92627" y="92627"/>
                  </a:moveTo>
                  <a:cubicBezTo>
                    <a:pt x="117889" y="74382"/>
                    <a:pt x="147361" y="71575"/>
                    <a:pt x="167010" y="64558"/>
                  </a:cubicBezTo>
                  <a:cubicBezTo>
                    <a:pt x="178237" y="60348"/>
                    <a:pt x="186658" y="63155"/>
                    <a:pt x="193675" y="64558"/>
                  </a:cubicBezTo>
                  <a:cubicBezTo>
                    <a:pt x="200693" y="65962"/>
                    <a:pt x="203499" y="70172"/>
                    <a:pt x="206306" y="72979"/>
                  </a:cubicBezTo>
                  <a:cubicBezTo>
                    <a:pt x="209113" y="68768"/>
                    <a:pt x="216130" y="68768"/>
                    <a:pt x="218937" y="65962"/>
                  </a:cubicBezTo>
                  <a:cubicBezTo>
                    <a:pt x="214727" y="57541"/>
                    <a:pt x="206306" y="53331"/>
                    <a:pt x="197886" y="50524"/>
                  </a:cubicBezTo>
                  <a:cubicBezTo>
                    <a:pt x="188061" y="49120"/>
                    <a:pt x="176834" y="47717"/>
                    <a:pt x="165606" y="50524"/>
                  </a:cubicBezTo>
                  <a:cubicBezTo>
                    <a:pt x="141748" y="54734"/>
                    <a:pt x="115082" y="65962"/>
                    <a:pt x="85610" y="79996"/>
                  </a:cubicBezTo>
                  <a:cubicBezTo>
                    <a:pt x="88417" y="82803"/>
                    <a:pt x="89820" y="88417"/>
                    <a:pt x="92627" y="92627"/>
                  </a:cubicBezTo>
                  <a:moveTo>
                    <a:pt x="1403" y="0"/>
                  </a:moveTo>
                  <a:moveTo>
                    <a:pt x="136134" y="85610"/>
                  </a:moveTo>
                  <a:cubicBezTo>
                    <a:pt x="136134" y="88417"/>
                    <a:pt x="133327" y="89820"/>
                    <a:pt x="133327" y="92627"/>
                  </a:cubicBezTo>
                  <a:cubicBezTo>
                    <a:pt x="133327" y="89820"/>
                    <a:pt x="136134" y="88417"/>
                    <a:pt x="136134" y="85610"/>
                  </a:cubicBezTo>
                  <a:moveTo>
                    <a:pt x="213324" y="185255"/>
                  </a:moveTo>
                  <a:cubicBezTo>
                    <a:pt x="210517" y="185255"/>
                    <a:pt x="209113" y="182448"/>
                    <a:pt x="206306" y="182448"/>
                  </a:cubicBezTo>
                  <a:cubicBezTo>
                    <a:pt x="209113" y="183851"/>
                    <a:pt x="210517" y="185255"/>
                    <a:pt x="213324" y="185255"/>
                  </a:cubicBezTo>
                  <a:moveTo>
                    <a:pt x="88417" y="168413"/>
                  </a:moveTo>
                  <a:cubicBezTo>
                    <a:pt x="87013" y="171220"/>
                    <a:pt x="87013" y="172624"/>
                    <a:pt x="85610" y="175430"/>
                  </a:cubicBezTo>
                  <a:cubicBezTo>
                    <a:pt x="87013" y="174027"/>
                    <a:pt x="87013" y="169817"/>
                    <a:pt x="88417" y="168413"/>
                  </a:cubicBezTo>
                  <a:moveTo>
                    <a:pt x="12631" y="70172"/>
                  </a:moveTo>
                  <a:cubicBezTo>
                    <a:pt x="9824" y="68768"/>
                    <a:pt x="7017" y="67365"/>
                    <a:pt x="5613" y="65962"/>
                  </a:cubicBezTo>
                  <a:cubicBezTo>
                    <a:pt x="7017" y="67365"/>
                    <a:pt x="9824" y="67365"/>
                    <a:pt x="12631" y="70172"/>
                  </a:cubicBezTo>
                  <a:moveTo>
                    <a:pt x="133327" y="92627"/>
                  </a:moveTo>
                  <a:cubicBezTo>
                    <a:pt x="162799" y="102451"/>
                    <a:pt x="178237" y="129117"/>
                    <a:pt x="195079" y="143151"/>
                  </a:cubicBezTo>
                  <a:cubicBezTo>
                    <a:pt x="203499" y="150168"/>
                    <a:pt x="206306" y="159993"/>
                    <a:pt x="207710" y="167010"/>
                  </a:cubicBezTo>
                  <a:cubicBezTo>
                    <a:pt x="209113" y="174027"/>
                    <a:pt x="207710" y="178237"/>
                    <a:pt x="206306" y="182448"/>
                  </a:cubicBezTo>
                  <a:cubicBezTo>
                    <a:pt x="210517" y="185255"/>
                    <a:pt x="214727" y="188061"/>
                    <a:pt x="218937" y="189465"/>
                  </a:cubicBezTo>
                  <a:cubicBezTo>
                    <a:pt x="221744" y="181044"/>
                    <a:pt x="224551" y="171220"/>
                    <a:pt x="220341" y="162799"/>
                  </a:cubicBezTo>
                  <a:cubicBezTo>
                    <a:pt x="217534" y="154379"/>
                    <a:pt x="216130" y="141748"/>
                    <a:pt x="206306" y="134730"/>
                  </a:cubicBezTo>
                  <a:cubicBezTo>
                    <a:pt x="186658" y="120696"/>
                    <a:pt x="168413" y="96837"/>
                    <a:pt x="140344" y="79996"/>
                  </a:cubicBezTo>
                  <a:cubicBezTo>
                    <a:pt x="136134" y="84206"/>
                    <a:pt x="133327" y="88417"/>
                    <a:pt x="133327" y="92627"/>
                  </a:cubicBezTo>
                  <a:moveTo>
                    <a:pt x="206306" y="182448"/>
                  </a:moveTo>
                  <a:cubicBezTo>
                    <a:pt x="203499" y="185255"/>
                    <a:pt x="200693" y="190868"/>
                    <a:pt x="193675" y="190868"/>
                  </a:cubicBezTo>
                  <a:cubicBezTo>
                    <a:pt x="186658" y="190868"/>
                    <a:pt x="178237" y="189465"/>
                    <a:pt x="167010" y="190868"/>
                  </a:cubicBezTo>
                  <a:cubicBezTo>
                    <a:pt x="145958" y="193675"/>
                    <a:pt x="119293" y="179641"/>
                    <a:pt x="92627" y="162799"/>
                  </a:cubicBezTo>
                  <a:cubicBezTo>
                    <a:pt x="89820" y="167010"/>
                    <a:pt x="88417" y="171220"/>
                    <a:pt x="85610" y="175430"/>
                  </a:cubicBezTo>
                  <a:cubicBezTo>
                    <a:pt x="112275" y="192272"/>
                    <a:pt x="141748" y="202096"/>
                    <a:pt x="165606" y="204903"/>
                  </a:cubicBezTo>
                  <a:cubicBezTo>
                    <a:pt x="176834" y="206306"/>
                    <a:pt x="188061" y="206306"/>
                    <a:pt x="197886" y="203499"/>
                  </a:cubicBezTo>
                  <a:cubicBezTo>
                    <a:pt x="206306" y="200692"/>
                    <a:pt x="213324" y="196482"/>
                    <a:pt x="218937" y="189465"/>
                  </a:cubicBezTo>
                  <a:cubicBezTo>
                    <a:pt x="214727" y="185255"/>
                    <a:pt x="210517" y="183851"/>
                    <a:pt x="206306" y="182448"/>
                  </a:cubicBezTo>
                  <a:moveTo>
                    <a:pt x="92627" y="162799"/>
                  </a:moveTo>
                  <a:cubicBezTo>
                    <a:pt x="63155" y="150168"/>
                    <a:pt x="36489" y="131924"/>
                    <a:pt x="29472" y="110872"/>
                  </a:cubicBezTo>
                  <a:cubicBezTo>
                    <a:pt x="26665" y="101048"/>
                    <a:pt x="19648" y="95434"/>
                    <a:pt x="16841" y="88417"/>
                  </a:cubicBezTo>
                  <a:cubicBezTo>
                    <a:pt x="15437" y="81399"/>
                    <a:pt x="16841" y="77189"/>
                    <a:pt x="18244" y="72979"/>
                  </a:cubicBezTo>
                  <a:cubicBezTo>
                    <a:pt x="14034" y="70172"/>
                    <a:pt x="9824" y="67365"/>
                    <a:pt x="5613" y="65962"/>
                  </a:cubicBezTo>
                  <a:cubicBezTo>
                    <a:pt x="4210" y="74382"/>
                    <a:pt x="0" y="84206"/>
                    <a:pt x="4210" y="92627"/>
                  </a:cubicBezTo>
                  <a:cubicBezTo>
                    <a:pt x="8420" y="101048"/>
                    <a:pt x="11227" y="110872"/>
                    <a:pt x="18244" y="120696"/>
                  </a:cubicBezTo>
                  <a:cubicBezTo>
                    <a:pt x="33682" y="138941"/>
                    <a:pt x="63155" y="150168"/>
                    <a:pt x="85610" y="175430"/>
                  </a:cubicBezTo>
                  <a:cubicBezTo>
                    <a:pt x="85610" y="169817"/>
                    <a:pt x="89820" y="167010"/>
                    <a:pt x="92627" y="162799"/>
                  </a:cubicBezTo>
                  <a:moveTo>
                    <a:pt x="18244" y="72979"/>
                  </a:moveTo>
                  <a:cubicBezTo>
                    <a:pt x="21051" y="70172"/>
                    <a:pt x="25262" y="68768"/>
                    <a:pt x="30875" y="64558"/>
                  </a:cubicBezTo>
                  <a:cubicBezTo>
                    <a:pt x="36489" y="61751"/>
                    <a:pt x="46313" y="61751"/>
                    <a:pt x="57541" y="64558"/>
                  </a:cubicBezTo>
                  <a:cubicBezTo>
                    <a:pt x="78593" y="70172"/>
                    <a:pt x="102451" y="81399"/>
                    <a:pt x="133327" y="92627"/>
                  </a:cubicBezTo>
                  <a:cubicBezTo>
                    <a:pt x="134730" y="88417"/>
                    <a:pt x="137537" y="84206"/>
                    <a:pt x="140344" y="79996"/>
                  </a:cubicBezTo>
                  <a:cubicBezTo>
                    <a:pt x="113679" y="60348"/>
                    <a:pt x="82803" y="53331"/>
                    <a:pt x="58944" y="50524"/>
                  </a:cubicBezTo>
                  <a:cubicBezTo>
                    <a:pt x="47717" y="49120"/>
                    <a:pt x="36489" y="47717"/>
                    <a:pt x="28068" y="50524"/>
                  </a:cubicBezTo>
                  <a:cubicBezTo>
                    <a:pt x="18244" y="54734"/>
                    <a:pt x="12631" y="60348"/>
                    <a:pt x="5613" y="65962"/>
                  </a:cubicBezTo>
                  <a:cubicBezTo>
                    <a:pt x="9824" y="67365"/>
                    <a:pt x="14034" y="70172"/>
                    <a:pt x="18244" y="72979"/>
                  </a:cubicBezTo>
                  <a:moveTo>
                    <a:pt x="112275" y="130520"/>
                  </a:moveTo>
                  <a:cubicBezTo>
                    <a:pt x="110872" y="130520"/>
                    <a:pt x="109468" y="129117"/>
                    <a:pt x="109468" y="127713"/>
                  </a:cubicBezTo>
                  <a:cubicBezTo>
                    <a:pt x="108065" y="126310"/>
                    <a:pt x="110872" y="123503"/>
                    <a:pt x="112275" y="123503"/>
                  </a:cubicBezTo>
                  <a:moveTo>
                    <a:pt x="112275" y="123503"/>
                  </a:moveTo>
                  <a:cubicBezTo>
                    <a:pt x="113679" y="124906"/>
                    <a:pt x="115082" y="126310"/>
                    <a:pt x="116486" y="127713"/>
                  </a:cubicBezTo>
                  <a:cubicBezTo>
                    <a:pt x="116486" y="129117"/>
                    <a:pt x="113679" y="131924"/>
                    <a:pt x="112275" y="130520"/>
                  </a:cubicBezTo>
                </a:path>
              </a:pathLst>
            </a:custGeom>
            <a:noFill/>
            <a:ln w="1052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95FE21D-9865-D661-F09C-9DE43D60625E}"/>
                </a:ext>
              </a:extLst>
            </p:cNvPr>
            <p:cNvSpPr txBox="1"/>
            <p:nvPr/>
          </p:nvSpPr>
          <p:spPr>
            <a:xfrm>
              <a:off x="1173065" y="3582187"/>
              <a:ext cx="7213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84848"/>
                  </a:solidFill>
                  <a:latin typeface="Shantell Sans"/>
                </a:rPr>
                <a:t>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C9CE85A-F871-8502-4FF0-CC73C51B32ED}"/>
                </a:ext>
              </a:extLst>
            </p:cNvPr>
            <p:cNvSpPr txBox="1"/>
            <p:nvPr/>
          </p:nvSpPr>
          <p:spPr>
            <a:xfrm>
              <a:off x="1433673" y="3369824"/>
              <a:ext cx="96500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Shantell Sans"/>
                </a:rPr>
                <a:t>Deepened
knowledge in
signal processing
and system
modeling.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283EE08-95AF-A2F6-CF22-8D005F64BBB4}"/>
                </a:ext>
              </a:extLst>
            </p:cNvPr>
            <p:cNvSpPr txBox="1"/>
            <p:nvPr/>
          </p:nvSpPr>
          <p:spPr>
            <a:xfrm>
              <a:off x="1173029" y="1561222"/>
              <a:ext cx="7213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84848"/>
                  </a:solidFill>
                  <a:latin typeface="Shantell Sans"/>
                </a:rPr>
                <a:t>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3F0A4DC-76F5-5268-0025-9583288BBE9F}"/>
                </a:ext>
              </a:extLst>
            </p:cNvPr>
            <p:cNvSpPr txBox="1"/>
            <p:nvPr/>
          </p:nvSpPr>
          <p:spPr>
            <a:xfrm>
              <a:off x="2905738" y="795221"/>
              <a:ext cx="317490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484848"/>
                  </a:solidFill>
                  <a:latin typeface="Shantell Sans"/>
                </a:rPr>
                <a:t>Electrical Engineering Journey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C06EFB2-1C6C-A5DC-502E-282820D8285F}"/>
                </a:ext>
              </a:extLst>
            </p:cNvPr>
            <p:cNvSpPr txBox="1"/>
            <p:nvPr/>
          </p:nvSpPr>
          <p:spPr>
            <a:xfrm>
              <a:off x="2865190" y="3525326"/>
              <a:ext cx="70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484848"/>
                  </a:solidFill>
                  <a:latin typeface="Shantell Sans"/>
                </a:rPr>
                <a:t>NTUT Signal
Processing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4D9B235-62B8-DB61-9C42-85CD9654DB05}"/>
                </a:ext>
              </a:extLst>
            </p:cNvPr>
            <p:cNvSpPr txBox="1"/>
            <p:nvPr/>
          </p:nvSpPr>
          <p:spPr>
            <a:xfrm>
              <a:off x="1173065" y="4592669"/>
              <a:ext cx="7213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84848"/>
                  </a:solidFill>
                  <a:latin typeface="Shantell Sans"/>
                </a:rPr>
                <a:t>4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22A68C8-FD13-80FE-EF62-6D15E48A6352}"/>
                </a:ext>
              </a:extLst>
            </p:cNvPr>
            <p:cNvSpPr txBox="1"/>
            <p:nvPr/>
          </p:nvSpPr>
          <p:spPr>
            <a:xfrm>
              <a:off x="1433673" y="4380307"/>
              <a:ext cx="1074012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Shantell Sans"/>
                </a:rPr>
                <a:t>Strengthened
experimental and
measurement-
driven engineering
approach.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622F380-0FBB-0E6D-F23C-1FB5EFA6A2B0}"/>
                </a:ext>
              </a:extLst>
            </p:cNvPr>
            <p:cNvSpPr txBox="1"/>
            <p:nvPr/>
          </p:nvSpPr>
          <p:spPr>
            <a:xfrm>
              <a:off x="2865190" y="4451602"/>
              <a:ext cx="779059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484848"/>
                  </a:solidFill>
                  <a:latin typeface="Shantell Sans"/>
                </a:rPr>
                <a:t>NTUT
Experimental
Engineering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008539A-55E0-A054-B388-CF9A5EE4F2A7}"/>
                </a:ext>
              </a:extLst>
            </p:cNvPr>
            <p:cNvSpPr txBox="1"/>
            <p:nvPr/>
          </p:nvSpPr>
          <p:spPr>
            <a:xfrm>
              <a:off x="1173046" y="5603151"/>
              <a:ext cx="7213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484848"/>
                  </a:solidFill>
                  <a:latin typeface="Shantell Sans"/>
                </a:rPr>
                <a:t>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6695DA6-D36F-3BD2-7B9E-523FD464CDCE}"/>
                </a:ext>
              </a:extLst>
            </p:cNvPr>
            <p:cNvSpPr txBox="1"/>
            <p:nvPr/>
          </p:nvSpPr>
          <p:spPr>
            <a:xfrm>
              <a:off x="1433673" y="5453944"/>
              <a:ext cx="1049967" cy="677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Shantell Sans"/>
                </a:rPr>
                <a:t>Applied electrical
engineering to
electromechanical
systems.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3D723B6-7B79-1C11-4A08-769B72941E9D}"/>
                </a:ext>
              </a:extLst>
            </p:cNvPr>
            <p:cNvSpPr txBox="1"/>
            <p:nvPr/>
          </p:nvSpPr>
          <p:spPr>
            <a:xfrm>
              <a:off x="2865190" y="5462084"/>
              <a:ext cx="716543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484848"/>
                  </a:solidFill>
                  <a:latin typeface="Shantell Sans"/>
                </a:rPr>
                <a:t>SHL Medical
Electrical
Engineering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62143C2E-12E9-0D31-D46A-BB080FE31AC0}"/>
              </a:ext>
            </a:extLst>
          </p:cNvPr>
          <p:cNvGrpSpPr/>
          <p:nvPr/>
        </p:nvGrpSpPr>
        <p:grpSpPr>
          <a:xfrm>
            <a:off x="174929" y="492981"/>
            <a:ext cx="8708755" cy="5716987"/>
            <a:chOff x="1730167" y="1173550"/>
            <a:chExt cx="5322935" cy="4510899"/>
          </a:xfrm>
        </p:grpSpPr>
        <p:sp>
          <p:nvSpPr>
            <p:cNvPr id="2" name="Rounded Rectangle 1"/>
            <p:cNvSpPr/>
            <p:nvPr/>
          </p:nvSpPr>
          <p:spPr>
            <a:xfrm>
              <a:off x="1730167" y="4252971"/>
              <a:ext cx="4090199" cy="1431478"/>
            </a:xfrm>
            <a:custGeom>
              <a:avLst/>
              <a:gdLst/>
              <a:ahLst/>
              <a:cxnLst/>
              <a:rect l="0" t="0" r="0" b="0"/>
              <a:pathLst>
                <a:path w="4090199" h="1431478">
                  <a:moveTo>
                    <a:pt x="4090199" y="39746"/>
                  </a:moveTo>
                  <a:lnTo>
                    <a:pt x="4066963" y="6114"/>
                  </a:lnTo>
                  <a:lnTo>
                    <a:pt x="3934883" y="30574"/>
                  </a:lnTo>
                  <a:lnTo>
                    <a:pt x="3989305" y="109455"/>
                  </a:lnTo>
                  <a:lnTo>
                    <a:pt x="4090199" y="39746"/>
                  </a:lnTo>
                  <a:moveTo>
                    <a:pt x="3934883" y="30574"/>
                  </a:moveTo>
                  <a:lnTo>
                    <a:pt x="3890245" y="210349"/>
                  </a:lnTo>
                  <a:lnTo>
                    <a:pt x="4019267" y="197508"/>
                  </a:lnTo>
                  <a:lnTo>
                    <a:pt x="4066963" y="6114"/>
                  </a:lnTo>
                  <a:lnTo>
                    <a:pt x="3934883" y="30574"/>
                  </a:lnTo>
                  <a:moveTo>
                    <a:pt x="4019267" y="197508"/>
                  </a:moveTo>
                  <a:lnTo>
                    <a:pt x="3941609" y="30574"/>
                  </a:lnTo>
                  <a:lnTo>
                    <a:pt x="3815644" y="50141"/>
                  </a:lnTo>
                  <a:lnTo>
                    <a:pt x="3890245" y="210349"/>
                  </a:lnTo>
                  <a:lnTo>
                    <a:pt x="4019267" y="197508"/>
                  </a:lnTo>
                  <a:moveTo>
                    <a:pt x="3815644" y="50141"/>
                  </a:moveTo>
                  <a:lnTo>
                    <a:pt x="3773452" y="392571"/>
                  </a:lnTo>
                  <a:lnTo>
                    <a:pt x="3897582" y="386456"/>
                  </a:lnTo>
                  <a:lnTo>
                    <a:pt x="3941609" y="30574"/>
                  </a:lnTo>
                  <a:lnTo>
                    <a:pt x="3815644" y="50141"/>
                  </a:lnTo>
                  <a:moveTo>
                    <a:pt x="3897582" y="386456"/>
                  </a:moveTo>
                  <a:lnTo>
                    <a:pt x="3810141" y="0"/>
                  </a:lnTo>
                  <a:lnTo>
                    <a:pt x="3687844" y="12229"/>
                  </a:lnTo>
                  <a:lnTo>
                    <a:pt x="3773452" y="392571"/>
                  </a:lnTo>
                  <a:lnTo>
                    <a:pt x="3897582" y="386456"/>
                  </a:lnTo>
                  <a:moveTo>
                    <a:pt x="3687844" y="12229"/>
                  </a:moveTo>
                  <a:lnTo>
                    <a:pt x="3675615" y="513644"/>
                  </a:lnTo>
                  <a:lnTo>
                    <a:pt x="3798522" y="498968"/>
                  </a:lnTo>
                  <a:lnTo>
                    <a:pt x="3810141" y="0"/>
                  </a:lnTo>
                  <a:lnTo>
                    <a:pt x="3687844" y="12229"/>
                  </a:lnTo>
                  <a:moveTo>
                    <a:pt x="3798522" y="498968"/>
                  </a:moveTo>
                  <a:lnTo>
                    <a:pt x="3665220" y="10395"/>
                  </a:lnTo>
                  <a:lnTo>
                    <a:pt x="3544758" y="33019"/>
                  </a:lnTo>
                  <a:lnTo>
                    <a:pt x="3675615" y="513644"/>
                  </a:lnTo>
                  <a:lnTo>
                    <a:pt x="3798522" y="498968"/>
                  </a:lnTo>
                  <a:moveTo>
                    <a:pt x="3544758" y="33019"/>
                  </a:moveTo>
                  <a:lnTo>
                    <a:pt x="3614467" y="726439"/>
                  </a:lnTo>
                  <a:lnTo>
                    <a:pt x="3734317" y="697088"/>
                  </a:lnTo>
                  <a:lnTo>
                    <a:pt x="3665220" y="10395"/>
                  </a:lnTo>
                  <a:lnTo>
                    <a:pt x="3544758" y="33019"/>
                  </a:lnTo>
                  <a:moveTo>
                    <a:pt x="3734317" y="697088"/>
                  </a:moveTo>
                  <a:lnTo>
                    <a:pt x="3558822" y="259268"/>
                  </a:lnTo>
                  <a:lnTo>
                    <a:pt x="3439583" y="290453"/>
                  </a:lnTo>
                  <a:lnTo>
                    <a:pt x="3614467" y="726439"/>
                  </a:lnTo>
                  <a:lnTo>
                    <a:pt x="3734317" y="697088"/>
                  </a:lnTo>
                  <a:moveTo>
                    <a:pt x="3439583" y="290453"/>
                  </a:moveTo>
                  <a:lnTo>
                    <a:pt x="3514184" y="871361"/>
                  </a:lnTo>
                  <a:lnTo>
                    <a:pt x="3634645" y="848736"/>
                  </a:lnTo>
                  <a:lnTo>
                    <a:pt x="3558822" y="259268"/>
                  </a:lnTo>
                  <a:lnTo>
                    <a:pt x="3439583" y="290453"/>
                  </a:lnTo>
                  <a:moveTo>
                    <a:pt x="3634645" y="848736"/>
                  </a:moveTo>
                  <a:lnTo>
                    <a:pt x="3514184" y="871361"/>
                  </a:lnTo>
                  <a:lnTo>
                    <a:pt x="3470157" y="690362"/>
                  </a:lnTo>
                  <a:lnTo>
                    <a:pt x="3589396" y="661622"/>
                  </a:lnTo>
                  <a:lnTo>
                    <a:pt x="3634645" y="848736"/>
                  </a:lnTo>
                  <a:moveTo>
                    <a:pt x="3572886" y="273332"/>
                  </a:moveTo>
                  <a:lnTo>
                    <a:pt x="3494005" y="29351"/>
                  </a:lnTo>
                  <a:lnTo>
                    <a:pt x="3369874" y="44026"/>
                  </a:lnTo>
                  <a:lnTo>
                    <a:pt x="3456704" y="311244"/>
                  </a:lnTo>
                  <a:lnTo>
                    <a:pt x="3572886" y="273332"/>
                  </a:lnTo>
                  <a:moveTo>
                    <a:pt x="3369874" y="44026"/>
                  </a:moveTo>
                  <a:lnTo>
                    <a:pt x="3350307" y="323473"/>
                  </a:lnTo>
                  <a:lnTo>
                    <a:pt x="3473826" y="306963"/>
                  </a:lnTo>
                  <a:lnTo>
                    <a:pt x="3494005" y="29351"/>
                  </a:lnTo>
                  <a:lnTo>
                    <a:pt x="3369874" y="44026"/>
                  </a:lnTo>
                  <a:moveTo>
                    <a:pt x="3473826" y="306963"/>
                  </a:moveTo>
                  <a:lnTo>
                    <a:pt x="3371708" y="17732"/>
                  </a:lnTo>
                  <a:lnTo>
                    <a:pt x="3246966" y="33019"/>
                  </a:lnTo>
                  <a:lnTo>
                    <a:pt x="3350307" y="323473"/>
                  </a:lnTo>
                  <a:lnTo>
                    <a:pt x="3473826" y="306963"/>
                  </a:lnTo>
                  <a:moveTo>
                    <a:pt x="3246966" y="33019"/>
                  </a:moveTo>
                  <a:lnTo>
                    <a:pt x="3220061" y="300848"/>
                  </a:lnTo>
                  <a:lnTo>
                    <a:pt x="3345415" y="274555"/>
                  </a:lnTo>
                  <a:lnTo>
                    <a:pt x="3371708" y="17732"/>
                  </a:lnTo>
                  <a:lnTo>
                    <a:pt x="3246966" y="33019"/>
                  </a:lnTo>
                  <a:moveTo>
                    <a:pt x="3345415" y="274555"/>
                  </a:moveTo>
                  <a:lnTo>
                    <a:pt x="3217004" y="47084"/>
                  </a:lnTo>
                  <a:lnTo>
                    <a:pt x="3095319" y="80104"/>
                  </a:lnTo>
                  <a:lnTo>
                    <a:pt x="3220061" y="300848"/>
                  </a:lnTo>
                  <a:lnTo>
                    <a:pt x="3345415" y="274555"/>
                  </a:lnTo>
                  <a:moveTo>
                    <a:pt x="3095319" y="80104"/>
                  </a:moveTo>
                  <a:lnTo>
                    <a:pt x="3102045" y="401131"/>
                  </a:lnTo>
                  <a:lnTo>
                    <a:pt x="3223730" y="371169"/>
                  </a:lnTo>
                  <a:lnTo>
                    <a:pt x="3217004" y="47084"/>
                  </a:lnTo>
                  <a:lnTo>
                    <a:pt x="3095319" y="80104"/>
                  </a:lnTo>
                  <a:moveTo>
                    <a:pt x="3223730" y="371169"/>
                  </a:moveTo>
                  <a:lnTo>
                    <a:pt x="3111829" y="146144"/>
                  </a:lnTo>
                  <a:lnTo>
                    <a:pt x="2988921" y="173049"/>
                  </a:lnTo>
                  <a:lnTo>
                    <a:pt x="3102045" y="401131"/>
                  </a:lnTo>
                  <a:lnTo>
                    <a:pt x="3223730" y="371169"/>
                  </a:lnTo>
                  <a:moveTo>
                    <a:pt x="2988921" y="173049"/>
                  </a:moveTo>
                  <a:lnTo>
                    <a:pt x="2979749" y="530765"/>
                  </a:lnTo>
                  <a:lnTo>
                    <a:pt x="3102657" y="513032"/>
                  </a:lnTo>
                  <a:lnTo>
                    <a:pt x="3111829" y="146144"/>
                  </a:lnTo>
                  <a:lnTo>
                    <a:pt x="2988921" y="173049"/>
                  </a:lnTo>
                  <a:moveTo>
                    <a:pt x="3102657" y="513032"/>
                  </a:moveTo>
                  <a:lnTo>
                    <a:pt x="3023775" y="269663"/>
                  </a:lnTo>
                  <a:lnTo>
                    <a:pt x="2902091" y="290453"/>
                  </a:lnTo>
                  <a:lnTo>
                    <a:pt x="2979749" y="530765"/>
                  </a:lnTo>
                  <a:lnTo>
                    <a:pt x="3102657" y="513032"/>
                  </a:lnTo>
                  <a:moveTo>
                    <a:pt x="2902091" y="290453"/>
                  </a:moveTo>
                  <a:lnTo>
                    <a:pt x="2913097" y="673241"/>
                  </a:lnTo>
                  <a:lnTo>
                    <a:pt x="3034782" y="650616"/>
                  </a:lnTo>
                  <a:lnTo>
                    <a:pt x="3023775" y="269663"/>
                  </a:lnTo>
                  <a:lnTo>
                    <a:pt x="2902091" y="290453"/>
                  </a:lnTo>
                  <a:moveTo>
                    <a:pt x="3034782" y="650616"/>
                  </a:moveTo>
                  <a:lnTo>
                    <a:pt x="2928384" y="347932"/>
                  </a:lnTo>
                  <a:lnTo>
                    <a:pt x="2804865" y="365665"/>
                  </a:lnTo>
                  <a:lnTo>
                    <a:pt x="2913097" y="673241"/>
                  </a:lnTo>
                  <a:lnTo>
                    <a:pt x="3034782" y="650616"/>
                  </a:lnTo>
                  <a:moveTo>
                    <a:pt x="2804865" y="365665"/>
                  </a:moveTo>
                  <a:lnTo>
                    <a:pt x="2780406" y="822442"/>
                  </a:lnTo>
                  <a:lnTo>
                    <a:pt x="2903314" y="807767"/>
                  </a:lnTo>
                  <a:lnTo>
                    <a:pt x="2928384" y="347932"/>
                  </a:lnTo>
                  <a:lnTo>
                    <a:pt x="2804865" y="365665"/>
                  </a:lnTo>
                  <a:moveTo>
                    <a:pt x="2903314" y="807767"/>
                  </a:moveTo>
                  <a:lnTo>
                    <a:pt x="2807311" y="487350"/>
                  </a:lnTo>
                  <a:lnTo>
                    <a:pt x="2686238" y="509975"/>
                  </a:lnTo>
                  <a:lnTo>
                    <a:pt x="2780406" y="822442"/>
                  </a:lnTo>
                  <a:lnTo>
                    <a:pt x="2903314" y="807767"/>
                  </a:lnTo>
                  <a:moveTo>
                    <a:pt x="2686238" y="509975"/>
                  </a:moveTo>
                  <a:lnTo>
                    <a:pt x="2721092" y="960025"/>
                  </a:lnTo>
                  <a:lnTo>
                    <a:pt x="2842165" y="934955"/>
                  </a:lnTo>
                  <a:lnTo>
                    <a:pt x="2807311" y="487350"/>
                  </a:lnTo>
                  <a:lnTo>
                    <a:pt x="2686238" y="509975"/>
                  </a:lnTo>
                  <a:moveTo>
                    <a:pt x="2842165" y="934955"/>
                  </a:moveTo>
                  <a:lnTo>
                    <a:pt x="2714977" y="563174"/>
                  </a:lnTo>
                  <a:lnTo>
                    <a:pt x="2593904" y="585799"/>
                  </a:lnTo>
                  <a:lnTo>
                    <a:pt x="2721092" y="960025"/>
                  </a:lnTo>
                  <a:lnTo>
                    <a:pt x="2842165" y="934955"/>
                  </a:lnTo>
                  <a:moveTo>
                    <a:pt x="2593904" y="585799"/>
                  </a:moveTo>
                  <a:lnTo>
                    <a:pt x="2613471" y="1085379"/>
                  </a:lnTo>
                  <a:lnTo>
                    <a:pt x="2735156" y="1060308"/>
                  </a:lnTo>
                  <a:lnTo>
                    <a:pt x="2714977" y="563174"/>
                  </a:lnTo>
                  <a:lnTo>
                    <a:pt x="2593904" y="585799"/>
                  </a:lnTo>
                  <a:moveTo>
                    <a:pt x="2735156" y="1060308"/>
                  </a:moveTo>
                  <a:lnTo>
                    <a:pt x="2589624" y="680578"/>
                  </a:lnTo>
                  <a:lnTo>
                    <a:pt x="2469773" y="710541"/>
                  </a:lnTo>
                  <a:lnTo>
                    <a:pt x="2613471" y="1085379"/>
                  </a:lnTo>
                  <a:lnTo>
                    <a:pt x="2735156" y="1060308"/>
                  </a:lnTo>
                  <a:moveTo>
                    <a:pt x="2469773" y="710541"/>
                  </a:moveTo>
                  <a:lnTo>
                    <a:pt x="2533979" y="1207064"/>
                  </a:lnTo>
                  <a:lnTo>
                    <a:pt x="2653218" y="1177101"/>
                  </a:lnTo>
                  <a:lnTo>
                    <a:pt x="2589624" y="680578"/>
                  </a:lnTo>
                  <a:lnTo>
                    <a:pt x="2469773" y="710541"/>
                  </a:lnTo>
                  <a:moveTo>
                    <a:pt x="2653218" y="1177101"/>
                  </a:moveTo>
                  <a:lnTo>
                    <a:pt x="2494232" y="751510"/>
                  </a:lnTo>
                  <a:lnTo>
                    <a:pt x="2373771" y="777804"/>
                  </a:lnTo>
                  <a:lnTo>
                    <a:pt x="2533979" y="1207064"/>
                  </a:lnTo>
                  <a:lnTo>
                    <a:pt x="2653218" y="1177101"/>
                  </a:lnTo>
                  <a:moveTo>
                    <a:pt x="2373771" y="777804"/>
                  </a:moveTo>
                  <a:lnTo>
                    <a:pt x="2419020" y="1385005"/>
                  </a:lnTo>
                  <a:lnTo>
                    <a:pt x="2540094" y="1360546"/>
                  </a:lnTo>
                  <a:lnTo>
                    <a:pt x="2494232" y="751510"/>
                  </a:lnTo>
                  <a:lnTo>
                    <a:pt x="2373771" y="777804"/>
                  </a:lnTo>
                  <a:moveTo>
                    <a:pt x="2540094" y="1360546"/>
                  </a:moveTo>
                  <a:lnTo>
                    <a:pt x="2337693" y="757625"/>
                  </a:lnTo>
                  <a:lnTo>
                    <a:pt x="2218454" y="787588"/>
                  </a:lnTo>
                  <a:lnTo>
                    <a:pt x="2419020" y="1385005"/>
                  </a:lnTo>
                  <a:lnTo>
                    <a:pt x="2540094" y="1360546"/>
                  </a:lnTo>
                  <a:moveTo>
                    <a:pt x="2218454" y="787588"/>
                  </a:moveTo>
                  <a:lnTo>
                    <a:pt x="2337693" y="757625"/>
                  </a:lnTo>
                  <a:lnTo>
                    <a:pt x="2436753" y="1354431"/>
                  </a:lnTo>
                  <a:lnTo>
                    <a:pt x="2318126" y="1384394"/>
                  </a:lnTo>
                  <a:lnTo>
                    <a:pt x="2218454" y="787588"/>
                  </a:lnTo>
                  <a:moveTo>
                    <a:pt x="2436753" y="1354431"/>
                  </a:moveTo>
                  <a:lnTo>
                    <a:pt x="2225181" y="728885"/>
                  </a:lnTo>
                  <a:lnTo>
                    <a:pt x="2104719" y="755179"/>
                  </a:lnTo>
                  <a:lnTo>
                    <a:pt x="2318126" y="1384394"/>
                  </a:lnTo>
                  <a:lnTo>
                    <a:pt x="2436753" y="1354431"/>
                  </a:lnTo>
                  <a:moveTo>
                    <a:pt x="2104719" y="755179"/>
                  </a:moveTo>
                  <a:lnTo>
                    <a:pt x="2168924" y="1397846"/>
                  </a:lnTo>
                  <a:lnTo>
                    <a:pt x="2288775" y="1367884"/>
                  </a:lnTo>
                  <a:lnTo>
                    <a:pt x="2225181" y="728885"/>
                  </a:lnTo>
                  <a:lnTo>
                    <a:pt x="2104719" y="755179"/>
                  </a:lnTo>
                  <a:moveTo>
                    <a:pt x="2288775" y="1367884"/>
                  </a:moveTo>
                  <a:lnTo>
                    <a:pt x="2036844" y="747230"/>
                  </a:lnTo>
                  <a:lnTo>
                    <a:pt x="1918217" y="779638"/>
                  </a:lnTo>
                  <a:lnTo>
                    <a:pt x="2168924" y="1397846"/>
                  </a:lnTo>
                  <a:lnTo>
                    <a:pt x="2288775" y="1367884"/>
                  </a:lnTo>
                  <a:moveTo>
                    <a:pt x="1918217" y="779638"/>
                  </a:moveTo>
                  <a:lnTo>
                    <a:pt x="2036844" y="747230"/>
                  </a:lnTo>
                  <a:lnTo>
                    <a:pt x="2133458" y="1383782"/>
                  </a:lnTo>
                  <a:lnTo>
                    <a:pt x="2014220" y="1414356"/>
                  </a:lnTo>
                  <a:lnTo>
                    <a:pt x="1918217" y="779638"/>
                  </a:lnTo>
                  <a:moveTo>
                    <a:pt x="2133458" y="1383782"/>
                  </a:moveTo>
                  <a:lnTo>
                    <a:pt x="1890700" y="728885"/>
                  </a:lnTo>
                  <a:lnTo>
                    <a:pt x="1770850" y="757014"/>
                  </a:lnTo>
                  <a:lnTo>
                    <a:pt x="2014220" y="1414356"/>
                  </a:lnTo>
                  <a:lnTo>
                    <a:pt x="2133458" y="1383782"/>
                  </a:lnTo>
                  <a:moveTo>
                    <a:pt x="1770850" y="757014"/>
                  </a:moveTo>
                  <a:lnTo>
                    <a:pt x="1838724" y="1431478"/>
                  </a:lnTo>
                  <a:lnTo>
                    <a:pt x="1959186" y="1408241"/>
                  </a:lnTo>
                  <a:lnTo>
                    <a:pt x="1890700" y="728885"/>
                  </a:lnTo>
                  <a:lnTo>
                    <a:pt x="1770850" y="757014"/>
                  </a:lnTo>
                  <a:moveTo>
                    <a:pt x="1959186" y="1408241"/>
                  </a:moveTo>
                  <a:lnTo>
                    <a:pt x="1774519" y="757014"/>
                  </a:lnTo>
                  <a:lnTo>
                    <a:pt x="1654668" y="782696"/>
                  </a:lnTo>
                  <a:lnTo>
                    <a:pt x="1838724" y="1431478"/>
                  </a:lnTo>
                  <a:lnTo>
                    <a:pt x="1959186" y="1408241"/>
                  </a:lnTo>
                  <a:moveTo>
                    <a:pt x="1654668" y="782696"/>
                  </a:moveTo>
                  <a:lnTo>
                    <a:pt x="1774519" y="757014"/>
                  </a:lnTo>
                  <a:lnTo>
                    <a:pt x="1867464" y="1394789"/>
                  </a:lnTo>
                  <a:lnTo>
                    <a:pt x="1748225" y="1425974"/>
                  </a:lnTo>
                  <a:lnTo>
                    <a:pt x="1654668" y="782696"/>
                  </a:lnTo>
                  <a:moveTo>
                    <a:pt x="1867464" y="1394789"/>
                  </a:moveTo>
                  <a:lnTo>
                    <a:pt x="1625929" y="760682"/>
                  </a:lnTo>
                  <a:lnTo>
                    <a:pt x="1506690" y="790645"/>
                  </a:lnTo>
                  <a:lnTo>
                    <a:pt x="1748225" y="1425974"/>
                  </a:lnTo>
                  <a:lnTo>
                    <a:pt x="1867464" y="1394789"/>
                  </a:lnTo>
                  <a:moveTo>
                    <a:pt x="1506690" y="790645"/>
                  </a:moveTo>
                  <a:lnTo>
                    <a:pt x="1625929" y="760682"/>
                  </a:lnTo>
                  <a:lnTo>
                    <a:pt x="1706033" y="1379502"/>
                  </a:lnTo>
                  <a:lnTo>
                    <a:pt x="1585571" y="1405795"/>
                  </a:lnTo>
                  <a:lnTo>
                    <a:pt x="1506690" y="790645"/>
                  </a:lnTo>
                  <a:moveTo>
                    <a:pt x="1706033" y="1379502"/>
                  </a:moveTo>
                  <a:lnTo>
                    <a:pt x="1507301" y="732554"/>
                  </a:lnTo>
                  <a:lnTo>
                    <a:pt x="1388062" y="760071"/>
                  </a:lnTo>
                  <a:lnTo>
                    <a:pt x="1585571" y="1405795"/>
                  </a:lnTo>
                  <a:lnTo>
                    <a:pt x="1706033" y="1379502"/>
                  </a:lnTo>
                  <a:moveTo>
                    <a:pt x="1388062" y="760071"/>
                  </a:moveTo>
                  <a:lnTo>
                    <a:pt x="1507301" y="732554"/>
                  </a:lnTo>
                  <a:lnTo>
                    <a:pt x="1605750" y="1366049"/>
                  </a:lnTo>
                  <a:lnTo>
                    <a:pt x="1487122" y="1398458"/>
                  </a:lnTo>
                  <a:lnTo>
                    <a:pt x="1388062" y="760071"/>
                  </a:lnTo>
                  <a:moveTo>
                    <a:pt x="1605750" y="1366049"/>
                  </a:moveTo>
                  <a:lnTo>
                    <a:pt x="1361157" y="757625"/>
                  </a:lnTo>
                  <a:lnTo>
                    <a:pt x="1241307" y="787588"/>
                  </a:lnTo>
                  <a:lnTo>
                    <a:pt x="1487122" y="1398458"/>
                  </a:lnTo>
                  <a:lnTo>
                    <a:pt x="1605750" y="1366049"/>
                  </a:lnTo>
                  <a:moveTo>
                    <a:pt x="1241307" y="787588"/>
                  </a:moveTo>
                  <a:lnTo>
                    <a:pt x="1361157" y="757625"/>
                  </a:lnTo>
                  <a:lnTo>
                    <a:pt x="1430255" y="1390508"/>
                  </a:lnTo>
                  <a:lnTo>
                    <a:pt x="1309793" y="1417414"/>
                  </a:lnTo>
                  <a:lnTo>
                    <a:pt x="1241307" y="787588"/>
                  </a:lnTo>
                  <a:moveTo>
                    <a:pt x="1430255" y="1390508"/>
                  </a:moveTo>
                  <a:lnTo>
                    <a:pt x="1200338" y="719102"/>
                  </a:lnTo>
                  <a:lnTo>
                    <a:pt x="1080487" y="746618"/>
                  </a:lnTo>
                  <a:lnTo>
                    <a:pt x="1309793" y="1417414"/>
                  </a:lnTo>
                  <a:lnTo>
                    <a:pt x="1430255" y="1390508"/>
                  </a:lnTo>
                  <a:moveTo>
                    <a:pt x="1080487" y="746618"/>
                  </a:moveTo>
                  <a:lnTo>
                    <a:pt x="1161814" y="1430255"/>
                  </a:lnTo>
                  <a:lnTo>
                    <a:pt x="1281665" y="1406407"/>
                  </a:lnTo>
                  <a:lnTo>
                    <a:pt x="1200338" y="719102"/>
                  </a:lnTo>
                  <a:lnTo>
                    <a:pt x="1080487" y="746618"/>
                  </a:lnTo>
                  <a:moveTo>
                    <a:pt x="1281665" y="1406407"/>
                  </a:moveTo>
                  <a:lnTo>
                    <a:pt x="1095774" y="747230"/>
                  </a:lnTo>
                  <a:lnTo>
                    <a:pt x="974701" y="768632"/>
                  </a:lnTo>
                  <a:lnTo>
                    <a:pt x="1161814" y="1430255"/>
                  </a:lnTo>
                  <a:lnTo>
                    <a:pt x="1281665" y="1406407"/>
                  </a:lnTo>
                  <a:moveTo>
                    <a:pt x="974701" y="768632"/>
                  </a:moveTo>
                  <a:lnTo>
                    <a:pt x="1095774" y="747230"/>
                  </a:lnTo>
                  <a:lnTo>
                    <a:pt x="1144693" y="1372775"/>
                  </a:lnTo>
                  <a:lnTo>
                    <a:pt x="1023620" y="1394789"/>
                  </a:lnTo>
                  <a:lnTo>
                    <a:pt x="974701" y="768632"/>
                  </a:lnTo>
                  <a:moveTo>
                    <a:pt x="1144693" y="1372775"/>
                  </a:moveTo>
                  <a:lnTo>
                    <a:pt x="965529" y="770466"/>
                  </a:lnTo>
                  <a:lnTo>
                    <a:pt x="843232" y="788811"/>
                  </a:lnTo>
                  <a:lnTo>
                    <a:pt x="1023620" y="1394789"/>
                  </a:lnTo>
                  <a:lnTo>
                    <a:pt x="1144693" y="1372775"/>
                  </a:lnTo>
                  <a:moveTo>
                    <a:pt x="843232" y="788811"/>
                  </a:moveTo>
                  <a:lnTo>
                    <a:pt x="965529" y="770466"/>
                  </a:lnTo>
                  <a:lnTo>
                    <a:pt x="971032" y="1387451"/>
                  </a:lnTo>
                  <a:lnTo>
                    <a:pt x="849347" y="1403961"/>
                  </a:lnTo>
                  <a:lnTo>
                    <a:pt x="843232" y="788811"/>
                  </a:lnTo>
                  <a:moveTo>
                    <a:pt x="971032" y="1387451"/>
                  </a:moveTo>
                  <a:lnTo>
                    <a:pt x="802263" y="755179"/>
                  </a:lnTo>
                  <a:lnTo>
                    <a:pt x="682413" y="779027"/>
                  </a:lnTo>
                  <a:lnTo>
                    <a:pt x="849347" y="1403961"/>
                  </a:lnTo>
                  <a:lnTo>
                    <a:pt x="971032" y="1387451"/>
                  </a:lnTo>
                  <a:moveTo>
                    <a:pt x="682413" y="779027"/>
                  </a:moveTo>
                  <a:lnTo>
                    <a:pt x="802263" y="755179"/>
                  </a:lnTo>
                  <a:lnTo>
                    <a:pt x="889705" y="1384394"/>
                  </a:lnTo>
                  <a:lnTo>
                    <a:pt x="770466" y="1413745"/>
                  </a:lnTo>
                  <a:lnTo>
                    <a:pt x="682413" y="779027"/>
                  </a:lnTo>
                  <a:moveTo>
                    <a:pt x="889705" y="1384394"/>
                  </a:moveTo>
                  <a:lnTo>
                    <a:pt x="662845" y="742950"/>
                  </a:lnTo>
                  <a:lnTo>
                    <a:pt x="542384" y="769243"/>
                  </a:lnTo>
                  <a:lnTo>
                    <a:pt x="770466" y="1413745"/>
                  </a:lnTo>
                  <a:lnTo>
                    <a:pt x="889705" y="1384394"/>
                  </a:lnTo>
                  <a:moveTo>
                    <a:pt x="542384" y="769243"/>
                  </a:moveTo>
                  <a:lnTo>
                    <a:pt x="662845" y="742950"/>
                  </a:lnTo>
                  <a:lnTo>
                    <a:pt x="726439" y="1403961"/>
                  </a:lnTo>
                  <a:lnTo>
                    <a:pt x="606589" y="1429643"/>
                  </a:lnTo>
                  <a:lnTo>
                    <a:pt x="542384" y="769243"/>
                  </a:lnTo>
                  <a:moveTo>
                    <a:pt x="726439" y="1403961"/>
                  </a:moveTo>
                  <a:lnTo>
                    <a:pt x="498357" y="715433"/>
                  </a:lnTo>
                  <a:lnTo>
                    <a:pt x="379118" y="744784"/>
                  </a:lnTo>
                  <a:lnTo>
                    <a:pt x="606589" y="1429643"/>
                  </a:lnTo>
                  <a:lnTo>
                    <a:pt x="726439" y="1403961"/>
                  </a:lnTo>
                  <a:moveTo>
                    <a:pt x="379118" y="744784"/>
                  </a:moveTo>
                  <a:lnTo>
                    <a:pt x="498357" y="715433"/>
                  </a:lnTo>
                  <a:lnTo>
                    <a:pt x="606589" y="1383171"/>
                  </a:lnTo>
                  <a:lnTo>
                    <a:pt x="487350" y="1411299"/>
                  </a:lnTo>
                  <a:lnTo>
                    <a:pt x="379118" y="744784"/>
                  </a:lnTo>
                  <a:moveTo>
                    <a:pt x="606589" y="1383171"/>
                  </a:moveTo>
                  <a:lnTo>
                    <a:pt x="401743" y="731331"/>
                  </a:lnTo>
                  <a:lnTo>
                    <a:pt x="280670" y="754568"/>
                  </a:lnTo>
                  <a:lnTo>
                    <a:pt x="487350" y="1411299"/>
                  </a:lnTo>
                  <a:lnTo>
                    <a:pt x="606589" y="1383171"/>
                  </a:lnTo>
                  <a:moveTo>
                    <a:pt x="280670" y="754568"/>
                  </a:moveTo>
                  <a:lnTo>
                    <a:pt x="401743" y="731331"/>
                  </a:lnTo>
                  <a:lnTo>
                    <a:pt x="447604" y="1373387"/>
                  </a:lnTo>
                  <a:lnTo>
                    <a:pt x="327142" y="1399681"/>
                  </a:lnTo>
                  <a:lnTo>
                    <a:pt x="280670" y="754568"/>
                  </a:lnTo>
                  <a:moveTo>
                    <a:pt x="447604" y="1373387"/>
                  </a:moveTo>
                  <a:lnTo>
                    <a:pt x="218298" y="755791"/>
                  </a:lnTo>
                  <a:lnTo>
                    <a:pt x="100282" y="788199"/>
                  </a:lnTo>
                  <a:lnTo>
                    <a:pt x="327142" y="1399681"/>
                  </a:lnTo>
                  <a:lnTo>
                    <a:pt x="447604" y="1373387"/>
                  </a:lnTo>
                  <a:moveTo>
                    <a:pt x="100282" y="788199"/>
                  </a:moveTo>
                  <a:lnTo>
                    <a:pt x="210349" y="1404572"/>
                  </a:lnTo>
                  <a:lnTo>
                    <a:pt x="328365" y="1369107"/>
                  </a:lnTo>
                  <a:lnTo>
                    <a:pt x="218298" y="755791"/>
                  </a:lnTo>
                  <a:lnTo>
                    <a:pt x="100282" y="788199"/>
                  </a:lnTo>
                  <a:moveTo>
                    <a:pt x="328365" y="1369107"/>
                  </a:moveTo>
                  <a:lnTo>
                    <a:pt x="121073" y="886648"/>
                  </a:lnTo>
                  <a:lnTo>
                    <a:pt x="0" y="914776"/>
                  </a:lnTo>
                  <a:lnTo>
                    <a:pt x="210349" y="1404572"/>
                  </a:lnTo>
                  <a:lnTo>
                    <a:pt x="328365" y="1369107"/>
                  </a:lnTo>
                  <a:moveTo>
                    <a:pt x="0" y="914776"/>
                  </a:moveTo>
                  <a:lnTo>
                    <a:pt x="121073" y="886648"/>
                  </a:lnTo>
                  <a:lnTo>
                    <a:pt x="144921" y="1366049"/>
                  </a:lnTo>
                  <a:lnTo>
                    <a:pt x="23847" y="1398458"/>
                  </a:lnTo>
                  <a:lnTo>
                    <a:pt x="0" y="914776"/>
                  </a:lnTo>
                  <a:moveTo>
                    <a:pt x="144921" y="1366049"/>
                  </a:moveTo>
                  <a:lnTo>
                    <a:pt x="23847" y="1398458"/>
                  </a:lnTo>
                  <a:lnTo>
                    <a:pt x="8560" y="1368495"/>
                  </a:lnTo>
                  <a:lnTo>
                    <a:pt x="118015" y="1313462"/>
                  </a:lnTo>
                  <a:lnTo>
                    <a:pt x="144921" y="1366049"/>
                  </a:ln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773582" y="4262143"/>
              <a:ext cx="4041892" cy="1407018"/>
            </a:xfrm>
            <a:custGeom>
              <a:avLst/>
              <a:gdLst/>
              <a:ahLst/>
              <a:cxnLst/>
              <a:rect l="0" t="0" r="0" b="0"/>
              <a:pathLst>
                <a:path w="4041892" h="1407018">
                  <a:moveTo>
                    <a:pt x="2427581" y="736223"/>
                  </a:moveTo>
                  <a:lnTo>
                    <a:pt x="6114" y="736223"/>
                  </a:lnTo>
                  <a:lnTo>
                    <a:pt x="6114" y="1396623"/>
                  </a:lnTo>
                  <a:lnTo>
                    <a:pt x="2427581" y="1396623"/>
                  </a:lnTo>
                  <a:lnTo>
                    <a:pt x="3161359" y="295957"/>
                  </a:lnTo>
                  <a:lnTo>
                    <a:pt x="3454870" y="295957"/>
                  </a:lnTo>
                  <a:lnTo>
                    <a:pt x="3454870" y="956357"/>
                  </a:lnTo>
                  <a:lnTo>
                    <a:pt x="4041892" y="2445"/>
                  </a:lnTo>
                  <a:lnTo>
                    <a:pt x="3161359" y="2445"/>
                  </a:lnTo>
                  <a:close/>
                  <a:moveTo>
                    <a:pt x="2427581" y="736223"/>
                  </a:moveTo>
                  <a:cubicBezTo>
                    <a:pt x="2546208" y="615761"/>
                    <a:pt x="2668505" y="499580"/>
                    <a:pt x="2785909" y="377895"/>
                  </a:cubicBezTo>
                  <a:cubicBezTo>
                    <a:pt x="2908817" y="250707"/>
                    <a:pt x="3032336" y="123519"/>
                    <a:pt x="3161359" y="2445"/>
                  </a:cubicBezTo>
                  <a:cubicBezTo>
                    <a:pt x="3306891" y="7949"/>
                    <a:pt x="3452424" y="4891"/>
                    <a:pt x="3597957" y="2445"/>
                  </a:cubicBezTo>
                  <a:cubicBezTo>
                    <a:pt x="3745935" y="0"/>
                    <a:pt x="3893914" y="12229"/>
                    <a:pt x="4041892" y="2445"/>
                  </a:cubicBezTo>
                  <a:cubicBezTo>
                    <a:pt x="3980132" y="116792"/>
                    <a:pt x="3903086" y="222579"/>
                    <a:pt x="3837657" y="334480"/>
                  </a:cubicBezTo>
                  <a:cubicBezTo>
                    <a:pt x="3778344" y="435986"/>
                    <a:pt x="3719030" y="536880"/>
                    <a:pt x="3652990" y="634106"/>
                  </a:cubicBezTo>
                  <a:cubicBezTo>
                    <a:pt x="3582058" y="738058"/>
                    <a:pt x="3519687" y="848124"/>
                    <a:pt x="3454870" y="956357"/>
                  </a:cubicBezTo>
                  <a:cubicBezTo>
                    <a:pt x="3454258" y="843844"/>
                    <a:pt x="3464654" y="731331"/>
                    <a:pt x="3454870" y="619430"/>
                  </a:cubicBezTo>
                  <a:cubicBezTo>
                    <a:pt x="3445086" y="511809"/>
                    <a:pt x="3453035" y="403577"/>
                    <a:pt x="3454870" y="295957"/>
                  </a:cubicBezTo>
                  <a:cubicBezTo>
                    <a:pt x="3357033" y="296568"/>
                    <a:pt x="3259196" y="294122"/>
                    <a:pt x="3161359" y="295957"/>
                  </a:cubicBezTo>
                  <a:cubicBezTo>
                    <a:pt x="3091038" y="411527"/>
                    <a:pt x="3010934" y="520370"/>
                    <a:pt x="2936945" y="632883"/>
                  </a:cubicBezTo>
                  <a:cubicBezTo>
                    <a:pt x="2851949" y="761294"/>
                    <a:pt x="2764507" y="888482"/>
                    <a:pt x="2680734" y="1017505"/>
                  </a:cubicBezTo>
                  <a:cubicBezTo>
                    <a:pt x="2597573" y="1144693"/>
                    <a:pt x="2505239" y="1265766"/>
                    <a:pt x="2427581" y="1396623"/>
                  </a:cubicBezTo>
                  <a:cubicBezTo>
                    <a:pt x="2309565" y="1393566"/>
                    <a:pt x="2191549" y="1405184"/>
                    <a:pt x="2073533" y="1396623"/>
                  </a:cubicBezTo>
                  <a:cubicBezTo>
                    <a:pt x="1965912" y="1389285"/>
                    <a:pt x="1857069" y="1389285"/>
                    <a:pt x="1749448" y="1396623"/>
                  </a:cubicBezTo>
                  <a:cubicBezTo>
                    <a:pt x="1632655" y="1404572"/>
                    <a:pt x="1514639" y="1392954"/>
                    <a:pt x="1397846" y="1396623"/>
                  </a:cubicBezTo>
                  <a:cubicBezTo>
                    <a:pt x="1276773" y="1400292"/>
                    <a:pt x="1155700" y="1396012"/>
                    <a:pt x="1034626" y="1396623"/>
                  </a:cubicBezTo>
                  <a:cubicBezTo>
                    <a:pt x="912941" y="1397235"/>
                    <a:pt x="790645" y="1407018"/>
                    <a:pt x="668960" y="1396623"/>
                  </a:cubicBezTo>
                  <a:cubicBezTo>
                    <a:pt x="560117" y="1387451"/>
                    <a:pt x="450661" y="1396012"/>
                    <a:pt x="341818" y="1396623"/>
                  </a:cubicBezTo>
                  <a:cubicBezTo>
                    <a:pt x="229917" y="1397235"/>
                    <a:pt x="117404" y="1405795"/>
                    <a:pt x="6114" y="1396623"/>
                  </a:cubicBezTo>
                  <a:cubicBezTo>
                    <a:pt x="5503" y="1176490"/>
                    <a:pt x="0" y="956357"/>
                    <a:pt x="6114" y="736223"/>
                  </a:cubicBezTo>
                  <a:cubicBezTo>
                    <a:pt x="93556" y="746007"/>
                    <a:pt x="182221" y="729497"/>
                    <a:pt x="270274" y="736223"/>
                  </a:cubicBezTo>
                  <a:cubicBezTo>
                    <a:pt x="349155" y="742338"/>
                    <a:pt x="429260" y="735000"/>
                    <a:pt x="508752" y="736223"/>
                  </a:cubicBezTo>
                  <a:cubicBezTo>
                    <a:pt x="581518" y="737446"/>
                    <a:pt x="654285" y="738669"/>
                    <a:pt x="727051" y="736223"/>
                  </a:cubicBezTo>
                  <a:cubicBezTo>
                    <a:pt x="814493" y="733166"/>
                    <a:pt x="902546" y="735000"/>
                    <a:pt x="989988" y="736223"/>
                  </a:cubicBezTo>
                  <a:cubicBezTo>
                    <a:pt x="1065812" y="737446"/>
                    <a:pt x="1141635" y="728274"/>
                    <a:pt x="1216848" y="736223"/>
                  </a:cubicBezTo>
                  <a:cubicBezTo>
                    <a:pt x="1295729" y="744172"/>
                    <a:pt x="1375221" y="736835"/>
                    <a:pt x="1454714" y="736223"/>
                  </a:cubicBezTo>
                  <a:cubicBezTo>
                    <a:pt x="1528703" y="735612"/>
                    <a:pt x="1602692" y="733166"/>
                    <a:pt x="1677293" y="736223"/>
                  </a:cubicBezTo>
                  <a:cubicBezTo>
                    <a:pt x="1759843" y="739281"/>
                    <a:pt x="1843005" y="731943"/>
                    <a:pt x="1925555" y="736223"/>
                  </a:cubicBezTo>
                  <a:cubicBezTo>
                    <a:pt x="2002601" y="740504"/>
                    <a:pt x="2079648" y="735000"/>
                    <a:pt x="2156695" y="736223"/>
                  </a:cubicBezTo>
                  <a:cubicBezTo>
                    <a:pt x="2246582" y="737446"/>
                    <a:pt x="2337693" y="746007"/>
                    <a:pt x="2427581" y="736223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740562" y="3952122"/>
              <a:ext cx="4249184" cy="1071315"/>
            </a:xfrm>
            <a:custGeom>
              <a:avLst/>
              <a:gdLst/>
              <a:ahLst/>
              <a:cxnLst/>
              <a:rect l="0" t="0" r="0" b="0"/>
              <a:pathLst>
                <a:path w="4249184" h="1071315">
                  <a:moveTo>
                    <a:pt x="4244904" y="33019"/>
                  </a:moveTo>
                  <a:lnTo>
                    <a:pt x="4249184" y="39134"/>
                  </a:lnTo>
                  <a:lnTo>
                    <a:pt x="4108544" y="52587"/>
                  </a:lnTo>
                  <a:lnTo>
                    <a:pt x="4145232" y="103951"/>
                  </a:lnTo>
                  <a:lnTo>
                    <a:pt x="4244904" y="33019"/>
                  </a:lnTo>
                  <a:moveTo>
                    <a:pt x="4108544" y="52587"/>
                  </a:moveTo>
                  <a:lnTo>
                    <a:pt x="4014375" y="256822"/>
                  </a:lnTo>
                  <a:lnTo>
                    <a:pt x="4141564" y="272109"/>
                  </a:lnTo>
                  <a:lnTo>
                    <a:pt x="4249184" y="39134"/>
                  </a:lnTo>
                  <a:lnTo>
                    <a:pt x="4108544" y="52587"/>
                  </a:lnTo>
                  <a:moveTo>
                    <a:pt x="4141564" y="272109"/>
                  </a:moveTo>
                  <a:lnTo>
                    <a:pt x="4092034" y="14064"/>
                  </a:lnTo>
                  <a:lnTo>
                    <a:pt x="3967903" y="17121"/>
                  </a:lnTo>
                  <a:lnTo>
                    <a:pt x="4014375" y="256822"/>
                  </a:lnTo>
                  <a:lnTo>
                    <a:pt x="4141564" y="272109"/>
                  </a:lnTo>
                  <a:moveTo>
                    <a:pt x="3967903" y="17121"/>
                  </a:moveTo>
                  <a:lnTo>
                    <a:pt x="3926934" y="316135"/>
                  </a:lnTo>
                  <a:lnTo>
                    <a:pt x="4051676" y="306352"/>
                  </a:lnTo>
                  <a:lnTo>
                    <a:pt x="4092034" y="14064"/>
                  </a:lnTo>
                  <a:lnTo>
                    <a:pt x="3967903" y="17121"/>
                  </a:lnTo>
                  <a:moveTo>
                    <a:pt x="4051676" y="306352"/>
                  </a:moveTo>
                  <a:lnTo>
                    <a:pt x="3970349" y="42803"/>
                  </a:lnTo>
                  <a:lnTo>
                    <a:pt x="3843772" y="47084"/>
                  </a:lnTo>
                  <a:lnTo>
                    <a:pt x="3926934" y="316135"/>
                  </a:lnTo>
                  <a:lnTo>
                    <a:pt x="4051676" y="306352"/>
                  </a:lnTo>
                  <a:moveTo>
                    <a:pt x="3843772" y="47084"/>
                  </a:moveTo>
                  <a:lnTo>
                    <a:pt x="3783847" y="299625"/>
                  </a:lnTo>
                  <a:lnTo>
                    <a:pt x="3910424" y="294122"/>
                  </a:lnTo>
                  <a:lnTo>
                    <a:pt x="3970349" y="42803"/>
                  </a:lnTo>
                  <a:lnTo>
                    <a:pt x="3843772" y="47084"/>
                  </a:lnTo>
                  <a:moveTo>
                    <a:pt x="3910424" y="294122"/>
                  </a:moveTo>
                  <a:lnTo>
                    <a:pt x="3818701" y="12229"/>
                  </a:lnTo>
                  <a:lnTo>
                    <a:pt x="3693959" y="22624"/>
                  </a:lnTo>
                  <a:lnTo>
                    <a:pt x="3783847" y="299625"/>
                  </a:lnTo>
                  <a:lnTo>
                    <a:pt x="3910424" y="294122"/>
                  </a:lnTo>
                  <a:moveTo>
                    <a:pt x="3693959" y="22624"/>
                  </a:moveTo>
                  <a:lnTo>
                    <a:pt x="3653601" y="293511"/>
                  </a:lnTo>
                  <a:lnTo>
                    <a:pt x="3779567" y="278835"/>
                  </a:lnTo>
                  <a:lnTo>
                    <a:pt x="3818701" y="12229"/>
                  </a:lnTo>
                  <a:lnTo>
                    <a:pt x="3693959" y="22624"/>
                  </a:lnTo>
                  <a:moveTo>
                    <a:pt x="3779567" y="278835"/>
                  </a:moveTo>
                  <a:lnTo>
                    <a:pt x="3683564" y="41580"/>
                  </a:lnTo>
                  <a:lnTo>
                    <a:pt x="3555153" y="50752"/>
                  </a:lnTo>
                  <a:lnTo>
                    <a:pt x="3653601" y="293511"/>
                  </a:lnTo>
                  <a:lnTo>
                    <a:pt x="3779567" y="278835"/>
                  </a:lnTo>
                  <a:moveTo>
                    <a:pt x="3555153" y="50752"/>
                  </a:moveTo>
                  <a:lnTo>
                    <a:pt x="3500731" y="277001"/>
                  </a:lnTo>
                  <a:lnTo>
                    <a:pt x="3626085" y="280669"/>
                  </a:lnTo>
                  <a:lnTo>
                    <a:pt x="3683564" y="41580"/>
                  </a:lnTo>
                  <a:lnTo>
                    <a:pt x="3555153" y="50752"/>
                  </a:lnTo>
                  <a:moveTo>
                    <a:pt x="3626085" y="280669"/>
                  </a:moveTo>
                  <a:lnTo>
                    <a:pt x="3583892" y="45861"/>
                  </a:lnTo>
                  <a:lnTo>
                    <a:pt x="3457927" y="35465"/>
                  </a:lnTo>
                  <a:lnTo>
                    <a:pt x="3500731" y="277001"/>
                  </a:lnTo>
                  <a:lnTo>
                    <a:pt x="3626085" y="280669"/>
                  </a:lnTo>
                  <a:moveTo>
                    <a:pt x="3457927" y="35465"/>
                  </a:moveTo>
                  <a:lnTo>
                    <a:pt x="3361313" y="311855"/>
                  </a:lnTo>
                  <a:lnTo>
                    <a:pt x="3487890" y="319804"/>
                  </a:lnTo>
                  <a:lnTo>
                    <a:pt x="3583892" y="45861"/>
                  </a:lnTo>
                  <a:lnTo>
                    <a:pt x="3457927" y="35465"/>
                  </a:lnTo>
                  <a:moveTo>
                    <a:pt x="3487890" y="319804"/>
                  </a:moveTo>
                  <a:lnTo>
                    <a:pt x="3421850" y="14064"/>
                  </a:lnTo>
                  <a:lnTo>
                    <a:pt x="3296496" y="13452"/>
                  </a:lnTo>
                  <a:lnTo>
                    <a:pt x="3361313" y="311855"/>
                  </a:lnTo>
                  <a:lnTo>
                    <a:pt x="3487890" y="319804"/>
                  </a:lnTo>
                  <a:moveTo>
                    <a:pt x="3296496" y="13452"/>
                  </a:moveTo>
                  <a:lnTo>
                    <a:pt x="3232291" y="291065"/>
                  </a:lnTo>
                  <a:lnTo>
                    <a:pt x="3359479" y="286173"/>
                  </a:lnTo>
                  <a:lnTo>
                    <a:pt x="3421850" y="14064"/>
                  </a:lnTo>
                  <a:lnTo>
                    <a:pt x="3296496" y="13452"/>
                  </a:lnTo>
                  <a:moveTo>
                    <a:pt x="3359479" y="286173"/>
                  </a:moveTo>
                  <a:lnTo>
                    <a:pt x="3267757" y="0"/>
                  </a:lnTo>
                  <a:lnTo>
                    <a:pt x="3144237" y="15287"/>
                  </a:lnTo>
                  <a:lnTo>
                    <a:pt x="3232291" y="291065"/>
                  </a:lnTo>
                  <a:lnTo>
                    <a:pt x="3359479" y="286173"/>
                  </a:lnTo>
                  <a:moveTo>
                    <a:pt x="3144237" y="15287"/>
                  </a:moveTo>
                  <a:lnTo>
                    <a:pt x="3126504" y="310632"/>
                  </a:lnTo>
                  <a:lnTo>
                    <a:pt x="3250024" y="292288"/>
                  </a:lnTo>
                  <a:lnTo>
                    <a:pt x="3267757" y="0"/>
                  </a:lnTo>
                  <a:lnTo>
                    <a:pt x="3144237" y="15287"/>
                  </a:lnTo>
                  <a:moveTo>
                    <a:pt x="3250024" y="292288"/>
                  </a:moveTo>
                  <a:lnTo>
                    <a:pt x="3157078" y="45249"/>
                  </a:lnTo>
                  <a:lnTo>
                    <a:pt x="3032336" y="62371"/>
                  </a:lnTo>
                  <a:lnTo>
                    <a:pt x="3126504" y="310632"/>
                  </a:lnTo>
                  <a:lnTo>
                    <a:pt x="3250024" y="292288"/>
                  </a:lnTo>
                  <a:moveTo>
                    <a:pt x="3032336" y="62371"/>
                  </a:moveTo>
                  <a:lnTo>
                    <a:pt x="2998093" y="449438"/>
                  </a:lnTo>
                  <a:lnTo>
                    <a:pt x="3121612" y="441489"/>
                  </a:lnTo>
                  <a:lnTo>
                    <a:pt x="3157078" y="45249"/>
                  </a:lnTo>
                  <a:lnTo>
                    <a:pt x="3032336" y="62371"/>
                  </a:lnTo>
                  <a:moveTo>
                    <a:pt x="3121612" y="441489"/>
                  </a:moveTo>
                  <a:lnTo>
                    <a:pt x="3052515" y="120461"/>
                  </a:lnTo>
                  <a:lnTo>
                    <a:pt x="2928996" y="127188"/>
                  </a:lnTo>
                  <a:lnTo>
                    <a:pt x="2998093" y="449438"/>
                  </a:lnTo>
                  <a:lnTo>
                    <a:pt x="3121612" y="441489"/>
                  </a:lnTo>
                  <a:moveTo>
                    <a:pt x="2928996" y="127188"/>
                  </a:moveTo>
                  <a:lnTo>
                    <a:pt x="2883135" y="564397"/>
                  </a:lnTo>
                  <a:lnTo>
                    <a:pt x="3007265" y="555225"/>
                  </a:lnTo>
                  <a:lnTo>
                    <a:pt x="3052515" y="120461"/>
                  </a:lnTo>
                  <a:lnTo>
                    <a:pt x="2928996" y="127188"/>
                  </a:lnTo>
                  <a:moveTo>
                    <a:pt x="3007265" y="555225"/>
                  </a:moveTo>
                  <a:lnTo>
                    <a:pt x="2915543" y="190782"/>
                  </a:lnTo>
                  <a:lnTo>
                    <a:pt x="2792635" y="202400"/>
                  </a:lnTo>
                  <a:lnTo>
                    <a:pt x="2883135" y="564397"/>
                  </a:lnTo>
                  <a:lnTo>
                    <a:pt x="3007265" y="555225"/>
                  </a:lnTo>
                  <a:moveTo>
                    <a:pt x="2792635" y="202400"/>
                  </a:moveTo>
                  <a:lnTo>
                    <a:pt x="2762061" y="679967"/>
                  </a:lnTo>
                  <a:lnTo>
                    <a:pt x="2884969" y="672018"/>
                  </a:lnTo>
                  <a:lnTo>
                    <a:pt x="2915543" y="190782"/>
                  </a:lnTo>
                  <a:lnTo>
                    <a:pt x="2792635" y="202400"/>
                  </a:lnTo>
                  <a:moveTo>
                    <a:pt x="2884969" y="672018"/>
                  </a:moveTo>
                  <a:lnTo>
                    <a:pt x="2797527" y="237254"/>
                  </a:lnTo>
                  <a:lnTo>
                    <a:pt x="2674620" y="247038"/>
                  </a:lnTo>
                  <a:lnTo>
                    <a:pt x="2762061" y="679967"/>
                  </a:lnTo>
                  <a:lnTo>
                    <a:pt x="2884969" y="672018"/>
                  </a:lnTo>
                  <a:moveTo>
                    <a:pt x="2674620" y="247038"/>
                  </a:moveTo>
                  <a:lnTo>
                    <a:pt x="2654441" y="795537"/>
                  </a:lnTo>
                  <a:lnTo>
                    <a:pt x="2776737" y="784530"/>
                  </a:lnTo>
                  <a:lnTo>
                    <a:pt x="2797527" y="237254"/>
                  </a:lnTo>
                  <a:lnTo>
                    <a:pt x="2674620" y="247038"/>
                  </a:lnTo>
                  <a:moveTo>
                    <a:pt x="2776737" y="784530"/>
                  </a:moveTo>
                  <a:lnTo>
                    <a:pt x="2667893" y="300848"/>
                  </a:lnTo>
                  <a:lnTo>
                    <a:pt x="2546208" y="316135"/>
                  </a:lnTo>
                  <a:lnTo>
                    <a:pt x="2654441" y="795537"/>
                  </a:lnTo>
                  <a:lnTo>
                    <a:pt x="2776737" y="784530"/>
                  </a:lnTo>
                  <a:moveTo>
                    <a:pt x="2546208" y="316135"/>
                  </a:moveTo>
                  <a:lnTo>
                    <a:pt x="2566999" y="911107"/>
                  </a:lnTo>
                  <a:lnTo>
                    <a:pt x="2688684" y="891540"/>
                  </a:lnTo>
                  <a:lnTo>
                    <a:pt x="2667893" y="300848"/>
                  </a:lnTo>
                  <a:lnTo>
                    <a:pt x="2546208" y="316135"/>
                  </a:lnTo>
                  <a:moveTo>
                    <a:pt x="2688684" y="891540"/>
                  </a:moveTo>
                  <a:lnTo>
                    <a:pt x="2534590" y="380952"/>
                  </a:lnTo>
                  <a:lnTo>
                    <a:pt x="2411682" y="398074"/>
                  </a:lnTo>
                  <a:lnTo>
                    <a:pt x="2566999" y="911107"/>
                  </a:lnTo>
                  <a:lnTo>
                    <a:pt x="2688684" y="891540"/>
                  </a:lnTo>
                  <a:moveTo>
                    <a:pt x="2411682" y="398074"/>
                  </a:moveTo>
                  <a:lnTo>
                    <a:pt x="2400064" y="1006498"/>
                  </a:lnTo>
                  <a:lnTo>
                    <a:pt x="2522361" y="993045"/>
                  </a:lnTo>
                  <a:lnTo>
                    <a:pt x="2534590" y="380952"/>
                  </a:lnTo>
                  <a:lnTo>
                    <a:pt x="2411682" y="398074"/>
                  </a:lnTo>
                  <a:moveTo>
                    <a:pt x="2522361" y="993045"/>
                  </a:moveTo>
                  <a:lnTo>
                    <a:pt x="2379885" y="402354"/>
                  </a:lnTo>
                  <a:lnTo>
                    <a:pt x="2258201" y="420699"/>
                  </a:lnTo>
                  <a:lnTo>
                    <a:pt x="2400064" y="1006498"/>
                  </a:lnTo>
                  <a:lnTo>
                    <a:pt x="2522361" y="993045"/>
                  </a:lnTo>
                  <a:moveTo>
                    <a:pt x="2258201" y="420699"/>
                  </a:moveTo>
                  <a:lnTo>
                    <a:pt x="2379885" y="402354"/>
                  </a:lnTo>
                  <a:lnTo>
                    <a:pt x="2415351" y="1002218"/>
                  </a:lnTo>
                  <a:lnTo>
                    <a:pt x="2294278" y="1021174"/>
                  </a:lnTo>
                  <a:lnTo>
                    <a:pt x="2258201" y="420699"/>
                  </a:lnTo>
                  <a:moveTo>
                    <a:pt x="2415351" y="1002218"/>
                  </a:moveTo>
                  <a:lnTo>
                    <a:pt x="2259424" y="382175"/>
                  </a:lnTo>
                  <a:lnTo>
                    <a:pt x="2137739" y="398685"/>
                  </a:lnTo>
                  <a:lnTo>
                    <a:pt x="2294278" y="1021174"/>
                  </a:lnTo>
                  <a:lnTo>
                    <a:pt x="2415351" y="1002218"/>
                  </a:lnTo>
                  <a:moveTo>
                    <a:pt x="2137739" y="398685"/>
                  </a:moveTo>
                  <a:lnTo>
                    <a:pt x="2259424" y="382175"/>
                  </a:lnTo>
                  <a:lnTo>
                    <a:pt x="2277157" y="1052359"/>
                  </a:lnTo>
                  <a:lnTo>
                    <a:pt x="2155472" y="1067646"/>
                  </a:lnTo>
                  <a:lnTo>
                    <a:pt x="2137739" y="398685"/>
                  </a:lnTo>
                  <a:moveTo>
                    <a:pt x="2277157" y="1052359"/>
                  </a:moveTo>
                  <a:lnTo>
                    <a:pt x="2116948" y="374226"/>
                  </a:lnTo>
                  <a:lnTo>
                    <a:pt x="1995264" y="390736"/>
                  </a:lnTo>
                  <a:lnTo>
                    <a:pt x="2155472" y="1067646"/>
                  </a:lnTo>
                  <a:lnTo>
                    <a:pt x="2277157" y="1052359"/>
                  </a:lnTo>
                  <a:moveTo>
                    <a:pt x="1995264" y="390736"/>
                  </a:moveTo>
                  <a:lnTo>
                    <a:pt x="2116948" y="374226"/>
                  </a:lnTo>
                  <a:lnTo>
                    <a:pt x="2142631" y="1053582"/>
                  </a:lnTo>
                  <a:lnTo>
                    <a:pt x="2020946" y="1069481"/>
                  </a:lnTo>
                  <a:lnTo>
                    <a:pt x="1995264" y="390736"/>
                  </a:lnTo>
                  <a:moveTo>
                    <a:pt x="2142631" y="1053582"/>
                  </a:moveTo>
                  <a:lnTo>
                    <a:pt x="1989149" y="371169"/>
                  </a:lnTo>
                  <a:lnTo>
                    <a:pt x="1867464" y="386456"/>
                  </a:lnTo>
                  <a:lnTo>
                    <a:pt x="2020946" y="1069481"/>
                  </a:lnTo>
                  <a:lnTo>
                    <a:pt x="2142631" y="1053582"/>
                  </a:lnTo>
                  <a:moveTo>
                    <a:pt x="1867464" y="386456"/>
                  </a:moveTo>
                  <a:lnTo>
                    <a:pt x="1989149" y="371169"/>
                  </a:lnTo>
                  <a:lnTo>
                    <a:pt x="2007493" y="1045021"/>
                  </a:lnTo>
                  <a:lnTo>
                    <a:pt x="1885808" y="1058474"/>
                  </a:lnTo>
                  <a:lnTo>
                    <a:pt x="1867464" y="386456"/>
                  </a:lnTo>
                  <a:moveTo>
                    <a:pt x="2007493" y="1045021"/>
                  </a:moveTo>
                  <a:lnTo>
                    <a:pt x="1880305" y="393794"/>
                  </a:lnTo>
                  <a:lnTo>
                    <a:pt x="1758009" y="406635"/>
                  </a:lnTo>
                  <a:lnTo>
                    <a:pt x="1885808" y="1058474"/>
                  </a:lnTo>
                  <a:lnTo>
                    <a:pt x="2007493" y="1045021"/>
                  </a:lnTo>
                  <a:moveTo>
                    <a:pt x="1758009" y="406635"/>
                  </a:moveTo>
                  <a:lnTo>
                    <a:pt x="1770850" y="1068869"/>
                  </a:lnTo>
                  <a:lnTo>
                    <a:pt x="1892535" y="1052359"/>
                  </a:lnTo>
                  <a:lnTo>
                    <a:pt x="1880305" y="393794"/>
                  </a:lnTo>
                  <a:lnTo>
                    <a:pt x="1758009" y="406635"/>
                  </a:lnTo>
                  <a:moveTo>
                    <a:pt x="1892535" y="1052359"/>
                  </a:moveTo>
                  <a:lnTo>
                    <a:pt x="1731715" y="415195"/>
                  </a:lnTo>
                  <a:lnTo>
                    <a:pt x="1609419" y="430482"/>
                  </a:lnTo>
                  <a:lnTo>
                    <a:pt x="1770850" y="1068869"/>
                  </a:lnTo>
                  <a:lnTo>
                    <a:pt x="1892535" y="1052359"/>
                  </a:lnTo>
                  <a:moveTo>
                    <a:pt x="1609419" y="430482"/>
                  </a:moveTo>
                  <a:lnTo>
                    <a:pt x="1731715" y="415195"/>
                  </a:lnTo>
                  <a:lnTo>
                    <a:pt x="1731715" y="1007721"/>
                  </a:lnTo>
                  <a:lnTo>
                    <a:pt x="1609419" y="1022397"/>
                  </a:lnTo>
                  <a:lnTo>
                    <a:pt x="1609419" y="430482"/>
                  </a:lnTo>
                  <a:moveTo>
                    <a:pt x="1731715" y="1007721"/>
                  </a:moveTo>
                  <a:lnTo>
                    <a:pt x="1584348" y="399297"/>
                  </a:lnTo>
                  <a:lnTo>
                    <a:pt x="1462052" y="415195"/>
                  </a:lnTo>
                  <a:lnTo>
                    <a:pt x="1609419" y="1022397"/>
                  </a:lnTo>
                  <a:lnTo>
                    <a:pt x="1731715" y="1007721"/>
                  </a:lnTo>
                  <a:moveTo>
                    <a:pt x="1462052" y="415195"/>
                  </a:moveTo>
                  <a:lnTo>
                    <a:pt x="1584348" y="399297"/>
                  </a:lnTo>
                  <a:lnTo>
                    <a:pt x="1594743" y="1054194"/>
                  </a:lnTo>
                  <a:lnTo>
                    <a:pt x="1472447" y="1071315"/>
                  </a:lnTo>
                  <a:lnTo>
                    <a:pt x="1462052" y="415195"/>
                  </a:lnTo>
                  <a:moveTo>
                    <a:pt x="1594743" y="1054194"/>
                  </a:moveTo>
                  <a:lnTo>
                    <a:pt x="1410076" y="363831"/>
                  </a:lnTo>
                  <a:lnTo>
                    <a:pt x="1288391" y="381564"/>
                  </a:lnTo>
                  <a:lnTo>
                    <a:pt x="1472447" y="1071315"/>
                  </a:lnTo>
                  <a:lnTo>
                    <a:pt x="1594743" y="1054194"/>
                  </a:lnTo>
                  <a:moveTo>
                    <a:pt x="1288391" y="381564"/>
                  </a:moveTo>
                  <a:lnTo>
                    <a:pt x="1410076" y="363831"/>
                  </a:lnTo>
                  <a:lnTo>
                    <a:pt x="1427809" y="1037684"/>
                  </a:lnTo>
                  <a:lnTo>
                    <a:pt x="1305512" y="1048690"/>
                  </a:lnTo>
                  <a:lnTo>
                    <a:pt x="1288391" y="381564"/>
                  </a:lnTo>
                  <a:moveTo>
                    <a:pt x="1427809" y="1037684"/>
                  </a:moveTo>
                  <a:lnTo>
                    <a:pt x="1327526" y="406023"/>
                  </a:lnTo>
                  <a:lnTo>
                    <a:pt x="1204618" y="413361"/>
                  </a:lnTo>
                  <a:lnTo>
                    <a:pt x="1305512" y="1048690"/>
                  </a:lnTo>
                  <a:lnTo>
                    <a:pt x="1427809" y="1037684"/>
                  </a:lnTo>
                  <a:moveTo>
                    <a:pt x="1204618" y="413361"/>
                  </a:moveTo>
                  <a:lnTo>
                    <a:pt x="1178324" y="1035238"/>
                  </a:lnTo>
                  <a:lnTo>
                    <a:pt x="1301232" y="1024842"/>
                  </a:lnTo>
                  <a:lnTo>
                    <a:pt x="1327526" y="406023"/>
                  </a:lnTo>
                  <a:lnTo>
                    <a:pt x="1204618" y="413361"/>
                  </a:lnTo>
                  <a:moveTo>
                    <a:pt x="1301232" y="1024842"/>
                  </a:moveTo>
                  <a:lnTo>
                    <a:pt x="1165483" y="390125"/>
                  </a:lnTo>
                  <a:lnTo>
                    <a:pt x="1042575" y="401131"/>
                  </a:lnTo>
                  <a:lnTo>
                    <a:pt x="1178324" y="1035238"/>
                  </a:lnTo>
                  <a:lnTo>
                    <a:pt x="1301232" y="1024842"/>
                  </a:lnTo>
                  <a:moveTo>
                    <a:pt x="1042575" y="401131"/>
                  </a:moveTo>
                  <a:lnTo>
                    <a:pt x="1023620" y="1016893"/>
                  </a:lnTo>
                  <a:lnTo>
                    <a:pt x="1146527" y="1007721"/>
                  </a:lnTo>
                  <a:lnTo>
                    <a:pt x="1165483" y="390125"/>
                  </a:lnTo>
                  <a:lnTo>
                    <a:pt x="1042575" y="401131"/>
                  </a:lnTo>
                  <a:moveTo>
                    <a:pt x="1146527" y="1007721"/>
                  </a:moveTo>
                  <a:lnTo>
                    <a:pt x="1038295" y="397462"/>
                  </a:lnTo>
                  <a:lnTo>
                    <a:pt x="915999" y="407858"/>
                  </a:lnTo>
                  <a:lnTo>
                    <a:pt x="1023620" y="1016893"/>
                  </a:lnTo>
                  <a:lnTo>
                    <a:pt x="1146527" y="1007721"/>
                  </a:lnTo>
                  <a:moveTo>
                    <a:pt x="915999" y="407858"/>
                  </a:moveTo>
                  <a:lnTo>
                    <a:pt x="913553" y="1049913"/>
                  </a:lnTo>
                  <a:lnTo>
                    <a:pt x="1035849" y="1034626"/>
                  </a:lnTo>
                  <a:lnTo>
                    <a:pt x="1038295" y="397462"/>
                  </a:lnTo>
                  <a:lnTo>
                    <a:pt x="915999" y="407858"/>
                  </a:lnTo>
                  <a:moveTo>
                    <a:pt x="1035849" y="1034626"/>
                  </a:moveTo>
                  <a:lnTo>
                    <a:pt x="861577" y="371780"/>
                  </a:lnTo>
                  <a:lnTo>
                    <a:pt x="739281" y="387679"/>
                  </a:lnTo>
                  <a:lnTo>
                    <a:pt x="913553" y="1049913"/>
                  </a:lnTo>
                  <a:lnTo>
                    <a:pt x="1035849" y="1034626"/>
                  </a:lnTo>
                  <a:moveTo>
                    <a:pt x="739281" y="387679"/>
                  </a:moveTo>
                  <a:lnTo>
                    <a:pt x="861577" y="371780"/>
                  </a:lnTo>
                  <a:lnTo>
                    <a:pt x="865246" y="1004664"/>
                  </a:lnTo>
                  <a:lnTo>
                    <a:pt x="742950" y="1018116"/>
                  </a:lnTo>
                  <a:lnTo>
                    <a:pt x="739281" y="387679"/>
                  </a:lnTo>
                  <a:moveTo>
                    <a:pt x="865246" y="1004664"/>
                  </a:moveTo>
                  <a:lnTo>
                    <a:pt x="735612" y="405412"/>
                  </a:lnTo>
                  <a:lnTo>
                    <a:pt x="613927" y="421310"/>
                  </a:lnTo>
                  <a:lnTo>
                    <a:pt x="742950" y="1018116"/>
                  </a:lnTo>
                  <a:lnTo>
                    <a:pt x="865246" y="1004664"/>
                  </a:lnTo>
                  <a:moveTo>
                    <a:pt x="613927" y="421310"/>
                  </a:moveTo>
                  <a:lnTo>
                    <a:pt x="735612" y="405412"/>
                  </a:lnTo>
                  <a:lnTo>
                    <a:pt x="760682" y="1028511"/>
                  </a:lnTo>
                  <a:lnTo>
                    <a:pt x="638998" y="1046244"/>
                  </a:lnTo>
                  <a:lnTo>
                    <a:pt x="613927" y="421310"/>
                  </a:lnTo>
                  <a:moveTo>
                    <a:pt x="760682" y="1028511"/>
                  </a:moveTo>
                  <a:lnTo>
                    <a:pt x="588856" y="366277"/>
                  </a:lnTo>
                  <a:lnTo>
                    <a:pt x="467783" y="386456"/>
                  </a:lnTo>
                  <a:lnTo>
                    <a:pt x="638998" y="1046244"/>
                  </a:lnTo>
                  <a:lnTo>
                    <a:pt x="760682" y="1028511"/>
                  </a:lnTo>
                  <a:moveTo>
                    <a:pt x="467783" y="386456"/>
                  </a:moveTo>
                  <a:lnTo>
                    <a:pt x="518536" y="1050525"/>
                  </a:lnTo>
                  <a:lnTo>
                    <a:pt x="638998" y="1028511"/>
                  </a:lnTo>
                  <a:lnTo>
                    <a:pt x="588856" y="366277"/>
                  </a:lnTo>
                  <a:lnTo>
                    <a:pt x="467783" y="386456"/>
                  </a:lnTo>
                  <a:moveTo>
                    <a:pt x="638998" y="1028511"/>
                  </a:moveTo>
                  <a:lnTo>
                    <a:pt x="456776" y="390125"/>
                  </a:lnTo>
                  <a:lnTo>
                    <a:pt x="335091" y="407858"/>
                  </a:lnTo>
                  <a:lnTo>
                    <a:pt x="518536" y="1050525"/>
                  </a:lnTo>
                  <a:lnTo>
                    <a:pt x="638998" y="1028511"/>
                  </a:lnTo>
                  <a:moveTo>
                    <a:pt x="335091" y="407858"/>
                  </a:moveTo>
                  <a:lnTo>
                    <a:pt x="456776" y="390125"/>
                  </a:lnTo>
                  <a:lnTo>
                    <a:pt x="466560" y="1004052"/>
                  </a:lnTo>
                  <a:lnTo>
                    <a:pt x="344264" y="1016282"/>
                  </a:lnTo>
                  <a:lnTo>
                    <a:pt x="335091" y="407858"/>
                  </a:lnTo>
                  <a:moveTo>
                    <a:pt x="466560" y="1004052"/>
                  </a:moveTo>
                  <a:lnTo>
                    <a:pt x="347321" y="395017"/>
                  </a:lnTo>
                  <a:lnTo>
                    <a:pt x="225025" y="404800"/>
                  </a:lnTo>
                  <a:lnTo>
                    <a:pt x="344264" y="1016282"/>
                  </a:lnTo>
                  <a:lnTo>
                    <a:pt x="466560" y="1004052"/>
                  </a:lnTo>
                  <a:moveTo>
                    <a:pt x="225025" y="404800"/>
                  </a:moveTo>
                  <a:lnTo>
                    <a:pt x="202400" y="1020562"/>
                  </a:lnTo>
                  <a:lnTo>
                    <a:pt x="325308" y="1007110"/>
                  </a:lnTo>
                  <a:lnTo>
                    <a:pt x="347321" y="395017"/>
                  </a:lnTo>
                  <a:lnTo>
                    <a:pt x="225025" y="404800"/>
                  </a:lnTo>
                  <a:moveTo>
                    <a:pt x="325308" y="1007110"/>
                  </a:moveTo>
                  <a:lnTo>
                    <a:pt x="171214" y="405412"/>
                  </a:lnTo>
                  <a:lnTo>
                    <a:pt x="49530" y="423145"/>
                  </a:lnTo>
                  <a:lnTo>
                    <a:pt x="202400" y="1020562"/>
                  </a:lnTo>
                  <a:lnTo>
                    <a:pt x="325308" y="1007110"/>
                  </a:lnTo>
                  <a:moveTo>
                    <a:pt x="49530" y="423145"/>
                  </a:moveTo>
                  <a:lnTo>
                    <a:pt x="73377" y="1063977"/>
                  </a:lnTo>
                  <a:lnTo>
                    <a:pt x="195062" y="1045633"/>
                  </a:lnTo>
                  <a:lnTo>
                    <a:pt x="171214" y="405412"/>
                  </a:lnTo>
                  <a:lnTo>
                    <a:pt x="49530" y="423145"/>
                  </a:lnTo>
                  <a:moveTo>
                    <a:pt x="195062" y="1045633"/>
                  </a:moveTo>
                  <a:lnTo>
                    <a:pt x="118015" y="758237"/>
                  </a:lnTo>
                  <a:lnTo>
                    <a:pt x="0" y="790034"/>
                  </a:lnTo>
                  <a:lnTo>
                    <a:pt x="73377" y="1063977"/>
                  </a:lnTo>
                  <a:lnTo>
                    <a:pt x="195062" y="1045633"/>
                  </a:ln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4194" y="3959460"/>
              <a:ext cx="4224725" cy="1046244"/>
            </a:xfrm>
            <a:custGeom>
              <a:avLst/>
              <a:gdLst/>
              <a:ahLst/>
              <a:cxnLst/>
              <a:rect l="0" t="0" r="0" b="0"/>
              <a:pathLst>
                <a:path w="4224725" h="1046244">
                  <a:moveTo>
                    <a:pt x="2426970" y="378507"/>
                  </a:moveTo>
                  <a:lnTo>
                    <a:pt x="5503" y="378507"/>
                  </a:lnTo>
                  <a:lnTo>
                    <a:pt x="5503" y="1038907"/>
                  </a:lnTo>
                  <a:lnTo>
                    <a:pt x="2426970" y="1038907"/>
                  </a:lnTo>
                  <a:lnTo>
                    <a:pt x="3160747" y="305129"/>
                  </a:lnTo>
                  <a:lnTo>
                    <a:pt x="3637703" y="305129"/>
                  </a:lnTo>
                  <a:lnTo>
                    <a:pt x="4041281" y="305129"/>
                  </a:lnTo>
                  <a:lnTo>
                    <a:pt x="4224725" y="11618"/>
                  </a:lnTo>
                  <a:lnTo>
                    <a:pt x="3160747" y="11618"/>
                  </a:lnTo>
                  <a:close/>
                  <a:moveTo>
                    <a:pt x="2426970" y="378507"/>
                  </a:moveTo>
                  <a:cubicBezTo>
                    <a:pt x="2509520" y="330200"/>
                    <a:pt x="2595738" y="286784"/>
                    <a:pt x="2684403" y="250095"/>
                  </a:cubicBezTo>
                  <a:cubicBezTo>
                    <a:pt x="2773068" y="212795"/>
                    <a:pt x="2856841" y="165100"/>
                    <a:pt x="2941837" y="121073"/>
                  </a:cubicBezTo>
                  <a:cubicBezTo>
                    <a:pt x="3013992" y="83161"/>
                    <a:pt x="3084924" y="42192"/>
                    <a:pt x="3160747" y="11618"/>
                  </a:cubicBezTo>
                  <a:cubicBezTo>
                    <a:pt x="3245743" y="0"/>
                    <a:pt x="3333185" y="15898"/>
                    <a:pt x="3418792" y="11618"/>
                  </a:cubicBezTo>
                  <a:cubicBezTo>
                    <a:pt x="3506846" y="6726"/>
                    <a:pt x="3596122" y="19567"/>
                    <a:pt x="3684175" y="11618"/>
                  </a:cubicBezTo>
                  <a:cubicBezTo>
                    <a:pt x="3772840" y="3668"/>
                    <a:pt x="3862728" y="15287"/>
                    <a:pt x="3952004" y="11618"/>
                  </a:cubicBezTo>
                  <a:cubicBezTo>
                    <a:pt x="4042504" y="7949"/>
                    <a:pt x="4134226" y="2445"/>
                    <a:pt x="4224725" y="11618"/>
                  </a:cubicBezTo>
                  <a:cubicBezTo>
                    <a:pt x="4162354" y="108843"/>
                    <a:pt x="4095091" y="203011"/>
                    <a:pt x="4041281" y="305129"/>
                  </a:cubicBezTo>
                  <a:cubicBezTo>
                    <a:pt x="3980132" y="303906"/>
                    <a:pt x="3918984" y="311855"/>
                    <a:pt x="3859059" y="305129"/>
                  </a:cubicBezTo>
                  <a:cubicBezTo>
                    <a:pt x="3785681" y="297180"/>
                    <a:pt x="3711081" y="308186"/>
                    <a:pt x="3637703" y="305129"/>
                  </a:cubicBezTo>
                  <a:cubicBezTo>
                    <a:pt x="3478718" y="297791"/>
                    <a:pt x="3319732" y="297180"/>
                    <a:pt x="3160747" y="305129"/>
                  </a:cubicBezTo>
                  <a:cubicBezTo>
                    <a:pt x="3118555" y="355270"/>
                    <a:pt x="3073305" y="403577"/>
                    <a:pt x="3021941" y="443935"/>
                  </a:cubicBezTo>
                  <a:cubicBezTo>
                    <a:pt x="2971188" y="483681"/>
                    <a:pt x="2935722" y="541161"/>
                    <a:pt x="2884969" y="580907"/>
                  </a:cubicBezTo>
                  <a:cubicBezTo>
                    <a:pt x="2829324" y="624322"/>
                    <a:pt x="2788967" y="684859"/>
                    <a:pt x="2735156" y="730720"/>
                  </a:cubicBezTo>
                  <a:cubicBezTo>
                    <a:pt x="2681346" y="776581"/>
                    <a:pt x="2631204" y="826111"/>
                    <a:pt x="2585343" y="880533"/>
                  </a:cubicBezTo>
                  <a:cubicBezTo>
                    <a:pt x="2537648" y="937401"/>
                    <a:pt x="2482614" y="989377"/>
                    <a:pt x="2426970" y="1038907"/>
                  </a:cubicBezTo>
                  <a:cubicBezTo>
                    <a:pt x="2253309" y="1041352"/>
                    <a:pt x="2079037" y="1046244"/>
                    <a:pt x="1905376" y="1038907"/>
                  </a:cubicBezTo>
                  <a:cubicBezTo>
                    <a:pt x="1754951" y="1032180"/>
                    <a:pt x="1604527" y="1036461"/>
                    <a:pt x="1454102" y="1038907"/>
                  </a:cubicBezTo>
                  <a:cubicBezTo>
                    <a:pt x="1303678" y="1041352"/>
                    <a:pt x="1153865" y="1031569"/>
                    <a:pt x="1003441" y="1038907"/>
                  </a:cubicBezTo>
                  <a:cubicBezTo>
                    <a:pt x="845067" y="1046244"/>
                    <a:pt x="686082" y="1046244"/>
                    <a:pt x="528320" y="1038907"/>
                  </a:cubicBezTo>
                  <a:cubicBezTo>
                    <a:pt x="354047" y="1030957"/>
                    <a:pt x="179164" y="1028511"/>
                    <a:pt x="5503" y="1038907"/>
                  </a:cubicBezTo>
                  <a:cubicBezTo>
                    <a:pt x="11618" y="933732"/>
                    <a:pt x="0" y="828557"/>
                    <a:pt x="5503" y="723382"/>
                  </a:cubicBezTo>
                  <a:cubicBezTo>
                    <a:pt x="11006" y="608424"/>
                    <a:pt x="12841" y="493465"/>
                    <a:pt x="5503" y="378507"/>
                  </a:cubicBezTo>
                  <a:cubicBezTo>
                    <a:pt x="172437" y="368723"/>
                    <a:pt x="339983" y="384621"/>
                    <a:pt x="506918" y="378507"/>
                  </a:cubicBezTo>
                  <a:cubicBezTo>
                    <a:pt x="668349" y="372392"/>
                    <a:pt x="831003" y="389513"/>
                    <a:pt x="992434" y="378507"/>
                  </a:cubicBezTo>
                  <a:cubicBezTo>
                    <a:pt x="1164872" y="366888"/>
                    <a:pt x="1338532" y="388290"/>
                    <a:pt x="1510970" y="378507"/>
                  </a:cubicBezTo>
                  <a:cubicBezTo>
                    <a:pt x="1667510" y="369334"/>
                    <a:pt x="1824660" y="373615"/>
                    <a:pt x="1981811" y="378507"/>
                  </a:cubicBezTo>
                  <a:cubicBezTo>
                    <a:pt x="2129789" y="383398"/>
                    <a:pt x="2278379" y="384010"/>
                    <a:pt x="2426970" y="378507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62576" y="3648827"/>
              <a:ext cx="4422845" cy="706261"/>
            </a:xfrm>
            <a:custGeom>
              <a:avLst/>
              <a:gdLst/>
              <a:ahLst/>
              <a:cxnLst/>
              <a:rect l="0" t="0" r="0" b="0"/>
              <a:pathLst>
                <a:path w="4422845" h="706261">
                  <a:moveTo>
                    <a:pt x="4405724" y="124742"/>
                  </a:moveTo>
                  <a:lnTo>
                    <a:pt x="4285262" y="101505"/>
                  </a:lnTo>
                  <a:lnTo>
                    <a:pt x="4304829" y="0"/>
                  </a:lnTo>
                  <a:lnTo>
                    <a:pt x="4422845" y="33631"/>
                  </a:lnTo>
                  <a:close/>
                  <a:moveTo>
                    <a:pt x="4304829" y="0"/>
                  </a:moveTo>
                  <a:lnTo>
                    <a:pt x="4196597" y="283727"/>
                  </a:lnTo>
                  <a:lnTo>
                    <a:pt x="4324397" y="291065"/>
                  </a:lnTo>
                  <a:lnTo>
                    <a:pt x="4422845" y="33631"/>
                  </a:lnTo>
                  <a:close/>
                  <a:moveTo>
                    <a:pt x="4324397" y="291065"/>
                  </a:moveTo>
                  <a:lnTo>
                    <a:pt x="4264471" y="57479"/>
                  </a:lnTo>
                  <a:lnTo>
                    <a:pt x="4136060" y="49530"/>
                  </a:lnTo>
                  <a:lnTo>
                    <a:pt x="4196597" y="283727"/>
                  </a:lnTo>
                  <a:close/>
                  <a:moveTo>
                    <a:pt x="4136060" y="49530"/>
                  </a:moveTo>
                  <a:lnTo>
                    <a:pt x="4035166" y="300848"/>
                  </a:lnTo>
                  <a:lnTo>
                    <a:pt x="4160520" y="316747"/>
                  </a:lnTo>
                  <a:lnTo>
                    <a:pt x="4264471" y="57479"/>
                  </a:lnTo>
                  <a:close/>
                  <a:moveTo>
                    <a:pt x="4160520" y="316747"/>
                  </a:moveTo>
                  <a:lnTo>
                    <a:pt x="4121996" y="26293"/>
                  </a:lnTo>
                  <a:lnTo>
                    <a:pt x="3997865" y="20178"/>
                  </a:lnTo>
                  <a:lnTo>
                    <a:pt x="4035166" y="300848"/>
                  </a:lnTo>
                  <a:close/>
                  <a:moveTo>
                    <a:pt x="3997865" y="20178"/>
                  </a:moveTo>
                  <a:lnTo>
                    <a:pt x="3929379" y="319193"/>
                  </a:lnTo>
                  <a:lnTo>
                    <a:pt x="4054733" y="318581"/>
                  </a:lnTo>
                  <a:lnTo>
                    <a:pt x="4121996" y="26293"/>
                  </a:lnTo>
                  <a:close/>
                  <a:moveTo>
                    <a:pt x="4054733" y="318581"/>
                  </a:moveTo>
                  <a:lnTo>
                    <a:pt x="3982578" y="12841"/>
                  </a:lnTo>
                  <a:lnTo>
                    <a:pt x="3857225" y="15287"/>
                  </a:lnTo>
                  <a:lnTo>
                    <a:pt x="3929379" y="319193"/>
                  </a:lnTo>
                  <a:close/>
                  <a:moveTo>
                    <a:pt x="3857225" y="15287"/>
                  </a:moveTo>
                  <a:lnTo>
                    <a:pt x="3805860" y="288619"/>
                  </a:lnTo>
                  <a:lnTo>
                    <a:pt x="3931214" y="283115"/>
                  </a:lnTo>
                  <a:lnTo>
                    <a:pt x="3982578" y="12841"/>
                  </a:lnTo>
                  <a:close/>
                  <a:moveTo>
                    <a:pt x="3931214" y="283115"/>
                  </a:moveTo>
                  <a:lnTo>
                    <a:pt x="3856613" y="17732"/>
                  </a:lnTo>
                  <a:lnTo>
                    <a:pt x="3730037" y="18344"/>
                  </a:lnTo>
                  <a:lnTo>
                    <a:pt x="3805860" y="288619"/>
                  </a:lnTo>
                  <a:close/>
                  <a:moveTo>
                    <a:pt x="3730037" y="18344"/>
                  </a:moveTo>
                  <a:lnTo>
                    <a:pt x="3646875" y="316135"/>
                  </a:lnTo>
                  <a:lnTo>
                    <a:pt x="3771617" y="325308"/>
                  </a:lnTo>
                  <a:lnTo>
                    <a:pt x="3856613" y="17732"/>
                  </a:lnTo>
                  <a:close/>
                  <a:moveTo>
                    <a:pt x="3771617" y="325308"/>
                  </a:moveTo>
                  <a:lnTo>
                    <a:pt x="3732482" y="18344"/>
                  </a:lnTo>
                  <a:lnTo>
                    <a:pt x="3607740" y="7337"/>
                  </a:lnTo>
                  <a:lnTo>
                    <a:pt x="3646875" y="316135"/>
                  </a:lnTo>
                  <a:close/>
                  <a:moveTo>
                    <a:pt x="3607740" y="7337"/>
                  </a:moveTo>
                  <a:lnTo>
                    <a:pt x="3507457" y="324696"/>
                  </a:lnTo>
                  <a:lnTo>
                    <a:pt x="3630977" y="340595"/>
                  </a:lnTo>
                  <a:lnTo>
                    <a:pt x="3732482" y="18344"/>
                  </a:lnTo>
                  <a:close/>
                  <a:moveTo>
                    <a:pt x="3630977" y="340595"/>
                  </a:moveTo>
                  <a:lnTo>
                    <a:pt x="3618135" y="28739"/>
                  </a:lnTo>
                  <a:lnTo>
                    <a:pt x="3494616" y="5503"/>
                  </a:lnTo>
                  <a:lnTo>
                    <a:pt x="3507457" y="324696"/>
                  </a:lnTo>
                  <a:close/>
                  <a:moveTo>
                    <a:pt x="3494616" y="5503"/>
                  </a:moveTo>
                  <a:lnTo>
                    <a:pt x="3360090" y="311855"/>
                  </a:lnTo>
                  <a:lnTo>
                    <a:pt x="3485444" y="330811"/>
                  </a:lnTo>
                  <a:lnTo>
                    <a:pt x="3618135" y="28739"/>
                  </a:lnTo>
                  <a:close/>
                  <a:moveTo>
                    <a:pt x="3485444" y="330811"/>
                  </a:moveTo>
                  <a:lnTo>
                    <a:pt x="3450590" y="23236"/>
                  </a:lnTo>
                  <a:lnTo>
                    <a:pt x="3326459" y="14675"/>
                  </a:lnTo>
                  <a:lnTo>
                    <a:pt x="3360090" y="311855"/>
                  </a:lnTo>
                  <a:close/>
                  <a:moveTo>
                    <a:pt x="3326459" y="14675"/>
                  </a:moveTo>
                  <a:lnTo>
                    <a:pt x="3248189" y="319804"/>
                  </a:lnTo>
                  <a:lnTo>
                    <a:pt x="3374766" y="319804"/>
                  </a:lnTo>
                  <a:lnTo>
                    <a:pt x="3450590" y="23236"/>
                  </a:lnTo>
                  <a:close/>
                  <a:moveTo>
                    <a:pt x="3374766" y="319804"/>
                  </a:moveTo>
                  <a:lnTo>
                    <a:pt x="3298331" y="29962"/>
                  </a:lnTo>
                  <a:lnTo>
                    <a:pt x="3172365" y="33020"/>
                  </a:lnTo>
                  <a:lnTo>
                    <a:pt x="3248189" y="319804"/>
                  </a:lnTo>
                  <a:close/>
                  <a:moveTo>
                    <a:pt x="3172365" y="33020"/>
                  </a:moveTo>
                  <a:lnTo>
                    <a:pt x="3110606" y="322862"/>
                  </a:lnTo>
                  <a:lnTo>
                    <a:pt x="3234125" y="329588"/>
                  </a:lnTo>
                  <a:lnTo>
                    <a:pt x="3298331" y="29962"/>
                  </a:lnTo>
                  <a:close/>
                  <a:moveTo>
                    <a:pt x="3234125" y="329588"/>
                  </a:moveTo>
                  <a:lnTo>
                    <a:pt x="3203551" y="36077"/>
                  </a:lnTo>
                  <a:lnTo>
                    <a:pt x="3079420" y="24459"/>
                  </a:lnTo>
                  <a:lnTo>
                    <a:pt x="3110606" y="322862"/>
                  </a:lnTo>
                  <a:close/>
                  <a:moveTo>
                    <a:pt x="3079420" y="24459"/>
                  </a:moveTo>
                  <a:lnTo>
                    <a:pt x="2976080" y="370557"/>
                  </a:lnTo>
                  <a:lnTo>
                    <a:pt x="3100211" y="382175"/>
                  </a:lnTo>
                  <a:lnTo>
                    <a:pt x="3203551" y="36077"/>
                  </a:lnTo>
                  <a:close/>
                  <a:moveTo>
                    <a:pt x="3100211" y="382175"/>
                  </a:moveTo>
                  <a:lnTo>
                    <a:pt x="3062299" y="17121"/>
                  </a:lnTo>
                  <a:lnTo>
                    <a:pt x="2938780" y="9783"/>
                  </a:lnTo>
                  <a:lnTo>
                    <a:pt x="2976080" y="370557"/>
                  </a:lnTo>
                  <a:close/>
                  <a:moveTo>
                    <a:pt x="2938780" y="9783"/>
                  </a:moveTo>
                  <a:lnTo>
                    <a:pt x="2836051" y="453719"/>
                  </a:lnTo>
                  <a:lnTo>
                    <a:pt x="2959570" y="464114"/>
                  </a:lnTo>
                  <a:lnTo>
                    <a:pt x="3062299" y="17121"/>
                  </a:lnTo>
                  <a:close/>
                  <a:moveTo>
                    <a:pt x="2959570" y="464114"/>
                  </a:moveTo>
                  <a:lnTo>
                    <a:pt x="2934499" y="58702"/>
                  </a:lnTo>
                  <a:lnTo>
                    <a:pt x="2811591" y="53810"/>
                  </a:lnTo>
                  <a:lnTo>
                    <a:pt x="2836051" y="453719"/>
                  </a:lnTo>
                  <a:close/>
                  <a:moveTo>
                    <a:pt x="2811591" y="53810"/>
                  </a:moveTo>
                  <a:lnTo>
                    <a:pt x="2742494" y="516090"/>
                  </a:lnTo>
                  <a:lnTo>
                    <a:pt x="2865402" y="517313"/>
                  </a:lnTo>
                  <a:lnTo>
                    <a:pt x="2934499" y="58702"/>
                  </a:lnTo>
                  <a:close/>
                  <a:moveTo>
                    <a:pt x="2865402" y="517313"/>
                  </a:moveTo>
                  <a:lnTo>
                    <a:pt x="2808534" y="53810"/>
                  </a:lnTo>
                  <a:lnTo>
                    <a:pt x="2685015" y="51364"/>
                  </a:lnTo>
                  <a:lnTo>
                    <a:pt x="2742494" y="516090"/>
                  </a:lnTo>
                  <a:close/>
                  <a:moveTo>
                    <a:pt x="2685015" y="51364"/>
                  </a:moveTo>
                  <a:lnTo>
                    <a:pt x="2600630" y="552167"/>
                  </a:lnTo>
                  <a:lnTo>
                    <a:pt x="2724150" y="556448"/>
                  </a:lnTo>
                  <a:lnTo>
                    <a:pt x="2808534" y="53810"/>
                  </a:lnTo>
                  <a:close/>
                  <a:moveTo>
                    <a:pt x="2724150" y="556448"/>
                  </a:moveTo>
                  <a:lnTo>
                    <a:pt x="2670339" y="20790"/>
                  </a:lnTo>
                  <a:lnTo>
                    <a:pt x="2546820" y="18344"/>
                  </a:lnTo>
                  <a:lnTo>
                    <a:pt x="2600630" y="552167"/>
                  </a:lnTo>
                  <a:close/>
                  <a:moveTo>
                    <a:pt x="2546820" y="18344"/>
                  </a:moveTo>
                  <a:lnTo>
                    <a:pt x="2459990" y="638998"/>
                  </a:lnTo>
                  <a:lnTo>
                    <a:pt x="2584120" y="637163"/>
                  </a:lnTo>
                  <a:lnTo>
                    <a:pt x="2670339" y="20790"/>
                  </a:lnTo>
                  <a:close/>
                  <a:moveTo>
                    <a:pt x="2584120" y="637163"/>
                  </a:moveTo>
                  <a:lnTo>
                    <a:pt x="2481391" y="58090"/>
                  </a:lnTo>
                  <a:lnTo>
                    <a:pt x="2357872" y="64817"/>
                  </a:lnTo>
                  <a:lnTo>
                    <a:pt x="2459990" y="638998"/>
                  </a:lnTo>
                  <a:close/>
                  <a:moveTo>
                    <a:pt x="2357872" y="64817"/>
                  </a:moveTo>
                  <a:lnTo>
                    <a:pt x="2315680" y="676910"/>
                  </a:lnTo>
                  <a:lnTo>
                    <a:pt x="2438588" y="673852"/>
                  </a:lnTo>
                  <a:lnTo>
                    <a:pt x="2481391" y="58090"/>
                  </a:lnTo>
                  <a:close/>
                  <a:moveTo>
                    <a:pt x="2438588" y="673852"/>
                  </a:moveTo>
                  <a:lnTo>
                    <a:pt x="2358484" y="47695"/>
                  </a:lnTo>
                  <a:lnTo>
                    <a:pt x="2235576" y="53810"/>
                  </a:lnTo>
                  <a:lnTo>
                    <a:pt x="2315680" y="676910"/>
                  </a:lnTo>
                  <a:close/>
                  <a:moveTo>
                    <a:pt x="2235576" y="53810"/>
                  </a:moveTo>
                  <a:lnTo>
                    <a:pt x="2217231" y="706261"/>
                  </a:lnTo>
                  <a:lnTo>
                    <a:pt x="2339528" y="698311"/>
                  </a:lnTo>
                  <a:lnTo>
                    <a:pt x="2358484" y="47695"/>
                  </a:lnTo>
                  <a:close/>
                  <a:moveTo>
                    <a:pt x="2339528" y="698311"/>
                  </a:moveTo>
                  <a:lnTo>
                    <a:pt x="2237410" y="49530"/>
                  </a:lnTo>
                  <a:lnTo>
                    <a:pt x="2113891" y="53198"/>
                  </a:lnTo>
                  <a:lnTo>
                    <a:pt x="2217231" y="706261"/>
                  </a:lnTo>
                  <a:close/>
                  <a:moveTo>
                    <a:pt x="2113891" y="53198"/>
                  </a:moveTo>
                  <a:lnTo>
                    <a:pt x="2053354" y="675075"/>
                  </a:lnTo>
                  <a:lnTo>
                    <a:pt x="2176874" y="670795"/>
                  </a:lnTo>
                  <a:lnTo>
                    <a:pt x="2237410" y="49530"/>
                  </a:lnTo>
                  <a:close/>
                  <a:moveTo>
                    <a:pt x="2176874" y="670795"/>
                  </a:moveTo>
                  <a:lnTo>
                    <a:pt x="2079037" y="56867"/>
                  </a:lnTo>
                  <a:lnTo>
                    <a:pt x="1956129" y="62982"/>
                  </a:lnTo>
                  <a:lnTo>
                    <a:pt x="2053354" y="675075"/>
                  </a:lnTo>
                  <a:close/>
                  <a:moveTo>
                    <a:pt x="1956129" y="62982"/>
                  </a:moveTo>
                  <a:lnTo>
                    <a:pt x="1919440" y="663457"/>
                  </a:lnTo>
                  <a:lnTo>
                    <a:pt x="2042348" y="656731"/>
                  </a:lnTo>
                  <a:lnTo>
                    <a:pt x="2079037" y="56867"/>
                  </a:lnTo>
                  <a:close/>
                  <a:moveTo>
                    <a:pt x="2042348" y="656731"/>
                  </a:moveTo>
                  <a:lnTo>
                    <a:pt x="1932281" y="14675"/>
                  </a:lnTo>
                  <a:lnTo>
                    <a:pt x="1809985" y="23847"/>
                  </a:lnTo>
                  <a:lnTo>
                    <a:pt x="1919440" y="663457"/>
                  </a:lnTo>
                  <a:close/>
                  <a:moveTo>
                    <a:pt x="1809985" y="23847"/>
                  </a:moveTo>
                  <a:lnTo>
                    <a:pt x="1794698" y="693420"/>
                  </a:lnTo>
                  <a:lnTo>
                    <a:pt x="1916994" y="685470"/>
                  </a:lnTo>
                  <a:lnTo>
                    <a:pt x="1932281" y="14675"/>
                  </a:lnTo>
                  <a:close/>
                  <a:moveTo>
                    <a:pt x="1916994" y="685470"/>
                  </a:moveTo>
                  <a:lnTo>
                    <a:pt x="1814877" y="29351"/>
                  </a:lnTo>
                  <a:lnTo>
                    <a:pt x="1692580" y="35465"/>
                  </a:lnTo>
                  <a:lnTo>
                    <a:pt x="1794698" y="693420"/>
                  </a:lnTo>
                  <a:close/>
                  <a:moveTo>
                    <a:pt x="1692580" y="35465"/>
                  </a:moveTo>
                  <a:lnTo>
                    <a:pt x="1654668" y="684859"/>
                  </a:lnTo>
                  <a:lnTo>
                    <a:pt x="1776965" y="681801"/>
                  </a:lnTo>
                  <a:lnTo>
                    <a:pt x="1814877" y="29351"/>
                  </a:lnTo>
                  <a:close/>
                  <a:moveTo>
                    <a:pt x="1776965" y="681801"/>
                  </a:moveTo>
                  <a:lnTo>
                    <a:pt x="1707256" y="32408"/>
                  </a:lnTo>
                  <a:lnTo>
                    <a:pt x="1584348" y="33020"/>
                  </a:lnTo>
                  <a:lnTo>
                    <a:pt x="1654668" y="684859"/>
                  </a:lnTo>
                  <a:close/>
                  <a:moveTo>
                    <a:pt x="1584348" y="33020"/>
                  </a:moveTo>
                  <a:lnTo>
                    <a:pt x="1521365" y="679355"/>
                  </a:lnTo>
                  <a:lnTo>
                    <a:pt x="1644273" y="678744"/>
                  </a:lnTo>
                  <a:lnTo>
                    <a:pt x="1707256" y="32408"/>
                  </a:lnTo>
                  <a:close/>
                  <a:moveTo>
                    <a:pt x="1644273" y="678744"/>
                  </a:moveTo>
                  <a:lnTo>
                    <a:pt x="1571507" y="10395"/>
                  </a:lnTo>
                  <a:lnTo>
                    <a:pt x="1448599" y="12841"/>
                  </a:lnTo>
                  <a:lnTo>
                    <a:pt x="1521365" y="679355"/>
                  </a:lnTo>
                  <a:close/>
                  <a:moveTo>
                    <a:pt x="1448599" y="12841"/>
                  </a:moveTo>
                  <a:lnTo>
                    <a:pt x="1402738" y="692197"/>
                  </a:lnTo>
                  <a:lnTo>
                    <a:pt x="1526257" y="684247"/>
                  </a:lnTo>
                  <a:lnTo>
                    <a:pt x="1571507" y="10395"/>
                  </a:lnTo>
                  <a:close/>
                  <a:moveTo>
                    <a:pt x="1526257" y="684247"/>
                  </a:moveTo>
                  <a:lnTo>
                    <a:pt x="1396012" y="29962"/>
                  </a:lnTo>
                  <a:lnTo>
                    <a:pt x="1273104" y="40969"/>
                  </a:lnTo>
                  <a:lnTo>
                    <a:pt x="1402738" y="692197"/>
                  </a:lnTo>
                  <a:close/>
                  <a:moveTo>
                    <a:pt x="1273104" y="40969"/>
                  </a:moveTo>
                  <a:lnTo>
                    <a:pt x="1259040" y="706261"/>
                  </a:lnTo>
                  <a:lnTo>
                    <a:pt x="1381336" y="701369"/>
                  </a:lnTo>
                  <a:lnTo>
                    <a:pt x="1396012" y="29962"/>
                  </a:lnTo>
                  <a:close/>
                  <a:moveTo>
                    <a:pt x="1381336" y="701369"/>
                  </a:moveTo>
                  <a:lnTo>
                    <a:pt x="1309793" y="40969"/>
                  </a:lnTo>
                  <a:lnTo>
                    <a:pt x="1186885" y="40969"/>
                  </a:lnTo>
                  <a:lnTo>
                    <a:pt x="1259040" y="706261"/>
                  </a:lnTo>
                  <a:close/>
                  <a:moveTo>
                    <a:pt x="1186885" y="40969"/>
                  </a:moveTo>
                  <a:lnTo>
                    <a:pt x="1116565" y="701369"/>
                  </a:lnTo>
                  <a:lnTo>
                    <a:pt x="1240084" y="701369"/>
                  </a:lnTo>
                  <a:lnTo>
                    <a:pt x="1309793" y="40969"/>
                  </a:lnTo>
                  <a:close/>
                  <a:moveTo>
                    <a:pt x="1240084" y="701369"/>
                  </a:moveTo>
                  <a:lnTo>
                    <a:pt x="1166706" y="11006"/>
                  </a:lnTo>
                  <a:lnTo>
                    <a:pt x="1043798" y="13452"/>
                  </a:lnTo>
                  <a:lnTo>
                    <a:pt x="1116565" y="701369"/>
                  </a:lnTo>
                  <a:close/>
                  <a:moveTo>
                    <a:pt x="1043798" y="13452"/>
                  </a:moveTo>
                  <a:lnTo>
                    <a:pt x="996103" y="699534"/>
                  </a:lnTo>
                  <a:lnTo>
                    <a:pt x="1119011" y="691585"/>
                  </a:lnTo>
                  <a:lnTo>
                    <a:pt x="1166706" y="11006"/>
                  </a:lnTo>
                  <a:close/>
                  <a:moveTo>
                    <a:pt x="1119011" y="691585"/>
                  </a:moveTo>
                  <a:lnTo>
                    <a:pt x="989377" y="40357"/>
                  </a:lnTo>
                  <a:lnTo>
                    <a:pt x="867080" y="50752"/>
                  </a:lnTo>
                  <a:lnTo>
                    <a:pt x="996103" y="699534"/>
                  </a:lnTo>
                  <a:close/>
                  <a:moveTo>
                    <a:pt x="867080" y="50752"/>
                  </a:moveTo>
                  <a:lnTo>
                    <a:pt x="847513" y="668960"/>
                  </a:lnTo>
                  <a:lnTo>
                    <a:pt x="970421" y="665903"/>
                  </a:lnTo>
                  <a:lnTo>
                    <a:pt x="989377" y="40357"/>
                  </a:lnTo>
                  <a:close/>
                  <a:moveTo>
                    <a:pt x="970421" y="665903"/>
                  </a:moveTo>
                  <a:lnTo>
                    <a:pt x="917222" y="33020"/>
                  </a:lnTo>
                  <a:lnTo>
                    <a:pt x="794314" y="32408"/>
                  </a:lnTo>
                  <a:lnTo>
                    <a:pt x="847513" y="668960"/>
                  </a:lnTo>
                  <a:close/>
                  <a:moveTo>
                    <a:pt x="794314" y="32408"/>
                  </a:moveTo>
                  <a:lnTo>
                    <a:pt x="733777" y="656731"/>
                  </a:lnTo>
                  <a:lnTo>
                    <a:pt x="857297" y="650616"/>
                  </a:lnTo>
                  <a:lnTo>
                    <a:pt x="917222" y="33020"/>
                  </a:lnTo>
                  <a:close/>
                  <a:moveTo>
                    <a:pt x="857297" y="650616"/>
                  </a:moveTo>
                  <a:lnTo>
                    <a:pt x="731331" y="12841"/>
                  </a:lnTo>
                  <a:lnTo>
                    <a:pt x="608424" y="20790"/>
                  </a:lnTo>
                  <a:lnTo>
                    <a:pt x="733777" y="656731"/>
                  </a:lnTo>
                  <a:close/>
                  <a:moveTo>
                    <a:pt x="608424" y="20790"/>
                  </a:moveTo>
                  <a:lnTo>
                    <a:pt x="561340" y="694031"/>
                  </a:lnTo>
                  <a:lnTo>
                    <a:pt x="684247" y="694031"/>
                  </a:lnTo>
                  <a:lnTo>
                    <a:pt x="731331" y="12841"/>
                  </a:lnTo>
                  <a:close/>
                  <a:moveTo>
                    <a:pt x="684247" y="694031"/>
                  </a:moveTo>
                  <a:lnTo>
                    <a:pt x="643278" y="65428"/>
                  </a:lnTo>
                  <a:lnTo>
                    <a:pt x="520982" y="62982"/>
                  </a:lnTo>
                  <a:lnTo>
                    <a:pt x="561340" y="694031"/>
                  </a:lnTo>
                  <a:close/>
                  <a:moveTo>
                    <a:pt x="520982" y="62982"/>
                  </a:moveTo>
                  <a:lnTo>
                    <a:pt x="454330" y="664068"/>
                  </a:lnTo>
                  <a:lnTo>
                    <a:pt x="577238" y="662845"/>
                  </a:lnTo>
                  <a:lnTo>
                    <a:pt x="643278" y="65428"/>
                  </a:lnTo>
                  <a:close/>
                  <a:moveTo>
                    <a:pt x="577238" y="662845"/>
                  </a:moveTo>
                  <a:lnTo>
                    <a:pt x="495911" y="44026"/>
                  </a:lnTo>
                  <a:lnTo>
                    <a:pt x="373003" y="46472"/>
                  </a:lnTo>
                  <a:lnTo>
                    <a:pt x="454330" y="664068"/>
                  </a:lnTo>
                  <a:close/>
                  <a:moveTo>
                    <a:pt x="373003" y="46472"/>
                  </a:moveTo>
                  <a:lnTo>
                    <a:pt x="313690" y="705038"/>
                  </a:lnTo>
                  <a:lnTo>
                    <a:pt x="437209" y="700757"/>
                  </a:lnTo>
                  <a:lnTo>
                    <a:pt x="495911" y="44026"/>
                  </a:lnTo>
                  <a:close/>
                  <a:moveTo>
                    <a:pt x="437209" y="700757"/>
                  </a:moveTo>
                  <a:lnTo>
                    <a:pt x="331422" y="37300"/>
                  </a:lnTo>
                  <a:lnTo>
                    <a:pt x="208515" y="42192"/>
                  </a:lnTo>
                  <a:lnTo>
                    <a:pt x="313690" y="705038"/>
                  </a:lnTo>
                  <a:close/>
                  <a:moveTo>
                    <a:pt x="208515" y="42192"/>
                  </a:moveTo>
                  <a:lnTo>
                    <a:pt x="163265" y="656731"/>
                  </a:lnTo>
                  <a:lnTo>
                    <a:pt x="285561" y="654896"/>
                  </a:lnTo>
                  <a:lnTo>
                    <a:pt x="331422" y="37300"/>
                  </a:lnTo>
                  <a:close/>
                  <a:moveTo>
                    <a:pt x="285561" y="654896"/>
                  </a:moveTo>
                  <a:lnTo>
                    <a:pt x="226859" y="55644"/>
                  </a:lnTo>
                  <a:lnTo>
                    <a:pt x="103951" y="55033"/>
                  </a:lnTo>
                  <a:lnTo>
                    <a:pt x="163265" y="656731"/>
                  </a:lnTo>
                  <a:close/>
                  <a:moveTo>
                    <a:pt x="103951" y="55033"/>
                  </a:moveTo>
                  <a:lnTo>
                    <a:pt x="36077" y="661011"/>
                  </a:lnTo>
                  <a:lnTo>
                    <a:pt x="158985" y="659788"/>
                  </a:lnTo>
                  <a:lnTo>
                    <a:pt x="226859" y="55644"/>
                  </a:lnTo>
                  <a:close/>
                  <a:moveTo>
                    <a:pt x="158985" y="659788"/>
                  </a:moveTo>
                  <a:lnTo>
                    <a:pt x="121073" y="376061"/>
                  </a:lnTo>
                  <a:lnTo>
                    <a:pt x="0" y="392571"/>
                  </a:lnTo>
                  <a:lnTo>
                    <a:pt x="36077" y="661011"/>
                  </a:lnTo>
                  <a:close/>
                </a:path>
              </a:pathLst>
            </a:custGeom>
            <a:solidFill>
              <a:srgbClr val="E7E1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77251" y="3665949"/>
              <a:ext cx="4405113" cy="683024"/>
            </a:xfrm>
            <a:custGeom>
              <a:avLst/>
              <a:gdLst/>
              <a:ahLst/>
              <a:cxnLst/>
              <a:rect l="0" t="0" r="0" b="0"/>
              <a:pathLst>
                <a:path w="4405113" h="683024">
                  <a:moveTo>
                    <a:pt x="2445" y="11618"/>
                  </a:moveTo>
                  <a:lnTo>
                    <a:pt x="4405113" y="11618"/>
                  </a:lnTo>
                  <a:lnTo>
                    <a:pt x="4221668" y="305129"/>
                  </a:lnTo>
                  <a:lnTo>
                    <a:pt x="3157690" y="305129"/>
                  </a:lnTo>
                  <a:lnTo>
                    <a:pt x="2423912" y="672018"/>
                  </a:lnTo>
                  <a:lnTo>
                    <a:pt x="2445" y="672018"/>
                  </a:lnTo>
                  <a:lnTo>
                    <a:pt x="2445" y="11618"/>
                  </a:lnTo>
                  <a:close/>
                  <a:moveTo>
                    <a:pt x="2445" y="11618"/>
                  </a:moveTo>
                  <a:cubicBezTo>
                    <a:pt x="169380" y="15898"/>
                    <a:pt x="336314" y="8560"/>
                    <a:pt x="503249" y="11618"/>
                  </a:cubicBezTo>
                  <a:cubicBezTo>
                    <a:pt x="662845" y="14064"/>
                    <a:pt x="822442" y="14675"/>
                    <a:pt x="982039" y="11618"/>
                  </a:cubicBezTo>
                  <a:cubicBezTo>
                    <a:pt x="1151419" y="8560"/>
                    <a:pt x="1320188" y="16509"/>
                    <a:pt x="1488957" y="11618"/>
                  </a:cubicBezTo>
                  <a:cubicBezTo>
                    <a:pt x="1638158" y="7337"/>
                    <a:pt x="1787360" y="7337"/>
                    <a:pt x="1936561" y="11618"/>
                  </a:cubicBezTo>
                  <a:cubicBezTo>
                    <a:pt x="2097381" y="15898"/>
                    <a:pt x="2258201" y="6726"/>
                    <a:pt x="2419020" y="11618"/>
                  </a:cubicBezTo>
                  <a:cubicBezTo>
                    <a:pt x="2576782" y="15898"/>
                    <a:pt x="2734545" y="18344"/>
                    <a:pt x="2892307" y="11618"/>
                  </a:cubicBezTo>
                  <a:cubicBezTo>
                    <a:pt x="3053738" y="4891"/>
                    <a:pt x="3215781" y="5503"/>
                    <a:pt x="3377212" y="11618"/>
                  </a:cubicBezTo>
                  <a:cubicBezTo>
                    <a:pt x="3560045" y="18955"/>
                    <a:pt x="3744101" y="0"/>
                    <a:pt x="3926934" y="11618"/>
                  </a:cubicBezTo>
                  <a:cubicBezTo>
                    <a:pt x="4085919" y="22013"/>
                    <a:pt x="4246127" y="17732"/>
                    <a:pt x="4405112" y="11618"/>
                  </a:cubicBezTo>
                  <a:cubicBezTo>
                    <a:pt x="4350079" y="113124"/>
                    <a:pt x="4284650" y="208515"/>
                    <a:pt x="4221668" y="305129"/>
                  </a:cubicBezTo>
                  <a:cubicBezTo>
                    <a:pt x="4037612" y="308186"/>
                    <a:pt x="3853556" y="311855"/>
                    <a:pt x="3669500" y="305129"/>
                  </a:cubicBezTo>
                  <a:cubicBezTo>
                    <a:pt x="3498897" y="299014"/>
                    <a:pt x="3328293" y="306963"/>
                    <a:pt x="3157690" y="305129"/>
                  </a:cubicBezTo>
                  <a:cubicBezTo>
                    <a:pt x="3043343" y="365054"/>
                    <a:pt x="2924104" y="416418"/>
                    <a:pt x="2810980" y="478789"/>
                  </a:cubicBezTo>
                  <a:cubicBezTo>
                    <a:pt x="2684403" y="547887"/>
                    <a:pt x="2557215" y="616984"/>
                    <a:pt x="2423912" y="672018"/>
                  </a:cubicBezTo>
                  <a:cubicBezTo>
                    <a:pt x="2253920" y="678132"/>
                    <a:pt x="2083928" y="678744"/>
                    <a:pt x="1913937" y="672018"/>
                  </a:cubicBezTo>
                  <a:cubicBezTo>
                    <a:pt x="1753117" y="665291"/>
                    <a:pt x="1591686" y="661622"/>
                    <a:pt x="1430866" y="672018"/>
                  </a:cubicBezTo>
                  <a:cubicBezTo>
                    <a:pt x="1257205" y="683024"/>
                    <a:pt x="1082933" y="661622"/>
                    <a:pt x="909272" y="672018"/>
                  </a:cubicBezTo>
                  <a:cubicBezTo>
                    <a:pt x="747230" y="681801"/>
                    <a:pt x="583964" y="678744"/>
                    <a:pt x="421922" y="672018"/>
                  </a:cubicBezTo>
                  <a:cubicBezTo>
                    <a:pt x="281892" y="665903"/>
                    <a:pt x="141863" y="662845"/>
                    <a:pt x="2445" y="672018"/>
                  </a:cubicBezTo>
                  <a:cubicBezTo>
                    <a:pt x="1834" y="563785"/>
                    <a:pt x="0" y="456165"/>
                    <a:pt x="2445" y="348544"/>
                  </a:cubicBezTo>
                  <a:cubicBezTo>
                    <a:pt x="4891" y="236031"/>
                    <a:pt x="4280" y="124130"/>
                    <a:pt x="2445" y="11618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741785" y="2967026"/>
              <a:ext cx="4421622" cy="747230"/>
            </a:xfrm>
            <a:custGeom>
              <a:avLst/>
              <a:gdLst/>
              <a:ahLst/>
              <a:cxnLst/>
              <a:rect l="0" t="0" r="0" b="0"/>
              <a:pathLst>
                <a:path w="4421622" h="747230">
                  <a:moveTo>
                    <a:pt x="0" y="80104"/>
                  </a:moveTo>
                  <a:lnTo>
                    <a:pt x="6114" y="95391"/>
                  </a:lnTo>
                  <a:lnTo>
                    <a:pt x="157150" y="146755"/>
                  </a:lnTo>
                  <a:lnTo>
                    <a:pt x="114347" y="36077"/>
                  </a:lnTo>
                  <a:lnTo>
                    <a:pt x="0" y="80104"/>
                  </a:lnTo>
                  <a:moveTo>
                    <a:pt x="157150" y="146755"/>
                  </a:moveTo>
                  <a:lnTo>
                    <a:pt x="273943" y="75823"/>
                  </a:lnTo>
                  <a:lnTo>
                    <a:pt x="162654" y="0"/>
                  </a:lnTo>
                  <a:lnTo>
                    <a:pt x="6114" y="95391"/>
                  </a:lnTo>
                  <a:lnTo>
                    <a:pt x="157150" y="146755"/>
                  </a:lnTo>
                  <a:moveTo>
                    <a:pt x="162654" y="0"/>
                  </a:moveTo>
                  <a:lnTo>
                    <a:pt x="42803" y="701369"/>
                  </a:lnTo>
                  <a:lnTo>
                    <a:pt x="161431" y="735000"/>
                  </a:lnTo>
                  <a:lnTo>
                    <a:pt x="273943" y="75823"/>
                  </a:lnTo>
                  <a:lnTo>
                    <a:pt x="162654" y="0"/>
                  </a:lnTo>
                  <a:moveTo>
                    <a:pt x="161431" y="735000"/>
                  </a:moveTo>
                  <a:lnTo>
                    <a:pt x="432317" y="59925"/>
                  </a:lnTo>
                  <a:lnTo>
                    <a:pt x="313690" y="27516"/>
                  </a:lnTo>
                  <a:lnTo>
                    <a:pt x="42803" y="701369"/>
                  </a:lnTo>
                  <a:lnTo>
                    <a:pt x="161431" y="735000"/>
                  </a:lnTo>
                  <a:moveTo>
                    <a:pt x="313690" y="27516"/>
                  </a:moveTo>
                  <a:lnTo>
                    <a:pt x="432317" y="59925"/>
                  </a:lnTo>
                  <a:lnTo>
                    <a:pt x="338760" y="693420"/>
                  </a:lnTo>
                  <a:lnTo>
                    <a:pt x="219521" y="664068"/>
                  </a:lnTo>
                  <a:lnTo>
                    <a:pt x="313690" y="27516"/>
                  </a:lnTo>
                  <a:moveTo>
                    <a:pt x="338760" y="693420"/>
                  </a:moveTo>
                  <a:lnTo>
                    <a:pt x="541161" y="95391"/>
                  </a:lnTo>
                  <a:lnTo>
                    <a:pt x="421922" y="66651"/>
                  </a:lnTo>
                  <a:lnTo>
                    <a:pt x="219521" y="664068"/>
                  </a:lnTo>
                  <a:lnTo>
                    <a:pt x="338760" y="693420"/>
                  </a:lnTo>
                  <a:moveTo>
                    <a:pt x="421922" y="66651"/>
                  </a:moveTo>
                  <a:lnTo>
                    <a:pt x="541161" y="95391"/>
                  </a:lnTo>
                  <a:lnTo>
                    <a:pt x="451884" y="724605"/>
                  </a:lnTo>
                  <a:lnTo>
                    <a:pt x="332645" y="695865"/>
                  </a:lnTo>
                  <a:lnTo>
                    <a:pt x="421922" y="66651"/>
                  </a:lnTo>
                  <a:moveTo>
                    <a:pt x="451884" y="724605"/>
                  </a:moveTo>
                  <a:lnTo>
                    <a:pt x="668349" y="87441"/>
                  </a:lnTo>
                  <a:lnTo>
                    <a:pt x="548498" y="59313"/>
                  </a:lnTo>
                  <a:lnTo>
                    <a:pt x="332645" y="695865"/>
                  </a:lnTo>
                  <a:lnTo>
                    <a:pt x="451884" y="724605"/>
                  </a:lnTo>
                  <a:moveTo>
                    <a:pt x="548498" y="59313"/>
                  </a:moveTo>
                  <a:lnTo>
                    <a:pt x="668349" y="87441"/>
                  </a:lnTo>
                  <a:lnTo>
                    <a:pt x="581518" y="728274"/>
                  </a:lnTo>
                  <a:lnTo>
                    <a:pt x="462891" y="696477"/>
                  </a:lnTo>
                  <a:lnTo>
                    <a:pt x="548498" y="59313"/>
                  </a:lnTo>
                  <a:moveTo>
                    <a:pt x="581518" y="728274"/>
                  </a:moveTo>
                  <a:lnTo>
                    <a:pt x="845067" y="86830"/>
                  </a:lnTo>
                  <a:lnTo>
                    <a:pt x="726440" y="53810"/>
                  </a:lnTo>
                  <a:lnTo>
                    <a:pt x="462891" y="696477"/>
                  </a:lnTo>
                  <a:lnTo>
                    <a:pt x="581518" y="728274"/>
                  </a:lnTo>
                  <a:moveTo>
                    <a:pt x="726440" y="53810"/>
                  </a:moveTo>
                  <a:lnTo>
                    <a:pt x="845067" y="86830"/>
                  </a:lnTo>
                  <a:lnTo>
                    <a:pt x="752122" y="692197"/>
                  </a:lnTo>
                  <a:lnTo>
                    <a:pt x="632883" y="664068"/>
                  </a:lnTo>
                  <a:lnTo>
                    <a:pt x="726440" y="53810"/>
                  </a:lnTo>
                  <a:moveTo>
                    <a:pt x="752122" y="692197"/>
                  </a:moveTo>
                  <a:lnTo>
                    <a:pt x="942904" y="96614"/>
                  </a:lnTo>
                  <a:lnTo>
                    <a:pt x="822442" y="72154"/>
                  </a:lnTo>
                  <a:lnTo>
                    <a:pt x="632883" y="664068"/>
                  </a:lnTo>
                  <a:lnTo>
                    <a:pt x="752122" y="692197"/>
                  </a:lnTo>
                  <a:moveTo>
                    <a:pt x="822442" y="72154"/>
                  </a:moveTo>
                  <a:lnTo>
                    <a:pt x="942904" y="96614"/>
                  </a:lnTo>
                  <a:lnTo>
                    <a:pt x="882367" y="720936"/>
                  </a:lnTo>
                  <a:lnTo>
                    <a:pt x="762517" y="695865"/>
                  </a:lnTo>
                  <a:lnTo>
                    <a:pt x="822442" y="72154"/>
                  </a:lnTo>
                  <a:moveTo>
                    <a:pt x="882367" y="720936"/>
                  </a:moveTo>
                  <a:lnTo>
                    <a:pt x="1088437" y="83161"/>
                  </a:lnTo>
                  <a:lnTo>
                    <a:pt x="968586" y="55644"/>
                  </a:lnTo>
                  <a:lnTo>
                    <a:pt x="762517" y="695865"/>
                  </a:lnTo>
                  <a:lnTo>
                    <a:pt x="882367" y="720936"/>
                  </a:lnTo>
                  <a:moveTo>
                    <a:pt x="968586" y="55644"/>
                  </a:moveTo>
                  <a:lnTo>
                    <a:pt x="1088437" y="83161"/>
                  </a:lnTo>
                  <a:lnTo>
                    <a:pt x="999772" y="708095"/>
                  </a:lnTo>
                  <a:lnTo>
                    <a:pt x="880533" y="677521"/>
                  </a:lnTo>
                  <a:lnTo>
                    <a:pt x="968586" y="55644"/>
                  </a:lnTo>
                  <a:moveTo>
                    <a:pt x="999772" y="708095"/>
                  </a:moveTo>
                  <a:lnTo>
                    <a:pt x="1235192" y="66651"/>
                  </a:lnTo>
                  <a:lnTo>
                    <a:pt x="1116565" y="34854"/>
                  </a:lnTo>
                  <a:lnTo>
                    <a:pt x="880533" y="677521"/>
                  </a:lnTo>
                  <a:lnTo>
                    <a:pt x="999772" y="708095"/>
                  </a:lnTo>
                  <a:moveTo>
                    <a:pt x="1116565" y="34854"/>
                  </a:moveTo>
                  <a:lnTo>
                    <a:pt x="1003441" y="687305"/>
                  </a:lnTo>
                  <a:lnTo>
                    <a:pt x="1121457" y="721548"/>
                  </a:lnTo>
                  <a:lnTo>
                    <a:pt x="1235192" y="66651"/>
                  </a:lnTo>
                  <a:lnTo>
                    <a:pt x="1116565" y="34854"/>
                  </a:lnTo>
                  <a:moveTo>
                    <a:pt x="1121457" y="721548"/>
                  </a:moveTo>
                  <a:lnTo>
                    <a:pt x="1382559" y="89276"/>
                  </a:lnTo>
                  <a:lnTo>
                    <a:pt x="1263932" y="57479"/>
                  </a:lnTo>
                  <a:lnTo>
                    <a:pt x="1003441" y="687305"/>
                  </a:lnTo>
                  <a:lnTo>
                    <a:pt x="1121457" y="721548"/>
                  </a:lnTo>
                  <a:moveTo>
                    <a:pt x="1263932" y="57479"/>
                  </a:moveTo>
                  <a:lnTo>
                    <a:pt x="1382559" y="89276"/>
                  </a:lnTo>
                  <a:lnTo>
                    <a:pt x="1296952" y="728885"/>
                  </a:lnTo>
                  <a:lnTo>
                    <a:pt x="1177101" y="700757"/>
                  </a:lnTo>
                  <a:lnTo>
                    <a:pt x="1263932" y="57479"/>
                  </a:lnTo>
                  <a:moveTo>
                    <a:pt x="1296952" y="728885"/>
                  </a:moveTo>
                  <a:lnTo>
                    <a:pt x="1515251" y="77046"/>
                  </a:lnTo>
                  <a:lnTo>
                    <a:pt x="1396623" y="45861"/>
                  </a:lnTo>
                  <a:lnTo>
                    <a:pt x="1177101" y="700757"/>
                  </a:lnTo>
                  <a:lnTo>
                    <a:pt x="1296952" y="728885"/>
                  </a:lnTo>
                  <a:moveTo>
                    <a:pt x="1396623" y="45861"/>
                  </a:moveTo>
                  <a:lnTo>
                    <a:pt x="1515251" y="77046"/>
                  </a:lnTo>
                  <a:lnTo>
                    <a:pt x="1394789" y="710541"/>
                  </a:lnTo>
                  <a:lnTo>
                    <a:pt x="1276773" y="674464"/>
                  </a:lnTo>
                  <a:lnTo>
                    <a:pt x="1396623" y="45861"/>
                  </a:lnTo>
                  <a:moveTo>
                    <a:pt x="1394789" y="710541"/>
                  </a:moveTo>
                  <a:lnTo>
                    <a:pt x="1654668" y="104563"/>
                  </a:lnTo>
                  <a:lnTo>
                    <a:pt x="1537264" y="67262"/>
                  </a:lnTo>
                  <a:lnTo>
                    <a:pt x="1276773" y="674464"/>
                  </a:lnTo>
                  <a:lnTo>
                    <a:pt x="1394789" y="710541"/>
                  </a:lnTo>
                  <a:moveTo>
                    <a:pt x="1537264" y="67262"/>
                  </a:moveTo>
                  <a:lnTo>
                    <a:pt x="1654668" y="104563"/>
                  </a:lnTo>
                  <a:lnTo>
                    <a:pt x="1518920" y="730108"/>
                  </a:lnTo>
                  <a:lnTo>
                    <a:pt x="1401515" y="694031"/>
                  </a:lnTo>
                  <a:lnTo>
                    <a:pt x="1537264" y="67262"/>
                  </a:lnTo>
                  <a:moveTo>
                    <a:pt x="1518920" y="730108"/>
                  </a:moveTo>
                  <a:lnTo>
                    <a:pt x="1772684" y="97837"/>
                  </a:lnTo>
                  <a:lnTo>
                    <a:pt x="1653445" y="67262"/>
                  </a:lnTo>
                  <a:lnTo>
                    <a:pt x="1401515" y="694031"/>
                  </a:lnTo>
                  <a:lnTo>
                    <a:pt x="1518920" y="730108"/>
                  </a:lnTo>
                  <a:moveTo>
                    <a:pt x="1653445" y="67262"/>
                  </a:moveTo>
                  <a:lnTo>
                    <a:pt x="1772684" y="97837"/>
                  </a:lnTo>
                  <a:lnTo>
                    <a:pt x="1697472" y="700146"/>
                  </a:lnTo>
                  <a:lnTo>
                    <a:pt x="1577010" y="675687"/>
                  </a:lnTo>
                  <a:lnTo>
                    <a:pt x="1653445" y="67262"/>
                  </a:lnTo>
                  <a:moveTo>
                    <a:pt x="1697472" y="700146"/>
                  </a:moveTo>
                  <a:lnTo>
                    <a:pt x="1871133" y="88053"/>
                  </a:lnTo>
                  <a:lnTo>
                    <a:pt x="1750060" y="66040"/>
                  </a:lnTo>
                  <a:lnTo>
                    <a:pt x="1577010" y="675687"/>
                  </a:lnTo>
                  <a:lnTo>
                    <a:pt x="1697472" y="700146"/>
                  </a:lnTo>
                  <a:moveTo>
                    <a:pt x="1750060" y="66040"/>
                  </a:moveTo>
                  <a:lnTo>
                    <a:pt x="1696249" y="708707"/>
                  </a:lnTo>
                  <a:lnTo>
                    <a:pt x="1816711" y="733166"/>
                  </a:lnTo>
                  <a:lnTo>
                    <a:pt x="1871133" y="88053"/>
                  </a:lnTo>
                  <a:lnTo>
                    <a:pt x="1750060" y="66040"/>
                  </a:lnTo>
                  <a:moveTo>
                    <a:pt x="1816711" y="733166"/>
                  </a:moveTo>
                  <a:lnTo>
                    <a:pt x="2021557" y="96002"/>
                  </a:lnTo>
                  <a:lnTo>
                    <a:pt x="1901095" y="70931"/>
                  </a:lnTo>
                  <a:lnTo>
                    <a:pt x="1696249" y="708707"/>
                  </a:lnTo>
                  <a:lnTo>
                    <a:pt x="1816711" y="733166"/>
                  </a:lnTo>
                  <a:moveTo>
                    <a:pt x="1901095" y="70931"/>
                  </a:moveTo>
                  <a:lnTo>
                    <a:pt x="2021557" y="96002"/>
                  </a:lnTo>
                  <a:lnTo>
                    <a:pt x="1960409" y="718490"/>
                  </a:lnTo>
                  <a:lnTo>
                    <a:pt x="1839947" y="694031"/>
                  </a:lnTo>
                  <a:lnTo>
                    <a:pt x="1901095" y="70931"/>
                  </a:lnTo>
                  <a:moveTo>
                    <a:pt x="1960409" y="718490"/>
                  </a:moveTo>
                  <a:lnTo>
                    <a:pt x="2151191" y="96614"/>
                  </a:lnTo>
                  <a:lnTo>
                    <a:pt x="2030729" y="71543"/>
                  </a:lnTo>
                  <a:lnTo>
                    <a:pt x="1839947" y="694031"/>
                  </a:lnTo>
                  <a:lnTo>
                    <a:pt x="1960409" y="718490"/>
                  </a:lnTo>
                  <a:moveTo>
                    <a:pt x="2030729" y="71543"/>
                  </a:moveTo>
                  <a:lnTo>
                    <a:pt x="2151191" y="96614"/>
                  </a:lnTo>
                  <a:lnTo>
                    <a:pt x="2080871" y="736835"/>
                  </a:lnTo>
                  <a:lnTo>
                    <a:pt x="1961021" y="708707"/>
                  </a:lnTo>
                  <a:lnTo>
                    <a:pt x="2030729" y="71543"/>
                  </a:lnTo>
                  <a:moveTo>
                    <a:pt x="2080871" y="736835"/>
                  </a:moveTo>
                  <a:lnTo>
                    <a:pt x="2316291" y="86830"/>
                  </a:lnTo>
                  <a:lnTo>
                    <a:pt x="2197664" y="54421"/>
                  </a:lnTo>
                  <a:lnTo>
                    <a:pt x="1961021" y="708707"/>
                  </a:lnTo>
                  <a:lnTo>
                    <a:pt x="2080871" y="736835"/>
                  </a:lnTo>
                  <a:moveTo>
                    <a:pt x="2197664" y="54421"/>
                  </a:moveTo>
                  <a:lnTo>
                    <a:pt x="2316291" y="86830"/>
                  </a:lnTo>
                  <a:lnTo>
                    <a:pt x="2205613" y="700757"/>
                  </a:lnTo>
                  <a:lnTo>
                    <a:pt x="2086986" y="670183"/>
                  </a:lnTo>
                  <a:lnTo>
                    <a:pt x="2197664" y="54421"/>
                  </a:lnTo>
                  <a:moveTo>
                    <a:pt x="2205613" y="700757"/>
                  </a:moveTo>
                  <a:lnTo>
                    <a:pt x="2420855" y="68485"/>
                  </a:lnTo>
                  <a:lnTo>
                    <a:pt x="2300393" y="44026"/>
                  </a:lnTo>
                  <a:lnTo>
                    <a:pt x="2086986" y="670183"/>
                  </a:lnTo>
                  <a:lnTo>
                    <a:pt x="2205613" y="700757"/>
                  </a:lnTo>
                  <a:moveTo>
                    <a:pt x="2300393" y="44026"/>
                  </a:moveTo>
                  <a:lnTo>
                    <a:pt x="2253920" y="703815"/>
                  </a:lnTo>
                  <a:lnTo>
                    <a:pt x="2374382" y="731331"/>
                  </a:lnTo>
                  <a:lnTo>
                    <a:pt x="2420855" y="68485"/>
                  </a:lnTo>
                  <a:lnTo>
                    <a:pt x="2300393" y="44026"/>
                  </a:lnTo>
                  <a:moveTo>
                    <a:pt x="2374382" y="731331"/>
                  </a:moveTo>
                  <a:lnTo>
                    <a:pt x="2610414" y="137583"/>
                  </a:lnTo>
                  <a:lnTo>
                    <a:pt x="2493010" y="102728"/>
                  </a:lnTo>
                  <a:lnTo>
                    <a:pt x="2253920" y="703815"/>
                  </a:lnTo>
                  <a:lnTo>
                    <a:pt x="2374382" y="731331"/>
                  </a:lnTo>
                  <a:moveTo>
                    <a:pt x="2493010" y="102728"/>
                  </a:moveTo>
                  <a:lnTo>
                    <a:pt x="2610414" y="137583"/>
                  </a:lnTo>
                  <a:lnTo>
                    <a:pt x="2497901" y="699534"/>
                  </a:lnTo>
                  <a:lnTo>
                    <a:pt x="2379885" y="665903"/>
                  </a:lnTo>
                  <a:lnTo>
                    <a:pt x="2493010" y="102728"/>
                  </a:lnTo>
                  <a:moveTo>
                    <a:pt x="2497901" y="699534"/>
                  </a:moveTo>
                  <a:lnTo>
                    <a:pt x="2693575" y="168157"/>
                  </a:lnTo>
                  <a:lnTo>
                    <a:pt x="2574337" y="137583"/>
                  </a:lnTo>
                  <a:lnTo>
                    <a:pt x="2379885" y="665903"/>
                  </a:lnTo>
                  <a:lnTo>
                    <a:pt x="2497901" y="699534"/>
                  </a:lnTo>
                  <a:moveTo>
                    <a:pt x="2574337" y="137583"/>
                  </a:moveTo>
                  <a:lnTo>
                    <a:pt x="2490564" y="693420"/>
                  </a:lnTo>
                  <a:lnTo>
                    <a:pt x="2608579" y="729497"/>
                  </a:lnTo>
                  <a:lnTo>
                    <a:pt x="2693575" y="168157"/>
                  </a:lnTo>
                  <a:lnTo>
                    <a:pt x="2574337" y="137583"/>
                  </a:lnTo>
                  <a:moveTo>
                    <a:pt x="2608579" y="729497"/>
                  </a:moveTo>
                  <a:lnTo>
                    <a:pt x="2842777" y="226248"/>
                  </a:lnTo>
                  <a:lnTo>
                    <a:pt x="2725372" y="188947"/>
                  </a:lnTo>
                  <a:lnTo>
                    <a:pt x="2490564" y="693420"/>
                  </a:lnTo>
                  <a:lnTo>
                    <a:pt x="2608579" y="729497"/>
                  </a:lnTo>
                  <a:moveTo>
                    <a:pt x="2725372" y="188947"/>
                  </a:moveTo>
                  <a:lnTo>
                    <a:pt x="2634262" y="707484"/>
                  </a:lnTo>
                  <a:lnTo>
                    <a:pt x="2751055" y="747230"/>
                  </a:lnTo>
                  <a:lnTo>
                    <a:pt x="2842777" y="226248"/>
                  </a:lnTo>
                  <a:lnTo>
                    <a:pt x="2725372" y="188947"/>
                  </a:lnTo>
                  <a:moveTo>
                    <a:pt x="2751055" y="747230"/>
                  </a:moveTo>
                  <a:lnTo>
                    <a:pt x="2991367" y="284338"/>
                  </a:lnTo>
                  <a:lnTo>
                    <a:pt x="2873351" y="245815"/>
                  </a:lnTo>
                  <a:lnTo>
                    <a:pt x="2634262" y="707484"/>
                  </a:lnTo>
                  <a:lnTo>
                    <a:pt x="2751055" y="747230"/>
                  </a:lnTo>
                  <a:moveTo>
                    <a:pt x="2873351" y="245815"/>
                  </a:moveTo>
                  <a:lnTo>
                    <a:pt x="2991367" y="284338"/>
                  </a:lnTo>
                  <a:lnTo>
                    <a:pt x="2923492" y="742949"/>
                  </a:lnTo>
                  <a:lnTo>
                    <a:pt x="2805477" y="706261"/>
                  </a:lnTo>
                  <a:lnTo>
                    <a:pt x="2873351" y="245815"/>
                  </a:lnTo>
                  <a:moveTo>
                    <a:pt x="2923492" y="742949"/>
                  </a:moveTo>
                  <a:lnTo>
                    <a:pt x="3111829" y="356493"/>
                  </a:lnTo>
                  <a:lnTo>
                    <a:pt x="2994424" y="318581"/>
                  </a:lnTo>
                  <a:lnTo>
                    <a:pt x="2805477" y="706261"/>
                  </a:lnTo>
                  <a:lnTo>
                    <a:pt x="2923492" y="742949"/>
                  </a:lnTo>
                  <a:moveTo>
                    <a:pt x="2994424" y="318581"/>
                  </a:moveTo>
                  <a:lnTo>
                    <a:pt x="3111829" y="356493"/>
                  </a:lnTo>
                  <a:lnTo>
                    <a:pt x="3045177" y="736223"/>
                  </a:lnTo>
                  <a:lnTo>
                    <a:pt x="2926550" y="703203"/>
                  </a:lnTo>
                  <a:lnTo>
                    <a:pt x="2994424" y="318581"/>
                  </a:lnTo>
                  <a:moveTo>
                    <a:pt x="3045177" y="736223"/>
                  </a:moveTo>
                  <a:lnTo>
                    <a:pt x="3178480" y="391959"/>
                  </a:lnTo>
                  <a:lnTo>
                    <a:pt x="3058018" y="363831"/>
                  </a:lnTo>
                  <a:lnTo>
                    <a:pt x="2926550" y="703203"/>
                  </a:lnTo>
                  <a:lnTo>
                    <a:pt x="3045177" y="736223"/>
                  </a:lnTo>
                  <a:moveTo>
                    <a:pt x="3058018" y="363831"/>
                  </a:moveTo>
                  <a:lnTo>
                    <a:pt x="3028056" y="701980"/>
                  </a:lnTo>
                  <a:lnTo>
                    <a:pt x="3147906" y="738669"/>
                  </a:lnTo>
                  <a:lnTo>
                    <a:pt x="3178480" y="391959"/>
                  </a:lnTo>
                  <a:lnTo>
                    <a:pt x="3058018" y="363831"/>
                  </a:lnTo>
                  <a:moveTo>
                    <a:pt x="3147906" y="738669"/>
                  </a:moveTo>
                  <a:lnTo>
                    <a:pt x="3316064" y="439043"/>
                  </a:lnTo>
                  <a:lnTo>
                    <a:pt x="3197436" y="401131"/>
                  </a:lnTo>
                  <a:lnTo>
                    <a:pt x="3028056" y="701980"/>
                  </a:lnTo>
                  <a:lnTo>
                    <a:pt x="3147906" y="738669"/>
                  </a:lnTo>
                  <a:moveTo>
                    <a:pt x="3197436" y="401131"/>
                  </a:moveTo>
                  <a:lnTo>
                    <a:pt x="3316064" y="439043"/>
                  </a:lnTo>
                  <a:lnTo>
                    <a:pt x="3284878" y="728885"/>
                  </a:lnTo>
                  <a:lnTo>
                    <a:pt x="3167474" y="679355"/>
                  </a:lnTo>
                  <a:lnTo>
                    <a:pt x="3197436" y="401131"/>
                  </a:lnTo>
                  <a:moveTo>
                    <a:pt x="3284878" y="728885"/>
                  </a:moveTo>
                  <a:lnTo>
                    <a:pt x="3505623" y="463502"/>
                  </a:lnTo>
                  <a:lnTo>
                    <a:pt x="3393110" y="407858"/>
                  </a:lnTo>
                  <a:lnTo>
                    <a:pt x="3167474" y="679355"/>
                  </a:lnTo>
                  <a:lnTo>
                    <a:pt x="3284878" y="728885"/>
                  </a:lnTo>
                  <a:moveTo>
                    <a:pt x="3393110" y="407858"/>
                  </a:moveTo>
                  <a:lnTo>
                    <a:pt x="3505623" y="463502"/>
                  </a:lnTo>
                  <a:lnTo>
                    <a:pt x="3445086" y="736223"/>
                  </a:lnTo>
                  <a:lnTo>
                    <a:pt x="3328905" y="695254"/>
                  </a:lnTo>
                  <a:lnTo>
                    <a:pt x="3393110" y="407858"/>
                  </a:lnTo>
                  <a:moveTo>
                    <a:pt x="3445086" y="736223"/>
                  </a:moveTo>
                  <a:lnTo>
                    <a:pt x="3600402" y="424979"/>
                  </a:lnTo>
                  <a:lnTo>
                    <a:pt x="3478106" y="395628"/>
                  </a:lnTo>
                  <a:lnTo>
                    <a:pt x="3328905" y="695254"/>
                  </a:lnTo>
                  <a:lnTo>
                    <a:pt x="3445086" y="736223"/>
                  </a:lnTo>
                  <a:moveTo>
                    <a:pt x="3478106" y="395628"/>
                  </a:moveTo>
                  <a:lnTo>
                    <a:pt x="3600402" y="424979"/>
                  </a:lnTo>
                  <a:lnTo>
                    <a:pt x="3599180" y="713598"/>
                  </a:lnTo>
                  <a:lnTo>
                    <a:pt x="3477495" y="673852"/>
                  </a:lnTo>
                  <a:lnTo>
                    <a:pt x="3478106" y="395628"/>
                  </a:lnTo>
                  <a:moveTo>
                    <a:pt x="3599180" y="713598"/>
                  </a:moveTo>
                  <a:lnTo>
                    <a:pt x="3779567" y="467171"/>
                  </a:lnTo>
                  <a:lnTo>
                    <a:pt x="3665220" y="416418"/>
                  </a:lnTo>
                  <a:lnTo>
                    <a:pt x="3477495" y="673852"/>
                  </a:lnTo>
                  <a:lnTo>
                    <a:pt x="3599180" y="713598"/>
                  </a:lnTo>
                  <a:moveTo>
                    <a:pt x="3665220" y="416418"/>
                  </a:moveTo>
                  <a:lnTo>
                    <a:pt x="3779567" y="467171"/>
                  </a:lnTo>
                  <a:lnTo>
                    <a:pt x="3725145" y="722159"/>
                  </a:lnTo>
                  <a:lnTo>
                    <a:pt x="3610798" y="672018"/>
                  </a:lnTo>
                  <a:lnTo>
                    <a:pt x="3665220" y="416418"/>
                  </a:lnTo>
                  <a:moveTo>
                    <a:pt x="3725145" y="722159"/>
                  </a:moveTo>
                  <a:lnTo>
                    <a:pt x="3904920" y="464114"/>
                  </a:lnTo>
                  <a:lnTo>
                    <a:pt x="3789350" y="416418"/>
                  </a:lnTo>
                  <a:lnTo>
                    <a:pt x="3610798" y="672018"/>
                  </a:lnTo>
                  <a:lnTo>
                    <a:pt x="3725145" y="722159"/>
                  </a:lnTo>
                  <a:moveTo>
                    <a:pt x="3789350" y="416418"/>
                  </a:moveTo>
                  <a:lnTo>
                    <a:pt x="3741043" y="687305"/>
                  </a:lnTo>
                  <a:lnTo>
                    <a:pt x="3857225" y="733777"/>
                  </a:lnTo>
                  <a:lnTo>
                    <a:pt x="3904920" y="464114"/>
                  </a:lnTo>
                  <a:lnTo>
                    <a:pt x="3789350" y="416418"/>
                  </a:lnTo>
                  <a:moveTo>
                    <a:pt x="3857225" y="733777"/>
                  </a:moveTo>
                  <a:lnTo>
                    <a:pt x="4035166" y="467783"/>
                  </a:lnTo>
                  <a:lnTo>
                    <a:pt x="3918984" y="421922"/>
                  </a:lnTo>
                  <a:lnTo>
                    <a:pt x="3741043" y="687305"/>
                  </a:lnTo>
                  <a:lnTo>
                    <a:pt x="3857225" y="733777"/>
                  </a:lnTo>
                  <a:moveTo>
                    <a:pt x="3918984" y="421922"/>
                  </a:moveTo>
                  <a:lnTo>
                    <a:pt x="4035166" y="467783"/>
                  </a:lnTo>
                  <a:lnTo>
                    <a:pt x="3992362" y="725828"/>
                  </a:lnTo>
                  <a:lnTo>
                    <a:pt x="3876181" y="679967"/>
                  </a:lnTo>
                  <a:lnTo>
                    <a:pt x="3918984" y="421922"/>
                  </a:lnTo>
                  <a:moveTo>
                    <a:pt x="3992362" y="725828"/>
                  </a:moveTo>
                  <a:lnTo>
                    <a:pt x="4170915" y="453719"/>
                  </a:lnTo>
                  <a:lnTo>
                    <a:pt x="4049841" y="415195"/>
                  </a:lnTo>
                  <a:lnTo>
                    <a:pt x="3876181" y="679967"/>
                  </a:lnTo>
                  <a:lnTo>
                    <a:pt x="3992362" y="725828"/>
                  </a:lnTo>
                  <a:moveTo>
                    <a:pt x="4049841" y="415195"/>
                  </a:moveTo>
                  <a:lnTo>
                    <a:pt x="4170915" y="453719"/>
                  </a:lnTo>
                  <a:lnTo>
                    <a:pt x="4160520" y="719713"/>
                  </a:lnTo>
                  <a:lnTo>
                    <a:pt x="4039446" y="683636"/>
                  </a:lnTo>
                  <a:lnTo>
                    <a:pt x="4049841" y="415195"/>
                  </a:lnTo>
                  <a:moveTo>
                    <a:pt x="4160520" y="719713"/>
                  </a:moveTo>
                  <a:lnTo>
                    <a:pt x="4309721" y="467171"/>
                  </a:lnTo>
                  <a:lnTo>
                    <a:pt x="4190482" y="428037"/>
                  </a:lnTo>
                  <a:lnTo>
                    <a:pt x="4039446" y="683636"/>
                  </a:lnTo>
                  <a:lnTo>
                    <a:pt x="4160520" y="719713"/>
                  </a:lnTo>
                  <a:moveTo>
                    <a:pt x="4190482" y="428037"/>
                  </a:moveTo>
                  <a:lnTo>
                    <a:pt x="4167857" y="662234"/>
                  </a:lnTo>
                  <a:lnTo>
                    <a:pt x="4283427" y="735000"/>
                  </a:lnTo>
                  <a:lnTo>
                    <a:pt x="4309721" y="467171"/>
                  </a:lnTo>
                  <a:lnTo>
                    <a:pt x="4190482" y="428037"/>
                  </a:lnTo>
                  <a:moveTo>
                    <a:pt x="4283427" y="735000"/>
                  </a:moveTo>
                  <a:lnTo>
                    <a:pt x="4407558" y="659177"/>
                  </a:lnTo>
                  <a:lnTo>
                    <a:pt x="4261414" y="604755"/>
                  </a:lnTo>
                  <a:lnTo>
                    <a:pt x="4167857" y="662234"/>
                  </a:lnTo>
                  <a:lnTo>
                    <a:pt x="4283427" y="735000"/>
                  </a:lnTo>
                  <a:moveTo>
                    <a:pt x="4261414" y="604755"/>
                  </a:moveTo>
                  <a:lnTo>
                    <a:pt x="4305441" y="741115"/>
                  </a:lnTo>
                  <a:lnTo>
                    <a:pt x="4421622" y="703203"/>
                  </a:lnTo>
                  <a:lnTo>
                    <a:pt x="4407558" y="659177"/>
                  </a:lnTo>
                  <a:lnTo>
                    <a:pt x="4261414" y="604755"/>
                  </a:ln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72359" y="3006160"/>
              <a:ext cx="4410005" cy="681801"/>
            </a:xfrm>
            <a:custGeom>
              <a:avLst/>
              <a:gdLst/>
              <a:ahLst/>
              <a:cxnLst/>
              <a:rect l="0" t="0" r="0" b="0"/>
              <a:pathLst>
                <a:path w="4410005" h="681801">
                  <a:moveTo>
                    <a:pt x="7337" y="11006"/>
                  </a:moveTo>
                  <a:lnTo>
                    <a:pt x="2428804" y="11006"/>
                  </a:lnTo>
                  <a:lnTo>
                    <a:pt x="3162582" y="377895"/>
                  </a:lnTo>
                  <a:lnTo>
                    <a:pt x="4226560" y="377895"/>
                  </a:lnTo>
                  <a:lnTo>
                    <a:pt x="4410005" y="671406"/>
                  </a:lnTo>
                  <a:lnTo>
                    <a:pt x="7337" y="671406"/>
                  </a:lnTo>
                  <a:lnTo>
                    <a:pt x="7337" y="11006"/>
                  </a:lnTo>
                  <a:close/>
                  <a:moveTo>
                    <a:pt x="7337" y="11006"/>
                  </a:moveTo>
                  <a:cubicBezTo>
                    <a:pt x="135137" y="9172"/>
                    <a:pt x="263548" y="17121"/>
                    <a:pt x="391348" y="11006"/>
                  </a:cubicBezTo>
                  <a:cubicBezTo>
                    <a:pt x="529542" y="4891"/>
                    <a:pt x="668349" y="0"/>
                    <a:pt x="806544" y="11006"/>
                  </a:cubicBezTo>
                  <a:cubicBezTo>
                    <a:pt x="939235" y="21401"/>
                    <a:pt x="1072538" y="20178"/>
                    <a:pt x="1205230" y="11006"/>
                  </a:cubicBezTo>
                  <a:cubicBezTo>
                    <a:pt x="1334252" y="2445"/>
                    <a:pt x="1463886" y="8560"/>
                    <a:pt x="1593520" y="11006"/>
                  </a:cubicBezTo>
                  <a:cubicBezTo>
                    <a:pt x="1745168" y="14064"/>
                    <a:pt x="1896815" y="11618"/>
                    <a:pt x="2049074" y="11006"/>
                  </a:cubicBezTo>
                  <a:cubicBezTo>
                    <a:pt x="2175651" y="10395"/>
                    <a:pt x="2302839" y="22013"/>
                    <a:pt x="2428804" y="11006"/>
                  </a:cubicBezTo>
                  <a:cubicBezTo>
                    <a:pt x="2546208" y="59313"/>
                    <a:pt x="2655052" y="125353"/>
                    <a:pt x="2768788" y="180998"/>
                  </a:cubicBezTo>
                  <a:cubicBezTo>
                    <a:pt x="2900868" y="245204"/>
                    <a:pt x="3031113" y="312467"/>
                    <a:pt x="3162582" y="377895"/>
                  </a:cubicBezTo>
                  <a:cubicBezTo>
                    <a:pt x="3282432" y="365665"/>
                    <a:pt x="3404117" y="370557"/>
                    <a:pt x="3524579" y="377895"/>
                  </a:cubicBezTo>
                  <a:cubicBezTo>
                    <a:pt x="3635868" y="384621"/>
                    <a:pt x="3747770" y="374226"/>
                    <a:pt x="3859671" y="377895"/>
                  </a:cubicBezTo>
                  <a:cubicBezTo>
                    <a:pt x="3981967" y="381564"/>
                    <a:pt x="4104875" y="367500"/>
                    <a:pt x="4226560" y="377895"/>
                  </a:cubicBezTo>
                  <a:cubicBezTo>
                    <a:pt x="4282204" y="479401"/>
                    <a:pt x="4348856" y="573569"/>
                    <a:pt x="4410004" y="671406"/>
                  </a:cubicBezTo>
                  <a:cubicBezTo>
                    <a:pt x="4262025" y="666514"/>
                    <a:pt x="4112824" y="661011"/>
                    <a:pt x="3964845" y="671406"/>
                  </a:cubicBezTo>
                  <a:cubicBezTo>
                    <a:pt x="3816255" y="681801"/>
                    <a:pt x="3666442" y="676298"/>
                    <a:pt x="3517241" y="671406"/>
                  </a:cubicBezTo>
                  <a:cubicBezTo>
                    <a:pt x="3359479" y="665903"/>
                    <a:pt x="3201105" y="665903"/>
                    <a:pt x="3042731" y="671406"/>
                  </a:cubicBezTo>
                  <a:cubicBezTo>
                    <a:pt x="2883135" y="676910"/>
                    <a:pt x="2722315" y="680578"/>
                    <a:pt x="2562718" y="671406"/>
                  </a:cubicBezTo>
                  <a:cubicBezTo>
                    <a:pt x="2405568" y="662234"/>
                    <a:pt x="2248417" y="678132"/>
                    <a:pt x="2091266" y="671406"/>
                  </a:cubicBezTo>
                  <a:cubicBezTo>
                    <a:pt x="1902930" y="663457"/>
                    <a:pt x="1713982" y="670183"/>
                    <a:pt x="1525646" y="671406"/>
                  </a:cubicBezTo>
                  <a:cubicBezTo>
                    <a:pt x="1356877" y="672018"/>
                    <a:pt x="1188108" y="669572"/>
                    <a:pt x="1019339" y="671406"/>
                  </a:cubicBezTo>
                  <a:cubicBezTo>
                    <a:pt x="862800" y="673241"/>
                    <a:pt x="705649" y="668349"/>
                    <a:pt x="548498" y="671406"/>
                  </a:cubicBezTo>
                  <a:cubicBezTo>
                    <a:pt x="368111" y="674464"/>
                    <a:pt x="187724" y="668960"/>
                    <a:pt x="7337" y="671406"/>
                  </a:cubicBezTo>
                  <a:cubicBezTo>
                    <a:pt x="12229" y="451273"/>
                    <a:pt x="0" y="231140"/>
                    <a:pt x="7337" y="11006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744231" y="2322524"/>
              <a:ext cx="4232674" cy="1112284"/>
            </a:xfrm>
            <a:custGeom>
              <a:avLst/>
              <a:gdLst/>
              <a:ahLst/>
              <a:cxnLst/>
              <a:rect l="0" t="0" r="0" b="0"/>
              <a:pathLst>
                <a:path w="4232674" h="1112284">
                  <a:moveTo>
                    <a:pt x="60536" y="23847"/>
                  </a:moveTo>
                  <a:lnTo>
                    <a:pt x="147978" y="109455"/>
                  </a:lnTo>
                  <a:lnTo>
                    <a:pt x="91110" y="167545"/>
                  </a:lnTo>
                  <a:lnTo>
                    <a:pt x="15898" y="69708"/>
                  </a:lnTo>
                  <a:lnTo>
                    <a:pt x="60536" y="23847"/>
                  </a:lnTo>
                  <a:moveTo>
                    <a:pt x="91110" y="167545"/>
                  </a:moveTo>
                  <a:lnTo>
                    <a:pt x="15898" y="69708"/>
                  </a:lnTo>
                  <a:lnTo>
                    <a:pt x="125353" y="7337"/>
                  </a:lnTo>
                  <a:lnTo>
                    <a:pt x="234808" y="85607"/>
                  </a:lnTo>
                  <a:lnTo>
                    <a:pt x="91110" y="167545"/>
                  </a:lnTo>
                  <a:moveTo>
                    <a:pt x="125353" y="7337"/>
                  </a:moveTo>
                  <a:lnTo>
                    <a:pt x="0" y="657954"/>
                  </a:lnTo>
                  <a:lnTo>
                    <a:pt x="116792" y="697088"/>
                  </a:lnTo>
                  <a:lnTo>
                    <a:pt x="234808" y="85607"/>
                  </a:lnTo>
                  <a:lnTo>
                    <a:pt x="125353" y="7337"/>
                  </a:lnTo>
                  <a:moveTo>
                    <a:pt x="116792" y="697088"/>
                  </a:moveTo>
                  <a:lnTo>
                    <a:pt x="436597" y="56867"/>
                  </a:lnTo>
                  <a:lnTo>
                    <a:pt x="321027" y="14675"/>
                  </a:lnTo>
                  <a:lnTo>
                    <a:pt x="0" y="657954"/>
                  </a:lnTo>
                  <a:lnTo>
                    <a:pt x="116792" y="697088"/>
                  </a:lnTo>
                  <a:moveTo>
                    <a:pt x="321027" y="14675"/>
                  </a:moveTo>
                  <a:lnTo>
                    <a:pt x="156539" y="677521"/>
                  </a:lnTo>
                  <a:lnTo>
                    <a:pt x="272720" y="717267"/>
                  </a:lnTo>
                  <a:lnTo>
                    <a:pt x="436597" y="56867"/>
                  </a:lnTo>
                  <a:lnTo>
                    <a:pt x="321027" y="14675"/>
                  </a:lnTo>
                  <a:moveTo>
                    <a:pt x="272720" y="717267"/>
                  </a:moveTo>
                  <a:lnTo>
                    <a:pt x="561340" y="61148"/>
                  </a:lnTo>
                  <a:lnTo>
                    <a:pt x="445158" y="22013"/>
                  </a:lnTo>
                  <a:lnTo>
                    <a:pt x="156539" y="677521"/>
                  </a:lnTo>
                  <a:lnTo>
                    <a:pt x="272720" y="717267"/>
                  </a:lnTo>
                  <a:moveTo>
                    <a:pt x="445158" y="22013"/>
                  </a:moveTo>
                  <a:lnTo>
                    <a:pt x="561340" y="61148"/>
                  </a:lnTo>
                  <a:lnTo>
                    <a:pt x="417641" y="683024"/>
                  </a:lnTo>
                  <a:lnTo>
                    <a:pt x="300848" y="644501"/>
                  </a:lnTo>
                  <a:lnTo>
                    <a:pt x="445158" y="22013"/>
                  </a:lnTo>
                  <a:moveTo>
                    <a:pt x="417641" y="683024"/>
                  </a:moveTo>
                  <a:lnTo>
                    <a:pt x="676910" y="80715"/>
                  </a:lnTo>
                  <a:lnTo>
                    <a:pt x="559505" y="43415"/>
                  </a:lnTo>
                  <a:lnTo>
                    <a:pt x="300848" y="644501"/>
                  </a:lnTo>
                  <a:lnTo>
                    <a:pt x="417641" y="683024"/>
                  </a:lnTo>
                  <a:moveTo>
                    <a:pt x="559505" y="43415"/>
                  </a:moveTo>
                  <a:lnTo>
                    <a:pt x="435374" y="644501"/>
                  </a:lnTo>
                  <a:lnTo>
                    <a:pt x="552167" y="683636"/>
                  </a:lnTo>
                  <a:lnTo>
                    <a:pt x="676910" y="80715"/>
                  </a:lnTo>
                  <a:lnTo>
                    <a:pt x="559505" y="43415"/>
                  </a:lnTo>
                  <a:moveTo>
                    <a:pt x="552167" y="683636"/>
                  </a:moveTo>
                  <a:lnTo>
                    <a:pt x="831003" y="88053"/>
                  </a:lnTo>
                  <a:lnTo>
                    <a:pt x="715433" y="47084"/>
                  </a:lnTo>
                  <a:lnTo>
                    <a:pt x="435374" y="644501"/>
                  </a:lnTo>
                  <a:lnTo>
                    <a:pt x="552167" y="683636"/>
                  </a:lnTo>
                  <a:moveTo>
                    <a:pt x="715433" y="47084"/>
                  </a:moveTo>
                  <a:lnTo>
                    <a:pt x="831003" y="88053"/>
                  </a:lnTo>
                  <a:lnTo>
                    <a:pt x="672018" y="725828"/>
                  </a:lnTo>
                  <a:lnTo>
                    <a:pt x="556448" y="683636"/>
                  </a:lnTo>
                  <a:lnTo>
                    <a:pt x="715433" y="47084"/>
                  </a:lnTo>
                  <a:moveTo>
                    <a:pt x="672018" y="725828"/>
                  </a:moveTo>
                  <a:lnTo>
                    <a:pt x="992434" y="81327"/>
                  </a:lnTo>
                  <a:lnTo>
                    <a:pt x="876864" y="39134"/>
                  </a:lnTo>
                  <a:lnTo>
                    <a:pt x="556448" y="683636"/>
                  </a:lnTo>
                  <a:lnTo>
                    <a:pt x="672018" y="725828"/>
                  </a:lnTo>
                  <a:moveTo>
                    <a:pt x="876864" y="39134"/>
                  </a:moveTo>
                  <a:lnTo>
                    <a:pt x="992434" y="81327"/>
                  </a:lnTo>
                  <a:lnTo>
                    <a:pt x="840787" y="695254"/>
                  </a:lnTo>
                  <a:lnTo>
                    <a:pt x="723994" y="658565"/>
                  </a:lnTo>
                  <a:lnTo>
                    <a:pt x="876864" y="39134"/>
                  </a:lnTo>
                  <a:moveTo>
                    <a:pt x="840787" y="695254"/>
                  </a:moveTo>
                  <a:lnTo>
                    <a:pt x="1088437" y="44638"/>
                  </a:lnTo>
                  <a:lnTo>
                    <a:pt x="970421" y="9172"/>
                  </a:lnTo>
                  <a:lnTo>
                    <a:pt x="723994" y="658565"/>
                  </a:lnTo>
                  <a:lnTo>
                    <a:pt x="840787" y="695254"/>
                  </a:lnTo>
                  <a:moveTo>
                    <a:pt x="970421" y="9172"/>
                  </a:moveTo>
                  <a:lnTo>
                    <a:pt x="1088437" y="44638"/>
                  </a:lnTo>
                  <a:lnTo>
                    <a:pt x="939847" y="711764"/>
                  </a:lnTo>
                  <a:lnTo>
                    <a:pt x="823665" y="670183"/>
                  </a:lnTo>
                  <a:lnTo>
                    <a:pt x="970421" y="9172"/>
                  </a:lnTo>
                  <a:moveTo>
                    <a:pt x="939847" y="711764"/>
                  </a:moveTo>
                  <a:lnTo>
                    <a:pt x="1279219" y="45249"/>
                  </a:lnTo>
                  <a:lnTo>
                    <a:pt x="1165483" y="0"/>
                  </a:lnTo>
                  <a:lnTo>
                    <a:pt x="823665" y="670183"/>
                  </a:lnTo>
                  <a:lnTo>
                    <a:pt x="939847" y="711764"/>
                  </a:lnTo>
                  <a:moveTo>
                    <a:pt x="1165483" y="0"/>
                  </a:moveTo>
                  <a:lnTo>
                    <a:pt x="964917" y="687916"/>
                  </a:lnTo>
                  <a:lnTo>
                    <a:pt x="1080487" y="729497"/>
                  </a:lnTo>
                  <a:lnTo>
                    <a:pt x="1279219" y="45249"/>
                  </a:lnTo>
                  <a:lnTo>
                    <a:pt x="1165483" y="0"/>
                  </a:lnTo>
                  <a:moveTo>
                    <a:pt x="1080487" y="729497"/>
                  </a:moveTo>
                  <a:lnTo>
                    <a:pt x="1367884" y="59313"/>
                  </a:lnTo>
                  <a:lnTo>
                    <a:pt x="1249868" y="23847"/>
                  </a:lnTo>
                  <a:lnTo>
                    <a:pt x="964917" y="687916"/>
                  </a:lnTo>
                  <a:lnTo>
                    <a:pt x="1080487" y="729497"/>
                  </a:lnTo>
                  <a:moveTo>
                    <a:pt x="1249868" y="23847"/>
                  </a:moveTo>
                  <a:lnTo>
                    <a:pt x="1367884" y="59313"/>
                  </a:lnTo>
                  <a:lnTo>
                    <a:pt x="1259651" y="683636"/>
                  </a:lnTo>
                  <a:lnTo>
                    <a:pt x="1142247" y="647558"/>
                  </a:lnTo>
                  <a:lnTo>
                    <a:pt x="1249868" y="23847"/>
                  </a:lnTo>
                  <a:moveTo>
                    <a:pt x="1259651" y="683636"/>
                  </a:moveTo>
                  <a:lnTo>
                    <a:pt x="1534818" y="64205"/>
                  </a:lnTo>
                  <a:lnTo>
                    <a:pt x="1419248" y="22624"/>
                  </a:lnTo>
                  <a:lnTo>
                    <a:pt x="1142247" y="647558"/>
                  </a:lnTo>
                  <a:lnTo>
                    <a:pt x="1259651" y="683636"/>
                  </a:lnTo>
                  <a:moveTo>
                    <a:pt x="1419248" y="22624"/>
                  </a:moveTo>
                  <a:lnTo>
                    <a:pt x="1240084" y="656119"/>
                  </a:lnTo>
                  <a:lnTo>
                    <a:pt x="1355042" y="698311"/>
                  </a:lnTo>
                  <a:lnTo>
                    <a:pt x="1534818" y="64205"/>
                  </a:lnTo>
                  <a:lnTo>
                    <a:pt x="1419248" y="22624"/>
                  </a:lnTo>
                  <a:moveTo>
                    <a:pt x="1355042" y="698311"/>
                  </a:moveTo>
                  <a:lnTo>
                    <a:pt x="1630209" y="80104"/>
                  </a:lnTo>
                  <a:lnTo>
                    <a:pt x="1514028" y="41580"/>
                  </a:lnTo>
                  <a:lnTo>
                    <a:pt x="1240084" y="656119"/>
                  </a:lnTo>
                  <a:lnTo>
                    <a:pt x="1355042" y="698311"/>
                  </a:lnTo>
                  <a:moveTo>
                    <a:pt x="1514028" y="41580"/>
                  </a:moveTo>
                  <a:lnTo>
                    <a:pt x="1630209" y="80104"/>
                  </a:lnTo>
                  <a:lnTo>
                    <a:pt x="1493237" y="698923"/>
                  </a:lnTo>
                  <a:lnTo>
                    <a:pt x="1377667" y="657342"/>
                  </a:lnTo>
                  <a:lnTo>
                    <a:pt x="1514028" y="41580"/>
                  </a:lnTo>
                  <a:moveTo>
                    <a:pt x="1493237" y="698923"/>
                  </a:moveTo>
                  <a:lnTo>
                    <a:pt x="1811208" y="77658"/>
                  </a:lnTo>
                  <a:lnTo>
                    <a:pt x="1695638" y="34854"/>
                  </a:lnTo>
                  <a:lnTo>
                    <a:pt x="1377667" y="657342"/>
                  </a:lnTo>
                  <a:lnTo>
                    <a:pt x="1493237" y="698923"/>
                  </a:lnTo>
                  <a:moveTo>
                    <a:pt x="1695638" y="34854"/>
                  </a:moveTo>
                  <a:lnTo>
                    <a:pt x="1811208" y="77658"/>
                  </a:lnTo>
                  <a:lnTo>
                    <a:pt x="1664452" y="710541"/>
                  </a:lnTo>
                  <a:lnTo>
                    <a:pt x="1547659" y="672018"/>
                  </a:lnTo>
                  <a:lnTo>
                    <a:pt x="1695638" y="34854"/>
                  </a:lnTo>
                  <a:moveTo>
                    <a:pt x="1664452" y="710541"/>
                  </a:moveTo>
                  <a:lnTo>
                    <a:pt x="1948180" y="56256"/>
                  </a:lnTo>
                  <a:lnTo>
                    <a:pt x="1831998" y="17121"/>
                  </a:lnTo>
                  <a:lnTo>
                    <a:pt x="1547659" y="672018"/>
                  </a:lnTo>
                  <a:lnTo>
                    <a:pt x="1664452" y="710541"/>
                  </a:lnTo>
                  <a:moveTo>
                    <a:pt x="1831998" y="17121"/>
                  </a:moveTo>
                  <a:lnTo>
                    <a:pt x="1948180" y="56256"/>
                  </a:lnTo>
                  <a:lnTo>
                    <a:pt x="1786748" y="705649"/>
                  </a:lnTo>
                  <a:lnTo>
                    <a:pt x="1669955" y="667737"/>
                  </a:lnTo>
                  <a:lnTo>
                    <a:pt x="1831998" y="17121"/>
                  </a:lnTo>
                  <a:moveTo>
                    <a:pt x="1786748" y="705649"/>
                  </a:moveTo>
                  <a:lnTo>
                    <a:pt x="2052743" y="44026"/>
                  </a:lnTo>
                  <a:lnTo>
                    <a:pt x="1934727" y="9783"/>
                  </a:lnTo>
                  <a:lnTo>
                    <a:pt x="1669955" y="667737"/>
                  </a:lnTo>
                  <a:lnTo>
                    <a:pt x="1786748" y="705649"/>
                  </a:lnTo>
                  <a:moveTo>
                    <a:pt x="1934727" y="9783"/>
                  </a:moveTo>
                  <a:lnTo>
                    <a:pt x="2052743" y="44026"/>
                  </a:lnTo>
                  <a:lnTo>
                    <a:pt x="1934727" y="688528"/>
                  </a:lnTo>
                  <a:lnTo>
                    <a:pt x="1816711" y="651839"/>
                  </a:lnTo>
                  <a:lnTo>
                    <a:pt x="1934727" y="9783"/>
                  </a:lnTo>
                  <a:moveTo>
                    <a:pt x="1934727" y="688528"/>
                  </a:moveTo>
                  <a:lnTo>
                    <a:pt x="2211728" y="69097"/>
                  </a:lnTo>
                  <a:lnTo>
                    <a:pt x="2094935" y="30574"/>
                  </a:lnTo>
                  <a:lnTo>
                    <a:pt x="1816711" y="651839"/>
                  </a:lnTo>
                  <a:lnTo>
                    <a:pt x="1934727" y="688528"/>
                  </a:lnTo>
                  <a:moveTo>
                    <a:pt x="2094935" y="30574"/>
                  </a:moveTo>
                  <a:lnTo>
                    <a:pt x="1956740" y="658565"/>
                  </a:lnTo>
                  <a:lnTo>
                    <a:pt x="2073533" y="697700"/>
                  </a:lnTo>
                  <a:lnTo>
                    <a:pt x="2211728" y="69097"/>
                  </a:lnTo>
                  <a:lnTo>
                    <a:pt x="2094935" y="30574"/>
                  </a:lnTo>
                  <a:moveTo>
                    <a:pt x="2073533" y="697700"/>
                  </a:moveTo>
                  <a:lnTo>
                    <a:pt x="2358484" y="83161"/>
                  </a:lnTo>
                  <a:lnTo>
                    <a:pt x="2243525" y="41580"/>
                  </a:lnTo>
                  <a:lnTo>
                    <a:pt x="1956740" y="658565"/>
                  </a:lnTo>
                  <a:lnTo>
                    <a:pt x="2073533" y="697700"/>
                  </a:lnTo>
                  <a:moveTo>
                    <a:pt x="2243525" y="41580"/>
                  </a:moveTo>
                  <a:lnTo>
                    <a:pt x="2358484" y="83161"/>
                  </a:lnTo>
                  <a:lnTo>
                    <a:pt x="2192161" y="694642"/>
                  </a:lnTo>
                  <a:lnTo>
                    <a:pt x="2076591" y="652450"/>
                  </a:lnTo>
                  <a:lnTo>
                    <a:pt x="2243525" y="41580"/>
                  </a:lnTo>
                  <a:moveTo>
                    <a:pt x="2192161" y="694642"/>
                  </a:moveTo>
                  <a:lnTo>
                    <a:pt x="2495455" y="47695"/>
                  </a:lnTo>
                  <a:lnTo>
                    <a:pt x="2378662" y="8560"/>
                  </a:lnTo>
                  <a:lnTo>
                    <a:pt x="2076591" y="652450"/>
                  </a:lnTo>
                  <a:lnTo>
                    <a:pt x="2192161" y="694642"/>
                  </a:lnTo>
                  <a:moveTo>
                    <a:pt x="2378662" y="8560"/>
                  </a:moveTo>
                  <a:lnTo>
                    <a:pt x="2237410" y="683636"/>
                  </a:lnTo>
                  <a:lnTo>
                    <a:pt x="2355426" y="719713"/>
                  </a:lnTo>
                  <a:lnTo>
                    <a:pt x="2495455" y="47695"/>
                  </a:lnTo>
                  <a:lnTo>
                    <a:pt x="2378662" y="8560"/>
                  </a:lnTo>
                  <a:moveTo>
                    <a:pt x="2355426" y="719713"/>
                  </a:moveTo>
                  <a:lnTo>
                    <a:pt x="2592681" y="133302"/>
                  </a:lnTo>
                  <a:lnTo>
                    <a:pt x="2475888" y="96002"/>
                  </a:lnTo>
                  <a:lnTo>
                    <a:pt x="2237410" y="683636"/>
                  </a:lnTo>
                  <a:lnTo>
                    <a:pt x="2355426" y="719713"/>
                  </a:lnTo>
                  <a:moveTo>
                    <a:pt x="2475888" y="96002"/>
                  </a:moveTo>
                  <a:lnTo>
                    <a:pt x="2592681" y="133302"/>
                  </a:lnTo>
                  <a:lnTo>
                    <a:pt x="2460601" y="682413"/>
                  </a:lnTo>
                  <a:lnTo>
                    <a:pt x="2345642" y="635329"/>
                  </a:lnTo>
                  <a:lnTo>
                    <a:pt x="2475888" y="96002"/>
                  </a:lnTo>
                  <a:moveTo>
                    <a:pt x="2460601" y="682413"/>
                  </a:moveTo>
                  <a:lnTo>
                    <a:pt x="2697856" y="286784"/>
                  </a:lnTo>
                  <a:lnTo>
                    <a:pt x="2581063" y="243981"/>
                  </a:lnTo>
                  <a:lnTo>
                    <a:pt x="2345642" y="635329"/>
                  </a:lnTo>
                  <a:lnTo>
                    <a:pt x="2460601" y="682413"/>
                  </a:lnTo>
                  <a:moveTo>
                    <a:pt x="2581063" y="243981"/>
                  </a:moveTo>
                  <a:lnTo>
                    <a:pt x="2504016" y="705038"/>
                  </a:lnTo>
                  <a:lnTo>
                    <a:pt x="2621421" y="747841"/>
                  </a:lnTo>
                  <a:lnTo>
                    <a:pt x="2697856" y="286784"/>
                  </a:lnTo>
                  <a:lnTo>
                    <a:pt x="2581063" y="243981"/>
                  </a:lnTo>
                  <a:moveTo>
                    <a:pt x="2621421" y="747841"/>
                  </a:moveTo>
                  <a:lnTo>
                    <a:pt x="2845834" y="364442"/>
                  </a:lnTo>
                  <a:lnTo>
                    <a:pt x="2730264" y="319193"/>
                  </a:lnTo>
                  <a:lnTo>
                    <a:pt x="2504016" y="705038"/>
                  </a:lnTo>
                  <a:lnTo>
                    <a:pt x="2621421" y="747841"/>
                  </a:lnTo>
                  <a:moveTo>
                    <a:pt x="2730264" y="319193"/>
                  </a:moveTo>
                  <a:lnTo>
                    <a:pt x="2635485" y="757014"/>
                  </a:lnTo>
                  <a:lnTo>
                    <a:pt x="2750443" y="803486"/>
                  </a:lnTo>
                  <a:lnTo>
                    <a:pt x="2845834" y="364442"/>
                  </a:lnTo>
                  <a:lnTo>
                    <a:pt x="2730264" y="319193"/>
                  </a:lnTo>
                  <a:moveTo>
                    <a:pt x="2750443" y="803486"/>
                  </a:moveTo>
                  <a:lnTo>
                    <a:pt x="2952232" y="476955"/>
                  </a:lnTo>
                  <a:lnTo>
                    <a:pt x="2837885" y="429871"/>
                  </a:lnTo>
                  <a:lnTo>
                    <a:pt x="2635485" y="757014"/>
                  </a:lnTo>
                  <a:lnTo>
                    <a:pt x="2750443" y="803486"/>
                  </a:lnTo>
                  <a:moveTo>
                    <a:pt x="2837885" y="429871"/>
                  </a:moveTo>
                  <a:lnTo>
                    <a:pt x="2750443" y="821219"/>
                  </a:lnTo>
                  <a:lnTo>
                    <a:pt x="2863567" y="875030"/>
                  </a:lnTo>
                  <a:lnTo>
                    <a:pt x="2952232" y="476955"/>
                  </a:lnTo>
                  <a:lnTo>
                    <a:pt x="2837885" y="429871"/>
                  </a:lnTo>
                  <a:moveTo>
                    <a:pt x="2863567" y="875030"/>
                  </a:moveTo>
                  <a:lnTo>
                    <a:pt x="3053127" y="634717"/>
                  </a:lnTo>
                  <a:lnTo>
                    <a:pt x="2941225" y="579072"/>
                  </a:lnTo>
                  <a:lnTo>
                    <a:pt x="2750443" y="821219"/>
                  </a:lnTo>
                  <a:lnTo>
                    <a:pt x="2863567" y="875030"/>
                  </a:lnTo>
                  <a:moveTo>
                    <a:pt x="2941225" y="579072"/>
                  </a:moveTo>
                  <a:lnTo>
                    <a:pt x="2862956" y="882367"/>
                  </a:lnTo>
                  <a:lnTo>
                    <a:pt x="2973022" y="945350"/>
                  </a:lnTo>
                  <a:lnTo>
                    <a:pt x="3053127" y="634717"/>
                  </a:lnTo>
                  <a:lnTo>
                    <a:pt x="2941225" y="579072"/>
                  </a:lnTo>
                  <a:moveTo>
                    <a:pt x="2973022" y="945350"/>
                  </a:moveTo>
                  <a:lnTo>
                    <a:pt x="3185818" y="729497"/>
                  </a:lnTo>
                  <a:lnTo>
                    <a:pt x="3077586" y="665291"/>
                  </a:lnTo>
                  <a:lnTo>
                    <a:pt x="2862956" y="882367"/>
                  </a:lnTo>
                  <a:lnTo>
                    <a:pt x="2973022" y="945350"/>
                  </a:lnTo>
                  <a:moveTo>
                    <a:pt x="3077586" y="665291"/>
                  </a:moveTo>
                  <a:lnTo>
                    <a:pt x="2989532" y="958191"/>
                  </a:lnTo>
                  <a:lnTo>
                    <a:pt x="3100211" y="1015059"/>
                  </a:lnTo>
                  <a:lnTo>
                    <a:pt x="3185818" y="729497"/>
                  </a:lnTo>
                  <a:lnTo>
                    <a:pt x="3077586" y="665291"/>
                  </a:lnTo>
                  <a:moveTo>
                    <a:pt x="3100211" y="1015059"/>
                  </a:moveTo>
                  <a:lnTo>
                    <a:pt x="3263476" y="802263"/>
                  </a:lnTo>
                  <a:lnTo>
                    <a:pt x="3148518" y="750899"/>
                  </a:lnTo>
                  <a:lnTo>
                    <a:pt x="2989532" y="958191"/>
                  </a:lnTo>
                  <a:lnTo>
                    <a:pt x="3100211" y="1015059"/>
                  </a:lnTo>
                  <a:moveTo>
                    <a:pt x="3148518" y="750899"/>
                  </a:moveTo>
                  <a:lnTo>
                    <a:pt x="3102045" y="999160"/>
                  </a:lnTo>
                  <a:lnTo>
                    <a:pt x="3216392" y="1054805"/>
                  </a:lnTo>
                  <a:lnTo>
                    <a:pt x="3263476" y="802263"/>
                  </a:lnTo>
                  <a:lnTo>
                    <a:pt x="3148518" y="750899"/>
                  </a:lnTo>
                  <a:moveTo>
                    <a:pt x="3216392" y="1054805"/>
                  </a:moveTo>
                  <a:lnTo>
                    <a:pt x="3424296" y="818162"/>
                  </a:lnTo>
                  <a:lnTo>
                    <a:pt x="3315452" y="757625"/>
                  </a:lnTo>
                  <a:lnTo>
                    <a:pt x="3102045" y="999160"/>
                  </a:lnTo>
                  <a:lnTo>
                    <a:pt x="3216392" y="1054805"/>
                  </a:lnTo>
                  <a:moveTo>
                    <a:pt x="3315452" y="757625"/>
                  </a:moveTo>
                  <a:lnTo>
                    <a:pt x="3424296" y="818162"/>
                  </a:lnTo>
                  <a:lnTo>
                    <a:pt x="3342969" y="1087214"/>
                  </a:lnTo>
                  <a:lnTo>
                    <a:pt x="3232291" y="1031569"/>
                  </a:lnTo>
                  <a:lnTo>
                    <a:pt x="3315452" y="757625"/>
                  </a:lnTo>
                  <a:moveTo>
                    <a:pt x="3342969" y="1087214"/>
                  </a:moveTo>
                  <a:lnTo>
                    <a:pt x="3556376" y="798594"/>
                  </a:lnTo>
                  <a:lnTo>
                    <a:pt x="3440806" y="749064"/>
                  </a:lnTo>
                  <a:lnTo>
                    <a:pt x="3232291" y="1031569"/>
                  </a:lnTo>
                  <a:lnTo>
                    <a:pt x="3342969" y="1087214"/>
                  </a:lnTo>
                  <a:moveTo>
                    <a:pt x="3440806" y="749064"/>
                  </a:moveTo>
                  <a:lnTo>
                    <a:pt x="3556376" y="798594"/>
                  </a:lnTo>
                  <a:lnTo>
                    <a:pt x="3510515" y="1065200"/>
                  </a:lnTo>
                  <a:lnTo>
                    <a:pt x="3393110" y="1024231"/>
                  </a:lnTo>
                  <a:lnTo>
                    <a:pt x="3440806" y="749064"/>
                  </a:lnTo>
                  <a:moveTo>
                    <a:pt x="3510515" y="1065200"/>
                  </a:moveTo>
                  <a:lnTo>
                    <a:pt x="3656047" y="801652"/>
                  </a:lnTo>
                  <a:lnTo>
                    <a:pt x="3539866" y="758237"/>
                  </a:lnTo>
                  <a:lnTo>
                    <a:pt x="3393110" y="1024231"/>
                  </a:lnTo>
                  <a:lnTo>
                    <a:pt x="3510515" y="1065200"/>
                  </a:lnTo>
                  <a:moveTo>
                    <a:pt x="3539866" y="758237"/>
                  </a:moveTo>
                  <a:lnTo>
                    <a:pt x="3656047" y="801652"/>
                  </a:lnTo>
                  <a:lnTo>
                    <a:pt x="3591842" y="1100666"/>
                  </a:lnTo>
                  <a:lnTo>
                    <a:pt x="3478106" y="1047467"/>
                  </a:lnTo>
                  <a:lnTo>
                    <a:pt x="3539866" y="758237"/>
                  </a:lnTo>
                  <a:moveTo>
                    <a:pt x="3591842" y="1100666"/>
                  </a:moveTo>
                  <a:lnTo>
                    <a:pt x="3819924" y="813881"/>
                  </a:lnTo>
                  <a:lnTo>
                    <a:pt x="3708023" y="758237"/>
                  </a:lnTo>
                  <a:lnTo>
                    <a:pt x="3478106" y="1047467"/>
                  </a:lnTo>
                  <a:lnTo>
                    <a:pt x="3591842" y="1100666"/>
                  </a:lnTo>
                  <a:moveTo>
                    <a:pt x="3708023" y="758237"/>
                  </a:moveTo>
                  <a:lnTo>
                    <a:pt x="3819924" y="813881"/>
                  </a:lnTo>
                  <a:lnTo>
                    <a:pt x="3750215" y="1093940"/>
                  </a:lnTo>
                  <a:lnTo>
                    <a:pt x="3636480" y="1045021"/>
                  </a:lnTo>
                  <a:lnTo>
                    <a:pt x="3708023" y="758237"/>
                  </a:lnTo>
                  <a:moveTo>
                    <a:pt x="3750215" y="1093940"/>
                  </a:moveTo>
                  <a:lnTo>
                    <a:pt x="3945278" y="783919"/>
                  </a:lnTo>
                  <a:lnTo>
                    <a:pt x="3829708" y="738058"/>
                  </a:lnTo>
                  <a:lnTo>
                    <a:pt x="3636480" y="1045021"/>
                  </a:lnTo>
                  <a:lnTo>
                    <a:pt x="3750215" y="1093940"/>
                  </a:lnTo>
                  <a:moveTo>
                    <a:pt x="3829708" y="738058"/>
                  </a:moveTo>
                  <a:lnTo>
                    <a:pt x="3945278" y="783919"/>
                  </a:lnTo>
                  <a:lnTo>
                    <a:pt x="3882295" y="1098832"/>
                  </a:lnTo>
                  <a:lnTo>
                    <a:pt x="3768560" y="1046244"/>
                  </a:lnTo>
                  <a:lnTo>
                    <a:pt x="3829708" y="738058"/>
                  </a:lnTo>
                  <a:moveTo>
                    <a:pt x="3882295" y="1098832"/>
                  </a:moveTo>
                  <a:lnTo>
                    <a:pt x="4132391" y="785753"/>
                  </a:lnTo>
                  <a:lnTo>
                    <a:pt x="4018044" y="732554"/>
                  </a:lnTo>
                  <a:lnTo>
                    <a:pt x="3768560" y="1046244"/>
                  </a:lnTo>
                  <a:lnTo>
                    <a:pt x="3882295" y="1098832"/>
                  </a:lnTo>
                  <a:moveTo>
                    <a:pt x="4018044" y="732554"/>
                  </a:moveTo>
                  <a:lnTo>
                    <a:pt x="3955062" y="1043798"/>
                  </a:lnTo>
                  <a:lnTo>
                    <a:pt x="4065740" y="1112284"/>
                  </a:lnTo>
                  <a:lnTo>
                    <a:pt x="4132391" y="785753"/>
                  </a:lnTo>
                  <a:lnTo>
                    <a:pt x="4018044" y="732554"/>
                  </a:lnTo>
                  <a:moveTo>
                    <a:pt x="4065740" y="1112284"/>
                  </a:moveTo>
                  <a:lnTo>
                    <a:pt x="4232674" y="983262"/>
                  </a:lnTo>
                  <a:lnTo>
                    <a:pt x="4144009" y="897043"/>
                  </a:lnTo>
                  <a:lnTo>
                    <a:pt x="3955062" y="1043798"/>
                  </a:lnTo>
                  <a:lnTo>
                    <a:pt x="4065740" y="1112284"/>
                  </a:lnTo>
                  <a:moveTo>
                    <a:pt x="4144009" y="897043"/>
                  </a:moveTo>
                  <a:lnTo>
                    <a:pt x="4232674" y="983262"/>
                  </a:lnTo>
                  <a:lnTo>
                    <a:pt x="4167246" y="1074372"/>
                  </a:lnTo>
                  <a:lnTo>
                    <a:pt x="4068186" y="1003441"/>
                  </a:lnTo>
                  <a:lnTo>
                    <a:pt x="4144009" y="897043"/>
                  </a:lnTo>
                </a:path>
              </a:pathLst>
            </a:custGeom>
            <a:solidFill>
              <a:srgbClr val="E9FFB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771137" y="2344537"/>
              <a:ext cx="4227782" cy="1052971"/>
            </a:xfrm>
            <a:custGeom>
              <a:avLst/>
              <a:gdLst/>
              <a:ahLst/>
              <a:cxnLst/>
              <a:rect l="0" t="0" r="0" b="0"/>
              <a:pathLst>
                <a:path w="4227782" h="1052971">
                  <a:moveTo>
                    <a:pt x="2430027" y="672629"/>
                  </a:moveTo>
                  <a:lnTo>
                    <a:pt x="8560" y="672629"/>
                  </a:lnTo>
                  <a:lnTo>
                    <a:pt x="8560" y="12229"/>
                  </a:lnTo>
                  <a:lnTo>
                    <a:pt x="2430027" y="12229"/>
                  </a:lnTo>
                  <a:lnTo>
                    <a:pt x="3163805" y="746007"/>
                  </a:lnTo>
                  <a:lnTo>
                    <a:pt x="3640760" y="746007"/>
                  </a:lnTo>
                  <a:lnTo>
                    <a:pt x="4044338" y="746007"/>
                  </a:lnTo>
                  <a:lnTo>
                    <a:pt x="4227782" y="1039518"/>
                  </a:lnTo>
                  <a:lnTo>
                    <a:pt x="3163805" y="1039518"/>
                  </a:lnTo>
                  <a:close/>
                  <a:moveTo>
                    <a:pt x="2430027" y="672629"/>
                  </a:moveTo>
                  <a:cubicBezTo>
                    <a:pt x="2507074" y="708707"/>
                    <a:pt x="2580451" y="751510"/>
                    <a:pt x="2657498" y="786365"/>
                  </a:cubicBezTo>
                  <a:cubicBezTo>
                    <a:pt x="2743717" y="825500"/>
                    <a:pt x="2824432" y="876864"/>
                    <a:pt x="2911874" y="913553"/>
                  </a:cubicBezTo>
                  <a:cubicBezTo>
                    <a:pt x="2998093" y="950242"/>
                    <a:pt x="3077586" y="1002829"/>
                    <a:pt x="3163805" y="1039518"/>
                  </a:cubicBezTo>
                  <a:cubicBezTo>
                    <a:pt x="3273871" y="1038295"/>
                    <a:pt x="3384550" y="1032792"/>
                    <a:pt x="3494005" y="1039518"/>
                  </a:cubicBezTo>
                  <a:cubicBezTo>
                    <a:pt x="3605294" y="1046244"/>
                    <a:pt x="3717195" y="1028511"/>
                    <a:pt x="3827874" y="1039518"/>
                  </a:cubicBezTo>
                  <a:cubicBezTo>
                    <a:pt x="3960565" y="1052971"/>
                    <a:pt x="4095091" y="1028511"/>
                    <a:pt x="4227782" y="1039518"/>
                  </a:cubicBezTo>
                  <a:cubicBezTo>
                    <a:pt x="4160520" y="945350"/>
                    <a:pt x="4104263" y="844455"/>
                    <a:pt x="4044338" y="746007"/>
                  </a:cubicBezTo>
                  <a:cubicBezTo>
                    <a:pt x="3909812" y="738669"/>
                    <a:pt x="3775286" y="749676"/>
                    <a:pt x="3640760" y="746007"/>
                  </a:cubicBezTo>
                  <a:cubicBezTo>
                    <a:pt x="3481775" y="741727"/>
                    <a:pt x="3322790" y="744784"/>
                    <a:pt x="3163805" y="746007"/>
                  </a:cubicBezTo>
                  <a:cubicBezTo>
                    <a:pt x="3032336" y="624322"/>
                    <a:pt x="2917989" y="484293"/>
                    <a:pt x="2783463" y="365665"/>
                  </a:cubicBezTo>
                  <a:cubicBezTo>
                    <a:pt x="2658721" y="255599"/>
                    <a:pt x="2540094" y="136971"/>
                    <a:pt x="2430027" y="12229"/>
                  </a:cubicBezTo>
                  <a:cubicBezTo>
                    <a:pt x="2315680" y="3668"/>
                    <a:pt x="2199498" y="22013"/>
                    <a:pt x="2085151" y="12229"/>
                  </a:cubicBezTo>
                  <a:cubicBezTo>
                    <a:pt x="1959798" y="1222"/>
                    <a:pt x="1833221" y="12841"/>
                    <a:pt x="1707867" y="12229"/>
                  </a:cubicBezTo>
                  <a:cubicBezTo>
                    <a:pt x="1587405" y="11618"/>
                    <a:pt x="1466944" y="23847"/>
                    <a:pt x="1347093" y="12229"/>
                  </a:cubicBezTo>
                  <a:cubicBezTo>
                    <a:pt x="1226020" y="0"/>
                    <a:pt x="1103724" y="7949"/>
                    <a:pt x="982039" y="12229"/>
                  </a:cubicBezTo>
                  <a:cubicBezTo>
                    <a:pt x="884202" y="15287"/>
                    <a:pt x="785753" y="18344"/>
                    <a:pt x="687916" y="12229"/>
                  </a:cubicBezTo>
                  <a:cubicBezTo>
                    <a:pt x="564397" y="4891"/>
                    <a:pt x="440266" y="11006"/>
                    <a:pt x="316747" y="12229"/>
                  </a:cubicBezTo>
                  <a:cubicBezTo>
                    <a:pt x="214018" y="13452"/>
                    <a:pt x="110678" y="3057"/>
                    <a:pt x="8560" y="12229"/>
                  </a:cubicBezTo>
                  <a:cubicBezTo>
                    <a:pt x="17732" y="115569"/>
                    <a:pt x="16509" y="220133"/>
                    <a:pt x="8560" y="323473"/>
                  </a:cubicBezTo>
                  <a:cubicBezTo>
                    <a:pt x="0" y="439043"/>
                    <a:pt x="18955" y="556448"/>
                    <a:pt x="8560" y="672629"/>
                  </a:cubicBezTo>
                  <a:cubicBezTo>
                    <a:pt x="146755" y="679967"/>
                    <a:pt x="285561" y="663457"/>
                    <a:pt x="423145" y="672629"/>
                  </a:cubicBezTo>
                  <a:cubicBezTo>
                    <a:pt x="549110" y="681190"/>
                    <a:pt x="675687" y="675687"/>
                    <a:pt x="801652" y="672629"/>
                  </a:cubicBezTo>
                  <a:cubicBezTo>
                    <a:pt x="945350" y="668960"/>
                    <a:pt x="1089660" y="680578"/>
                    <a:pt x="1233358" y="672629"/>
                  </a:cubicBezTo>
                  <a:cubicBezTo>
                    <a:pt x="1366661" y="665291"/>
                    <a:pt x="1500575" y="669572"/>
                    <a:pt x="1634489" y="672629"/>
                  </a:cubicBezTo>
                  <a:cubicBezTo>
                    <a:pt x="1765347" y="675687"/>
                    <a:pt x="1896815" y="683024"/>
                    <a:pt x="2027672" y="672629"/>
                  </a:cubicBezTo>
                  <a:cubicBezTo>
                    <a:pt x="2161587" y="662234"/>
                    <a:pt x="2296112" y="670795"/>
                    <a:pt x="2430027" y="672629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743008" y="1654175"/>
              <a:ext cx="4077358" cy="1466944"/>
            </a:xfrm>
            <a:custGeom>
              <a:avLst/>
              <a:gdLst/>
              <a:ahLst/>
              <a:cxnLst/>
              <a:rect l="0" t="0" r="0" b="0"/>
              <a:pathLst>
                <a:path w="4077358" h="1466944">
                  <a:moveTo>
                    <a:pt x="0" y="43415"/>
                  </a:moveTo>
                  <a:lnTo>
                    <a:pt x="17121" y="108232"/>
                  </a:lnTo>
                  <a:lnTo>
                    <a:pt x="157150" y="157150"/>
                  </a:lnTo>
                  <a:lnTo>
                    <a:pt x="118015" y="11618"/>
                  </a:lnTo>
                  <a:lnTo>
                    <a:pt x="0" y="43415"/>
                  </a:lnTo>
                  <a:moveTo>
                    <a:pt x="157150" y="157150"/>
                  </a:moveTo>
                  <a:lnTo>
                    <a:pt x="253153" y="86218"/>
                  </a:lnTo>
                  <a:lnTo>
                    <a:pt x="147367" y="12841"/>
                  </a:lnTo>
                  <a:lnTo>
                    <a:pt x="17121" y="108232"/>
                  </a:lnTo>
                  <a:lnTo>
                    <a:pt x="157150" y="157150"/>
                  </a:lnTo>
                  <a:moveTo>
                    <a:pt x="147367" y="12841"/>
                  </a:moveTo>
                  <a:lnTo>
                    <a:pt x="20178" y="453107"/>
                  </a:lnTo>
                  <a:lnTo>
                    <a:pt x="131468" y="508141"/>
                  </a:lnTo>
                  <a:lnTo>
                    <a:pt x="253153" y="86218"/>
                  </a:lnTo>
                  <a:lnTo>
                    <a:pt x="147367" y="12841"/>
                  </a:lnTo>
                  <a:moveTo>
                    <a:pt x="131468" y="508141"/>
                  </a:moveTo>
                  <a:lnTo>
                    <a:pt x="438432" y="86830"/>
                  </a:lnTo>
                  <a:lnTo>
                    <a:pt x="330200" y="27516"/>
                  </a:lnTo>
                  <a:lnTo>
                    <a:pt x="20178" y="453107"/>
                  </a:lnTo>
                  <a:lnTo>
                    <a:pt x="131468" y="508141"/>
                  </a:lnTo>
                  <a:moveTo>
                    <a:pt x="330200" y="27516"/>
                  </a:moveTo>
                  <a:lnTo>
                    <a:pt x="438432" y="86830"/>
                  </a:lnTo>
                  <a:lnTo>
                    <a:pt x="196897" y="703815"/>
                  </a:lnTo>
                  <a:lnTo>
                    <a:pt x="86830" y="649393"/>
                  </a:lnTo>
                  <a:lnTo>
                    <a:pt x="330200" y="27516"/>
                  </a:lnTo>
                  <a:moveTo>
                    <a:pt x="196897" y="703815"/>
                  </a:moveTo>
                  <a:lnTo>
                    <a:pt x="579072" y="74600"/>
                  </a:lnTo>
                  <a:lnTo>
                    <a:pt x="467783" y="22624"/>
                  </a:lnTo>
                  <a:lnTo>
                    <a:pt x="86830" y="649393"/>
                  </a:lnTo>
                  <a:lnTo>
                    <a:pt x="196897" y="703815"/>
                  </a:lnTo>
                  <a:moveTo>
                    <a:pt x="467783" y="22624"/>
                  </a:moveTo>
                  <a:lnTo>
                    <a:pt x="247038" y="667126"/>
                  </a:lnTo>
                  <a:lnTo>
                    <a:pt x="358939" y="717879"/>
                  </a:lnTo>
                  <a:lnTo>
                    <a:pt x="579072" y="74600"/>
                  </a:lnTo>
                  <a:lnTo>
                    <a:pt x="467783" y="22624"/>
                  </a:lnTo>
                  <a:moveTo>
                    <a:pt x="358939" y="717879"/>
                  </a:moveTo>
                  <a:lnTo>
                    <a:pt x="716044" y="89276"/>
                  </a:lnTo>
                  <a:lnTo>
                    <a:pt x="603532" y="39746"/>
                  </a:lnTo>
                  <a:lnTo>
                    <a:pt x="247038" y="667126"/>
                  </a:lnTo>
                  <a:lnTo>
                    <a:pt x="358939" y="717879"/>
                  </a:lnTo>
                  <a:moveTo>
                    <a:pt x="603532" y="39746"/>
                  </a:moveTo>
                  <a:lnTo>
                    <a:pt x="716044" y="89276"/>
                  </a:lnTo>
                  <a:lnTo>
                    <a:pt x="516090" y="711152"/>
                  </a:lnTo>
                  <a:lnTo>
                    <a:pt x="402354" y="664068"/>
                  </a:lnTo>
                  <a:lnTo>
                    <a:pt x="603532" y="39746"/>
                  </a:lnTo>
                  <a:moveTo>
                    <a:pt x="516090" y="711152"/>
                  </a:moveTo>
                  <a:lnTo>
                    <a:pt x="832226" y="97225"/>
                  </a:lnTo>
                  <a:lnTo>
                    <a:pt x="719713" y="47695"/>
                  </a:lnTo>
                  <a:lnTo>
                    <a:pt x="402354" y="664068"/>
                  </a:lnTo>
                  <a:lnTo>
                    <a:pt x="516090" y="711152"/>
                  </a:lnTo>
                  <a:moveTo>
                    <a:pt x="719713" y="47695"/>
                  </a:moveTo>
                  <a:lnTo>
                    <a:pt x="832226" y="97225"/>
                  </a:lnTo>
                  <a:lnTo>
                    <a:pt x="613927" y="697700"/>
                  </a:lnTo>
                  <a:lnTo>
                    <a:pt x="502637" y="646335"/>
                  </a:lnTo>
                  <a:lnTo>
                    <a:pt x="719713" y="47695"/>
                  </a:lnTo>
                  <a:moveTo>
                    <a:pt x="613927" y="697700"/>
                  </a:moveTo>
                  <a:lnTo>
                    <a:pt x="971644" y="66040"/>
                  </a:lnTo>
                  <a:lnTo>
                    <a:pt x="859131" y="16510"/>
                  </a:lnTo>
                  <a:lnTo>
                    <a:pt x="502637" y="646335"/>
                  </a:lnTo>
                  <a:lnTo>
                    <a:pt x="613927" y="697700"/>
                  </a:lnTo>
                  <a:moveTo>
                    <a:pt x="859131" y="16510"/>
                  </a:moveTo>
                  <a:lnTo>
                    <a:pt x="971644" y="66040"/>
                  </a:lnTo>
                  <a:lnTo>
                    <a:pt x="757014" y="736223"/>
                  </a:lnTo>
                  <a:lnTo>
                    <a:pt x="643890" y="687305"/>
                  </a:lnTo>
                  <a:lnTo>
                    <a:pt x="859131" y="16510"/>
                  </a:lnTo>
                  <a:moveTo>
                    <a:pt x="757014" y="736223"/>
                  </a:moveTo>
                  <a:lnTo>
                    <a:pt x="1134298" y="54421"/>
                  </a:lnTo>
                  <a:lnTo>
                    <a:pt x="1021174" y="6114"/>
                  </a:lnTo>
                  <a:lnTo>
                    <a:pt x="643890" y="687305"/>
                  </a:lnTo>
                  <a:lnTo>
                    <a:pt x="757014" y="736223"/>
                  </a:lnTo>
                  <a:moveTo>
                    <a:pt x="1021174" y="6114"/>
                  </a:moveTo>
                  <a:lnTo>
                    <a:pt x="1134298" y="54421"/>
                  </a:lnTo>
                  <a:lnTo>
                    <a:pt x="923948" y="736223"/>
                  </a:lnTo>
                  <a:lnTo>
                    <a:pt x="810212" y="690974"/>
                  </a:lnTo>
                  <a:lnTo>
                    <a:pt x="1021174" y="6114"/>
                  </a:lnTo>
                  <a:moveTo>
                    <a:pt x="923948" y="736223"/>
                  </a:moveTo>
                  <a:lnTo>
                    <a:pt x="1231523" y="99060"/>
                  </a:lnTo>
                  <a:lnTo>
                    <a:pt x="1116565" y="55644"/>
                  </a:lnTo>
                  <a:lnTo>
                    <a:pt x="810212" y="690974"/>
                  </a:lnTo>
                  <a:lnTo>
                    <a:pt x="923948" y="736223"/>
                  </a:lnTo>
                  <a:moveTo>
                    <a:pt x="1116565" y="55644"/>
                  </a:moveTo>
                  <a:lnTo>
                    <a:pt x="1231523" y="99060"/>
                  </a:lnTo>
                  <a:lnTo>
                    <a:pt x="1051748" y="722159"/>
                  </a:lnTo>
                  <a:lnTo>
                    <a:pt x="938012" y="675075"/>
                  </a:lnTo>
                  <a:lnTo>
                    <a:pt x="1116565" y="55644"/>
                  </a:lnTo>
                  <a:moveTo>
                    <a:pt x="1051748" y="722159"/>
                  </a:moveTo>
                  <a:lnTo>
                    <a:pt x="1396012" y="92945"/>
                  </a:lnTo>
                  <a:lnTo>
                    <a:pt x="1284722" y="41580"/>
                  </a:lnTo>
                  <a:lnTo>
                    <a:pt x="938012" y="675075"/>
                  </a:lnTo>
                  <a:lnTo>
                    <a:pt x="1051748" y="722159"/>
                  </a:lnTo>
                  <a:moveTo>
                    <a:pt x="1284722" y="41580"/>
                  </a:moveTo>
                  <a:lnTo>
                    <a:pt x="1396012" y="92945"/>
                  </a:lnTo>
                  <a:lnTo>
                    <a:pt x="1155088" y="717879"/>
                  </a:lnTo>
                  <a:lnTo>
                    <a:pt x="1044410" y="664068"/>
                  </a:lnTo>
                  <a:lnTo>
                    <a:pt x="1284722" y="41580"/>
                  </a:lnTo>
                  <a:moveTo>
                    <a:pt x="1155088" y="717879"/>
                  </a:moveTo>
                  <a:lnTo>
                    <a:pt x="1542156" y="60536"/>
                  </a:lnTo>
                  <a:lnTo>
                    <a:pt x="1429643" y="11006"/>
                  </a:lnTo>
                  <a:lnTo>
                    <a:pt x="1044410" y="664068"/>
                  </a:lnTo>
                  <a:lnTo>
                    <a:pt x="1155088" y="717879"/>
                  </a:lnTo>
                  <a:moveTo>
                    <a:pt x="1429643" y="11006"/>
                  </a:moveTo>
                  <a:lnTo>
                    <a:pt x="1542156" y="60536"/>
                  </a:lnTo>
                  <a:lnTo>
                    <a:pt x="1347093" y="694031"/>
                  </a:lnTo>
                  <a:lnTo>
                    <a:pt x="1233358" y="648781"/>
                  </a:lnTo>
                  <a:lnTo>
                    <a:pt x="1429643" y="11006"/>
                  </a:lnTo>
                  <a:moveTo>
                    <a:pt x="1347093" y="694031"/>
                  </a:moveTo>
                  <a:lnTo>
                    <a:pt x="1658337" y="61148"/>
                  </a:lnTo>
                  <a:lnTo>
                    <a:pt x="1544602" y="14675"/>
                  </a:lnTo>
                  <a:lnTo>
                    <a:pt x="1233358" y="648781"/>
                  </a:lnTo>
                  <a:lnTo>
                    <a:pt x="1347093" y="694031"/>
                  </a:lnTo>
                  <a:moveTo>
                    <a:pt x="1544602" y="14675"/>
                  </a:moveTo>
                  <a:lnTo>
                    <a:pt x="1658337" y="61148"/>
                  </a:lnTo>
                  <a:lnTo>
                    <a:pt x="1447988" y="693420"/>
                  </a:lnTo>
                  <a:lnTo>
                    <a:pt x="1336087" y="641444"/>
                  </a:lnTo>
                  <a:lnTo>
                    <a:pt x="1544602" y="14675"/>
                  </a:lnTo>
                  <a:moveTo>
                    <a:pt x="1447988" y="693420"/>
                  </a:moveTo>
                  <a:lnTo>
                    <a:pt x="1816100" y="91722"/>
                  </a:lnTo>
                  <a:lnTo>
                    <a:pt x="1705421" y="39134"/>
                  </a:lnTo>
                  <a:lnTo>
                    <a:pt x="1336087" y="641444"/>
                  </a:lnTo>
                  <a:lnTo>
                    <a:pt x="1447988" y="693420"/>
                  </a:lnTo>
                  <a:moveTo>
                    <a:pt x="1705421" y="39134"/>
                  </a:moveTo>
                  <a:lnTo>
                    <a:pt x="1816100" y="91722"/>
                  </a:lnTo>
                  <a:lnTo>
                    <a:pt x="1597189" y="713598"/>
                  </a:lnTo>
                  <a:lnTo>
                    <a:pt x="1485288" y="662234"/>
                  </a:lnTo>
                  <a:lnTo>
                    <a:pt x="1705421" y="39134"/>
                  </a:lnTo>
                  <a:moveTo>
                    <a:pt x="1597189" y="713598"/>
                  </a:moveTo>
                  <a:lnTo>
                    <a:pt x="1963467" y="78269"/>
                  </a:lnTo>
                  <a:lnTo>
                    <a:pt x="1852177" y="26905"/>
                  </a:lnTo>
                  <a:lnTo>
                    <a:pt x="1485288" y="662234"/>
                  </a:lnTo>
                  <a:lnTo>
                    <a:pt x="1597189" y="713598"/>
                  </a:lnTo>
                  <a:moveTo>
                    <a:pt x="1852177" y="26905"/>
                  </a:moveTo>
                  <a:lnTo>
                    <a:pt x="1963467" y="78269"/>
                  </a:lnTo>
                  <a:lnTo>
                    <a:pt x="1732938" y="734389"/>
                  </a:lnTo>
                  <a:lnTo>
                    <a:pt x="1621648" y="681801"/>
                  </a:lnTo>
                  <a:lnTo>
                    <a:pt x="1852177" y="26905"/>
                  </a:lnTo>
                  <a:moveTo>
                    <a:pt x="1732938" y="734389"/>
                  </a:moveTo>
                  <a:lnTo>
                    <a:pt x="2146300" y="54421"/>
                  </a:lnTo>
                  <a:lnTo>
                    <a:pt x="2036233" y="0"/>
                  </a:lnTo>
                  <a:lnTo>
                    <a:pt x="1621648" y="681801"/>
                  </a:lnTo>
                  <a:lnTo>
                    <a:pt x="1732938" y="734389"/>
                  </a:lnTo>
                  <a:moveTo>
                    <a:pt x="2036233" y="0"/>
                  </a:moveTo>
                  <a:lnTo>
                    <a:pt x="2146300" y="54421"/>
                  </a:lnTo>
                  <a:lnTo>
                    <a:pt x="1896204" y="697700"/>
                  </a:lnTo>
                  <a:lnTo>
                    <a:pt x="1785525" y="644501"/>
                  </a:lnTo>
                  <a:lnTo>
                    <a:pt x="2036233" y="0"/>
                  </a:lnTo>
                  <a:moveTo>
                    <a:pt x="1896204" y="697700"/>
                  </a:moveTo>
                  <a:lnTo>
                    <a:pt x="2239245" y="97837"/>
                  </a:lnTo>
                  <a:lnTo>
                    <a:pt x="2127955" y="45861"/>
                  </a:lnTo>
                  <a:lnTo>
                    <a:pt x="1785525" y="644501"/>
                  </a:lnTo>
                  <a:lnTo>
                    <a:pt x="1896204" y="697700"/>
                  </a:lnTo>
                  <a:moveTo>
                    <a:pt x="2127955" y="45861"/>
                  </a:moveTo>
                  <a:lnTo>
                    <a:pt x="2239245" y="97837"/>
                  </a:lnTo>
                  <a:lnTo>
                    <a:pt x="2019723" y="696477"/>
                  </a:lnTo>
                  <a:lnTo>
                    <a:pt x="1909045" y="642667"/>
                  </a:lnTo>
                  <a:lnTo>
                    <a:pt x="2127955" y="45861"/>
                  </a:lnTo>
                  <a:moveTo>
                    <a:pt x="2019723" y="696477"/>
                  </a:moveTo>
                  <a:lnTo>
                    <a:pt x="2399453" y="87441"/>
                  </a:lnTo>
                  <a:lnTo>
                    <a:pt x="2287552" y="34854"/>
                  </a:lnTo>
                  <a:lnTo>
                    <a:pt x="1909045" y="642667"/>
                  </a:lnTo>
                  <a:lnTo>
                    <a:pt x="2019723" y="696477"/>
                  </a:lnTo>
                  <a:moveTo>
                    <a:pt x="2287552" y="34854"/>
                  </a:moveTo>
                  <a:lnTo>
                    <a:pt x="2399453" y="87441"/>
                  </a:lnTo>
                  <a:lnTo>
                    <a:pt x="2188492" y="714821"/>
                  </a:lnTo>
                  <a:lnTo>
                    <a:pt x="2075368" y="667737"/>
                  </a:lnTo>
                  <a:lnTo>
                    <a:pt x="2287552" y="34854"/>
                  </a:lnTo>
                  <a:moveTo>
                    <a:pt x="2188492" y="714821"/>
                  </a:moveTo>
                  <a:lnTo>
                    <a:pt x="2504628" y="77046"/>
                  </a:lnTo>
                  <a:lnTo>
                    <a:pt x="2390281" y="32408"/>
                  </a:lnTo>
                  <a:lnTo>
                    <a:pt x="2075368" y="667737"/>
                  </a:lnTo>
                  <a:lnTo>
                    <a:pt x="2188492" y="714821"/>
                  </a:lnTo>
                  <a:moveTo>
                    <a:pt x="2390281" y="32408"/>
                  </a:moveTo>
                  <a:lnTo>
                    <a:pt x="2504628" y="77046"/>
                  </a:lnTo>
                  <a:lnTo>
                    <a:pt x="2315068" y="713598"/>
                  </a:lnTo>
                  <a:lnTo>
                    <a:pt x="2203167" y="659788"/>
                  </a:lnTo>
                  <a:lnTo>
                    <a:pt x="2390281" y="32408"/>
                  </a:lnTo>
                  <a:moveTo>
                    <a:pt x="2315068" y="713598"/>
                  </a:moveTo>
                  <a:lnTo>
                    <a:pt x="2625701" y="268440"/>
                  </a:lnTo>
                  <a:lnTo>
                    <a:pt x="2516857" y="210961"/>
                  </a:lnTo>
                  <a:lnTo>
                    <a:pt x="2203167" y="659788"/>
                  </a:lnTo>
                  <a:lnTo>
                    <a:pt x="2315068" y="713598"/>
                  </a:lnTo>
                  <a:moveTo>
                    <a:pt x="2516857" y="210961"/>
                  </a:moveTo>
                  <a:lnTo>
                    <a:pt x="2343808" y="662845"/>
                  </a:lnTo>
                  <a:lnTo>
                    <a:pt x="2452652" y="720325"/>
                  </a:lnTo>
                  <a:lnTo>
                    <a:pt x="2625701" y="268440"/>
                  </a:lnTo>
                  <a:lnTo>
                    <a:pt x="2516857" y="210961"/>
                  </a:lnTo>
                  <a:moveTo>
                    <a:pt x="2452652" y="720325"/>
                  </a:moveTo>
                  <a:lnTo>
                    <a:pt x="2692352" y="369334"/>
                  </a:lnTo>
                  <a:lnTo>
                    <a:pt x="2579228" y="317970"/>
                  </a:lnTo>
                  <a:lnTo>
                    <a:pt x="2343808" y="662845"/>
                  </a:lnTo>
                  <a:lnTo>
                    <a:pt x="2452652" y="720325"/>
                  </a:lnTo>
                  <a:moveTo>
                    <a:pt x="2579228" y="317970"/>
                  </a:moveTo>
                  <a:lnTo>
                    <a:pt x="2483837" y="695865"/>
                  </a:lnTo>
                  <a:lnTo>
                    <a:pt x="2594515" y="759460"/>
                  </a:lnTo>
                  <a:lnTo>
                    <a:pt x="2692352" y="369334"/>
                  </a:lnTo>
                  <a:lnTo>
                    <a:pt x="2579228" y="317970"/>
                  </a:lnTo>
                  <a:moveTo>
                    <a:pt x="2594515" y="759460"/>
                  </a:moveTo>
                  <a:lnTo>
                    <a:pt x="2791412" y="565620"/>
                  </a:lnTo>
                  <a:lnTo>
                    <a:pt x="2686849" y="497134"/>
                  </a:lnTo>
                  <a:lnTo>
                    <a:pt x="2483837" y="695865"/>
                  </a:lnTo>
                  <a:lnTo>
                    <a:pt x="2594515" y="759460"/>
                  </a:lnTo>
                  <a:moveTo>
                    <a:pt x="2686849" y="497134"/>
                  </a:moveTo>
                  <a:lnTo>
                    <a:pt x="2558438" y="829168"/>
                  </a:lnTo>
                  <a:lnTo>
                    <a:pt x="2662390" y="900712"/>
                  </a:lnTo>
                  <a:lnTo>
                    <a:pt x="2791412" y="565620"/>
                  </a:lnTo>
                  <a:lnTo>
                    <a:pt x="2686849" y="497134"/>
                  </a:lnTo>
                  <a:moveTo>
                    <a:pt x="2662390" y="900712"/>
                  </a:moveTo>
                  <a:lnTo>
                    <a:pt x="2894141" y="691585"/>
                  </a:lnTo>
                  <a:lnTo>
                    <a:pt x="2786521" y="623711"/>
                  </a:lnTo>
                  <a:lnTo>
                    <a:pt x="2558438" y="829168"/>
                  </a:lnTo>
                  <a:lnTo>
                    <a:pt x="2662390" y="900712"/>
                  </a:lnTo>
                  <a:moveTo>
                    <a:pt x="2786521" y="623711"/>
                  </a:moveTo>
                  <a:lnTo>
                    <a:pt x="2688072" y="951465"/>
                  </a:lnTo>
                  <a:lnTo>
                    <a:pt x="2796304" y="1015059"/>
                  </a:lnTo>
                  <a:lnTo>
                    <a:pt x="2894141" y="691585"/>
                  </a:lnTo>
                  <a:lnTo>
                    <a:pt x="2786521" y="623711"/>
                  </a:lnTo>
                  <a:moveTo>
                    <a:pt x="2796304" y="1015059"/>
                  </a:moveTo>
                  <a:lnTo>
                    <a:pt x="2987698" y="818162"/>
                  </a:lnTo>
                  <a:lnTo>
                    <a:pt x="2881300" y="752122"/>
                  </a:lnTo>
                  <a:lnTo>
                    <a:pt x="2688072" y="951465"/>
                  </a:lnTo>
                  <a:lnTo>
                    <a:pt x="2796304" y="1015059"/>
                  </a:lnTo>
                  <a:moveTo>
                    <a:pt x="2881300" y="752122"/>
                  </a:moveTo>
                  <a:lnTo>
                    <a:pt x="2778571" y="1041964"/>
                  </a:lnTo>
                  <a:lnTo>
                    <a:pt x="2880689" y="1120234"/>
                  </a:lnTo>
                  <a:lnTo>
                    <a:pt x="2987698" y="818162"/>
                  </a:lnTo>
                  <a:lnTo>
                    <a:pt x="2881300" y="752122"/>
                  </a:lnTo>
                  <a:moveTo>
                    <a:pt x="2880689" y="1120234"/>
                  </a:moveTo>
                  <a:lnTo>
                    <a:pt x="3100822" y="969198"/>
                  </a:lnTo>
                  <a:lnTo>
                    <a:pt x="2998705" y="891539"/>
                  </a:lnTo>
                  <a:lnTo>
                    <a:pt x="2778571" y="1041964"/>
                  </a:lnTo>
                  <a:lnTo>
                    <a:pt x="2880689" y="1120234"/>
                  </a:lnTo>
                  <a:moveTo>
                    <a:pt x="2998705" y="891539"/>
                  </a:moveTo>
                  <a:lnTo>
                    <a:pt x="2908817" y="1152642"/>
                  </a:lnTo>
                  <a:lnTo>
                    <a:pt x="3010323" y="1232746"/>
                  </a:lnTo>
                  <a:lnTo>
                    <a:pt x="3100822" y="969198"/>
                  </a:lnTo>
                  <a:lnTo>
                    <a:pt x="2998705" y="891539"/>
                  </a:lnTo>
                  <a:moveTo>
                    <a:pt x="3010323" y="1232746"/>
                  </a:moveTo>
                  <a:lnTo>
                    <a:pt x="3194379" y="1115342"/>
                  </a:lnTo>
                  <a:lnTo>
                    <a:pt x="3098988" y="1030957"/>
                  </a:lnTo>
                  <a:lnTo>
                    <a:pt x="2908817" y="1152642"/>
                  </a:lnTo>
                  <a:lnTo>
                    <a:pt x="3010323" y="1232746"/>
                  </a:lnTo>
                  <a:moveTo>
                    <a:pt x="3098988" y="1030957"/>
                  </a:moveTo>
                  <a:lnTo>
                    <a:pt x="3005431" y="1227854"/>
                  </a:lnTo>
                  <a:lnTo>
                    <a:pt x="3100211" y="1312239"/>
                  </a:lnTo>
                  <a:lnTo>
                    <a:pt x="3194379" y="1115342"/>
                  </a:lnTo>
                  <a:lnTo>
                    <a:pt x="3098988" y="1030957"/>
                  </a:lnTo>
                  <a:moveTo>
                    <a:pt x="3100211" y="1312239"/>
                  </a:moveTo>
                  <a:lnTo>
                    <a:pt x="3270814" y="1204007"/>
                  </a:lnTo>
                  <a:lnTo>
                    <a:pt x="3169920" y="1123291"/>
                  </a:lnTo>
                  <a:lnTo>
                    <a:pt x="3005431" y="1227854"/>
                  </a:lnTo>
                  <a:lnTo>
                    <a:pt x="3100211" y="1312239"/>
                  </a:lnTo>
                  <a:moveTo>
                    <a:pt x="3169920" y="1123291"/>
                  </a:moveTo>
                  <a:lnTo>
                    <a:pt x="3094096" y="1335475"/>
                  </a:lnTo>
                  <a:lnTo>
                    <a:pt x="3198048" y="1408853"/>
                  </a:lnTo>
                  <a:lnTo>
                    <a:pt x="3270814" y="1204007"/>
                  </a:lnTo>
                  <a:lnTo>
                    <a:pt x="3169920" y="1123291"/>
                  </a:lnTo>
                  <a:moveTo>
                    <a:pt x="3198048" y="1408853"/>
                  </a:moveTo>
                  <a:lnTo>
                    <a:pt x="3436525" y="1213790"/>
                  </a:lnTo>
                  <a:lnTo>
                    <a:pt x="3334408" y="1139189"/>
                  </a:lnTo>
                  <a:lnTo>
                    <a:pt x="3094096" y="1335475"/>
                  </a:lnTo>
                  <a:lnTo>
                    <a:pt x="3198048" y="1408853"/>
                  </a:lnTo>
                  <a:moveTo>
                    <a:pt x="3334408" y="1139189"/>
                  </a:moveTo>
                  <a:lnTo>
                    <a:pt x="3436525" y="1213790"/>
                  </a:lnTo>
                  <a:lnTo>
                    <a:pt x="3342357" y="1450434"/>
                  </a:lnTo>
                  <a:lnTo>
                    <a:pt x="3236571" y="1386228"/>
                  </a:lnTo>
                  <a:lnTo>
                    <a:pt x="3334408" y="1139189"/>
                  </a:lnTo>
                  <a:moveTo>
                    <a:pt x="3342357" y="1450434"/>
                  </a:moveTo>
                  <a:lnTo>
                    <a:pt x="3589396" y="1167929"/>
                  </a:lnTo>
                  <a:lnTo>
                    <a:pt x="3482387" y="1103724"/>
                  </a:lnTo>
                  <a:lnTo>
                    <a:pt x="3236571" y="1386228"/>
                  </a:lnTo>
                  <a:lnTo>
                    <a:pt x="3342357" y="1450434"/>
                  </a:lnTo>
                  <a:moveTo>
                    <a:pt x="3482387" y="1103724"/>
                  </a:moveTo>
                  <a:lnTo>
                    <a:pt x="3589396" y="1167929"/>
                  </a:lnTo>
                  <a:lnTo>
                    <a:pt x="3487278" y="1433924"/>
                  </a:lnTo>
                  <a:lnTo>
                    <a:pt x="3375989" y="1382559"/>
                  </a:lnTo>
                  <a:lnTo>
                    <a:pt x="3482387" y="1103724"/>
                  </a:lnTo>
                  <a:moveTo>
                    <a:pt x="3487278" y="1433924"/>
                  </a:moveTo>
                  <a:lnTo>
                    <a:pt x="3772840" y="920279"/>
                  </a:lnTo>
                  <a:lnTo>
                    <a:pt x="3658493" y="873807"/>
                  </a:lnTo>
                  <a:lnTo>
                    <a:pt x="3375989" y="1382559"/>
                  </a:lnTo>
                  <a:lnTo>
                    <a:pt x="3487278" y="1433924"/>
                  </a:lnTo>
                  <a:moveTo>
                    <a:pt x="3658493" y="873807"/>
                  </a:moveTo>
                  <a:lnTo>
                    <a:pt x="3508069" y="1413745"/>
                  </a:lnTo>
                  <a:lnTo>
                    <a:pt x="3620581" y="1466944"/>
                  </a:lnTo>
                  <a:lnTo>
                    <a:pt x="3772840" y="920279"/>
                  </a:lnTo>
                  <a:lnTo>
                    <a:pt x="3658493" y="873807"/>
                  </a:lnTo>
                  <a:moveTo>
                    <a:pt x="3620581" y="1466944"/>
                  </a:moveTo>
                  <a:lnTo>
                    <a:pt x="3902474" y="1067035"/>
                  </a:lnTo>
                  <a:lnTo>
                    <a:pt x="3793019" y="1010167"/>
                  </a:lnTo>
                  <a:lnTo>
                    <a:pt x="3508069" y="1413745"/>
                  </a:lnTo>
                  <a:lnTo>
                    <a:pt x="3620581" y="1466944"/>
                  </a:lnTo>
                  <a:moveTo>
                    <a:pt x="3793019" y="1010167"/>
                  </a:moveTo>
                  <a:lnTo>
                    <a:pt x="3902474" y="1067035"/>
                  </a:lnTo>
                  <a:lnTo>
                    <a:pt x="3769171" y="1448599"/>
                  </a:lnTo>
                  <a:lnTo>
                    <a:pt x="3664608" y="1378279"/>
                  </a:lnTo>
                  <a:lnTo>
                    <a:pt x="3793019" y="1010167"/>
                  </a:lnTo>
                  <a:moveTo>
                    <a:pt x="3769171" y="1448599"/>
                  </a:moveTo>
                  <a:lnTo>
                    <a:pt x="3976464" y="1264543"/>
                  </a:lnTo>
                  <a:lnTo>
                    <a:pt x="3868231" y="1197280"/>
                  </a:lnTo>
                  <a:lnTo>
                    <a:pt x="3664608" y="1378279"/>
                  </a:lnTo>
                  <a:lnTo>
                    <a:pt x="3769171" y="1448599"/>
                  </a:lnTo>
                  <a:moveTo>
                    <a:pt x="3868231" y="1197280"/>
                  </a:moveTo>
                  <a:lnTo>
                    <a:pt x="3822982" y="1362992"/>
                  </a:lnTo>
                  <a:lnTo>
                    <a:pt x="3922653" y="1465109"/>
                  </a:lnTo>
                  <a:lnTo>
                    <a:pt x="3976464" y="1264543"/>
                  </a:lnTo>
                  <a:lnTo>
                    <a:pt x="3868231" y="1197280"/>
                  </a:lnTo>
                  <a:moveTo>
                    <a:pt x="3922653" y="1465109"/>
                  </a:moveTo>
                  <a:lnTo>
                    <a:pt x="4077358" y="1427197"/>
                  </a:lnTo>
                  <a:lnTo>
                    <a:pt x="3991751" y="1322022"/>
                  </a:lnTo>
                  <a:lnTo>
                    <a:pt x="3822982" y="1362992"/>
                  </a:lnTo>
                  <a:lnTo>
                    <a:pt x="3922653" y="1465109"/>
                  </a:lnTo>
                  <a:moveTo>
                    <a:pt x="3991751" y="1322022"/>
                  </a:moveTo>
                  <a:lnTo>
                    <a:pt x="4077358" y="1427197"/>
                  </a:lnTo>
                  <a:lnTo>
                    <a:pt x="4068186" y="1447376"/>
                  </a:lnTo>
                  <a:lnTo>
                    <a:pt x="3957508" y="1394789"/>
                  </a:lnTo>
                  <a:lnTo>
                    <a:pt x="3991751" y="1322022"/>
                  </a:lnTo>
                  <a:moveTo>
                    <a:pt x="3528248" y="594360"/>
                  </a:moveTo>
                  <a:lnTo>
                    <a:pt x="3468322" y="757014"/>
                  </a:lnTo>
                  <a:lnTo>
                    <a:pt x="3565548" y="846290"/>
                  </a:lnTo>
                  <a:lnTo>
                    <a:pt x="3643206" y="637163"/>
                  </a:lnTo>
                  <a:lnTo>
                    <a:pt x="3528248" y="594360"/>
                  </a:lnTo>
                  <a:moveTo>
                    <a:pt x="3565548" y="846290"/>
                  </a:moveTo>
                  <a:lnTo>
                    <a:pt x="3468322" y="757014"/>
                  </a:lnTo>
                  <a:lnTo>
                    <a:pt x="3580224" y="705038"/>
                  </a:lnTo>
                  <a:lnTo>
                    <a:pt x="3684787" y="791257"/>
                  </a:lnTo>
                  <a:lnTo>
                    <a:pt x="3565548" y="846290"/>
                  </a:lnTo>
                  <a:moveTo>
                    <a:pt x="3580224" y="705038"/>
                  </a:moveTo>
                  <a:lnTo>
                    <a:pt x="3467100" y="1159980"/>
                  </a:lnTo>
                  <a:lnTo>
                    <a:pt x="3585727" y="1189331"/>
                  </a:lnTo>
                  <a:lnTo>
                    <a:pt x="3684787" y="791257"/>
                  </a:lnTo>
                  <a:lnTo>
                    <a:pt x="3580224" y="705038"/>
                  </a:ln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776640" y="1685360"/>
              <a:ext cx="4038835" cy="1414968"/>
            </a:xfrm>
            <a:custGeom>
              <a:avLst/>
              <a:gdLst/>
              <a:ahLst/>
              <a:cxnLst/>
              <a:rect l="0" t="0" r="0" b="0"/>
              <a:pathLst>
                <a:path w="4038835" h="1414968">
                  <a:moveTo>
                    <a:pt x="2424524" y="671406"/>
                  </a:moveTo>
                  <a:lnTo>
                    <a:pt x="3057" y="671406"/>
                  </a:lnTo>
                  <a:lnTo>
                    <a:pt x="3057" y="11006"/>
                  </a:lnTo>
                  <a:lnTo>
                    <a:pt x="2424524" y="11006"/>
                  </a:lnTo>
                  <a:lnTo>
                    <a:pt x="3158301" y="1111673"/>
                  </a:lnTo>
                  <a:lnTo>
                    <a:pt x="3451812" y="1111673"/>
                  </a:lnTo>
                  <a:lnTo>
                    <a:pt x="3451812" y="451273"/>
                  </a:lnTo>
                  <a:lnTo>
                    <a:pt x="4038835" y="1405184"/>
                  </a:lnTo>
                  <a:lnTo>
                    <a:pt x="3158301" y="1405184"/>
                  </a:lnTo>
                  <a:close/>
                  <a:moveTo>
                    <a:pt x="2424524" y="671406"/>
                  </a:moveTo>
                  <a:cubicBezTo>
                    <a:pt x="2495455" y="752733"/>
                    <a:pt x="2571279" y="829780"/>
                    <a:pt x="2653218" y="900100"/>
                  </a:cubicBezTo>
                  <a:cubicBezTo>
                    <a:pt x="2741882" y="975924"/>
                    <a:pt x="2816483" y="1067035"/>
                    <a:pt x="2901479" y="1148362"/>
                  </a:cubicBezTo>
                  <a:cubicBezTo>
                    <a:pt x="2988921" y="1232135"/>
                    <a:pt x="3069025" y="1323245"/>
                    <a:pt x="3158301" y="1405184"/>
                  </a:cubicBezTo>
                  <a:cubicBezTo>
                    <a:pt x="3314229" y="1397235"/>
                    <a:pt x="3470157" y="1408853"/>
                    <a:pt x="3626085" y="1405184"/>
                  </a:cubicBezTo>
                  <a:cubicBezTo>
                    <a:pt x="3763668" y="1402127"/>
                    <a:pt x="3901863" y="1414968"/>
                    <a:pt x="4038835" y="1405184"/>
                  </a:cubicBezTo>
                  <a:cubicBezTo>
                    <a:pt x="3970960" y="1312239"/>
                    <a:pt x="3927545" y="1202172"/>
                    <a:pt x="3857836" y="1110450"/>
                  </a:cubicBezTo>
                  <a:cubicBezTo>
                    <a:pt x="3782624" y="1012613"/>
                    <a:pt x="3730648" y="899489"/>
                    <a:pt x="3663997" y="795537"/>
                  </a:cubicBezTo>
                  <a:cubicBezTo>
                    <a:pt x="3590619" y="682413"/>
                    <a:pt x="3521521" y="566843"/>
                    <a:pt x="3451812" y="451273"/>
                  </a:cubicBezTo>
                  <a:cubicBezTo>
                    <a:pt x="3457927" y="517313"/>
                    <a:pt x="3442640" y="585187"/>
                    <a:pt x="3451812" y="650616"/>
                  </a:cubicBezTo>
                  <a:cubicBezTo>
                    <a:pt x="3461596" y="724605"/>
                    <a:pt x="3441417" y="800429"/>
                    <a:pt x="3451812" y="873807"/>
                  </a:cubicBezTo>
                  <a:cubicBezTo>
                    <a:pt x="3462819" y="952688"/>
                    <a:pt x="3446921" y="1032792"/>
                    <a:pt x="3451812" y="1111673"/>
                  </a:cubicBezTo>
                  <a:cubicBezTo>
                    <a:pt x="3353975" y="1111673"/>
                    <a:pt x="3255527" y="1122680"/>
                    <a:pt x="3158301" y="1111673"/>
                  </a:cubicBezTo>
                  <a:cubicBezTo>
                    <a:pt x="3100822" y="1028511"/>
                    <a:pt x="3039062" y="947796"/>
                    <a:pt x="2990144" y="859131"/>
                  </a:cubicBezTo>
                  <a:cubicBezTo>
                    <a:pt x="2931442" y="753956"/>
                    <a:pt x="2862344" y="654896"/>
                    <a:pt x="2789578" y="558894"/>
                  </a:cubicBezTo>
                  <a:cubicBezTo>
                    <a:pt x="2729653" y="480012"/>
                    <a:pt x="2678288" y="395017"/>
                    <a:pt x="2625090" y="311244"/>
                  </a:cubicBezTo>
                  <a:cubicBezTo>
                    <a:pt x="2559661" y="210349"/>
                    <a:pt x="2496678" y="107620"/>
                    <a:pt x="2424524" y="11006"/>
                  </a:cubicBezTo>
                  <a:cubicBezTo>
                    <a:pt x="2342585" y="10395"/>
                    <a:pt x="2261258" y="9172"/>
                    <a:pt x="2179320" y="11006"/>
                  </a:cubicBezTo>
                  <a:cubicBezTo>
                    <a:pt x="2086986" y="13452"/>
                    <a:pt x="1994041" y="15898"/>
                    <a:pt x="1901095" y="11006"/>
                  </a:cubicBezTo>
                  <a:cubicBezTo>
                    <a:pt x="1813042" y="6114"/>
                    <a:pt x="1724989" y="9172"/>
                    <a:pt x="1636935" y="11006"/>
                  </a:cubicBezTo>
                  <a:cubicBezTo>
                    <a:pt x="1547659" y="12841"/>
                    <a:pt x="1458383" y="19567"/>
                    <a:pt x="1370330" y="11006"/>
                  </a:cubicBezTo>
                  <a:cubicBezTo>
                    <a:pt x="1278607" y="1834"/>
                    <a:pt x="1185662" y="1834"/>
                    <a:pt x="1093940" y="11006"/>
                  </a:cubicBezTo>
                  <a:cubicBezTo>
                    <a:pt x="996103" y="20178"/>
                    <a:pt x="897043" y="5503"/>
                    <a:pt x="798594" y="11006"/>
                  </a:cubicBezTo>
                  <a:cubicBezTo>
                    <a:pt x="716656" y="15898"/>
                    <a:pt x="634106" y="20178"/>
                    <a:pt x="552779" y="11006"/>
                  </a:cubicBezTo>
                  <a:cubicBezTo>
                    <a:pt x="455553" y="0"/>
                    <a:pt x="356493" y="611"/>
                    <a:pt x="258656" y="11006"/>
                  </a:cubicBezTo>
                  <a:cubicBezTo>
                    <a:pt x="174272" y="20178"/>
                    <a:pt x="88053" y="20790"/>
                    <a:pt x="3057" y="11006"/>
                  </a:cubicBezTo>
                  <a:cubicBezTo>
                    <a:pt x="0" y="119850"/>
                    <a:pt x="4891" y="228082"/>
                    <a:pt x="3057" y="336926"/>
                  </a:cubicBezTo>
                  <a:cubicBezTo>
                    <a:pt x="1222" y="448215"/>
                    <a:pt x="9172" y="560117"/>
                    <a:pt x="3057" y="671406"/>
                  </a:cubicBezTo>
                  <a:cubicBezTo>
                    <a:pt x="78269" y="663457"/>
                    <a:pt x="153481" y="671406"/>
                    <a:pt x="229305" y="671406"/>
                  </a:cubicBezTo>
                  <a:cubicBezTo>
                    <a:pt x="304517" y="671406"/>
                    <a:pt x="380952" y="680578"/>
                    <a:pt x="456165" y="671406"/>
                  </a:cubicBezTo>
                  <a:cubicBezTo>
                    <a:pt x="539938" y="661011"/>
                    <a:pt x="624934" y="673241"/>
                    <a:pt x="709318" y="671406"/>
                  </a:cubicBezTo>
                  <a:cubicBezTo>
                    <a:pt x="798594" y="669572"/>
                    <a:pt x="887871" y="676298"/>
                    <a:pt x="976535" y="671406"/>
                  </a:cubicBezTo>
                  <a:cubicBezTo>
                    <a:pt x="1049302" y="667737"/>
                    <a:pt x="1121457" y="665903"/>
                    <a:pt x="1194223" y="671406"/>
                  </a:cubicBezTo>
                  <a:cubicBezTo>
                    <a:pt x="1268212" y="676910"/>
                    <a:pt x="1342201" y="673241"/>
                    <a:pt x="1416191" y="671406"/>
                  </a:cubicBezTo>
                  <a:cubicBezTo>
                    <a:pt x="1507301" y="669572"/>
                    <a:pt x="1598412" y="672018"/>
                    <a:pt x="1689523" y="671406"/>
                  </a:cubicBezTo>
                  <a:cubicBezTo>
                    <a:pt x="1776353" y="671406"/>
                    <a:pt x="1863795" y="664068"/>
                    <a:pt x="1950625" y="671406"/>
                  </a:cubicBezTo>
                  <a:cubicBezTo>
                    <a:pt x="2025838" y="678132"/>
                    <a:pt x="2101661" y="683024"/>
                    <a:pt x="2176262" y="671406"/>
                  </a:cubicBezTo>
                  <a:cubicBezTo>
                    <a:pt x="2257589" y="658565"/>
                    <a:pt x="2341974" y="679967"/>
                    <a:pt x="2424524" y="671406"/>
                  </a:cubicBezTo>
                </a:path>
              </a:pathLst>
            </a:custGeom>
            <a:noFill/>
            <a:ln w="1834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0122" y="2545103"/>
              <a:ext cx="286173" cy="282504"/>
            </a:xfrm>
            <a:custGeom>
              <a:avLst/>
              <a:gdLst/>
              <a:ahLst/>
              <a:cxnLst/>
              <a:rect l="0" t="0" r="0" b="0"/>
              <a:pathLst>
                <a:path w="286173" h="282504">
                  <a:moveTo>
                    <a:pt x="26905" y="74588"/>
                  </a:moveTo>
                  <a:lnTo>
                    <a:pt x="45249" y="92932"/>
                  </a:lnTo>
                  <a:lnTo>
                    <a:pt x="81938" y="56244"/>
                  </a:lnTo>
                  <a:moveTo>
                    <a:pt x="26905" y="141851"/>
                  </a:moveTo>
                  <a:lnTo>
                    <a:pt x="45249" y="160195"/>
                  </a:lnTo>
                  <a:lnTo>
                    <a:pt x="81938" y="123507"/>
                  </a:lnTo>
                  <a:moveTo>
                    <a:pt x="112512" y="258045"/>
                  </a:moveTo>
                  <a:lnTo>
                    <a:pt x="173660" y="196897"/>
                  </a:lnTo>
                  <a:lnTo>
                    <a:pt x="173660" y="37911"/>
                  </a:lnTo>
                  <a:cubicBezTo>
                    <a:pt x="173660" y="31157"/>
                    <a:pt x="168185" y="25682"/>
                    <a:pt x="161431" y="25682"/>
                  </a:cubicBezTo>
                  <a:lnTo>
                    <a:pt x="14675" y="25682"/>
                  </a:lnTo>
                  <a:cubicBezTo>
                    <a:pt x="7921" y="25682"/>
                    <a:pt x="2445" y="31157"/>
                    <a:pt x="2445" y="37911"/>
                  </a:cubicBezTo>
                  <a:lnTo>
                    <a:pt x="2445" y="245815"/>
                  </a:lnTo>
                  <a:cubicBezTo>
                    <a:pt x="2445" y="252569"/>
                    <a:pt x="7921" y="258045"/>
                    <a:pt x="14675" y="258045"/>
                  </a:cubicBezTo>
                  <a:close/>
                  <a:moveTo>
                    <a:pt x="112512" y="258032"/>
                  </a:moveTo>
                  <a:lnTo>
                    <a:pt x="112512" y="196884"/>
                  </a:lnTo>
                  <a:lnTo>
                    <a:pt x="173660" y="196884"/>
                  </a:lnTo>
                  <a:moveTo>
                    <a:pt x="210325" y="99047"/>
                  </a:moveTo>
                  <a:lnTo>
                    <a:pt x="259255" y="99047"/>
                  </a:lnTo>
                  <a:lnTo>
                    <a:pt x="259255" y="227458"/>
                  </a:lnTo>
                  <a:lnTo>
                    <a:pt x="210325" y="227458"/>
                  </a:lnTo>
                  <a:close/>
                  <a:moveTo>
                    <a:pt x="283727" y="135748"/>
                  </a:moveTo>
                  <a:lnTo>
                    <a:pt x="283727" y="37911"/>
                  </a:lnTo>
                  <a:cubicBezTo>
                    <a:pt x="283727" y="24403"/>
                    <a:pt x="272776" y="13452"/>
                    <a:pt x="259268" y="13452"/>
                  </a:cubicBezTo>
                  <a:moveTo>
                    <a:pt x="234808" y="251918"/>
                  </a:moveTo>
                  <a:lnTo>
                    <a:pt x="234808" y="282492"/>
                  </a:lnTo>
                  <a:moveTo>
                    <a:pt x="210337" y="1210"/>
                  </a:moveTo>
                  <a:lnTo>
                    <a:pt x="210337" y="99047"/>
                  </a:lnTo>
                  <a:lnTo>
                    <a:pt x="259255" y="99047"/>
                  </a:lnTo>
                  <a:lnTo>
                    <a:pt x="259255" y="1210"/>
                  </a:lnTo>
                  <a:close/>
                  <a:moveTo>
                    <a:pt x="222579" y="227458"/>
                  </a:moveTo>
                  <a:lnTo>
                    <a:pt x="247038" y="227458"/>
                  </a:lnTo>
                  <a:lnTo>
                    <a:pt x="247038" y="251918"/>
                  </a:lnTo>
                  <a:lnTo>
                    <a:pt x="222579" y="251918"/>
                  </a:lnTo>
                  <a:close/>
                  <a:moveTo>
                    <a:pt x="143086" y="86818"/>
                  </a:moveTo>
                  <a:lnTo>
                    <a:pt x="100282" y="86818"/>
                  </a:lnTo>
                  <a:moveTo>
                    <a:pt x="143086" y="147966"/>
                  </a:moveTo>
                  <a:lnTo>
                    <a:pt x="100282" y="147966"/>
                  </a:lnTo>
                  <a:moveTo>
                    <a:pt x="26905" y="74600"/>
                  </a:moveTo>
                  <a:cubicBezTo>
                    <a:pt x="30574" y="81938"/>
                    <a:pt x="39134" y="86830"/>
                    <a:pt x="45249" y="92945"/>
                  </a:cubicBezTo>
                  <a:cubicBezTo>
                    <a:pt x="55033" y="78269"/>
                    <a:pt x="67262" y="64817"/>
                    <a:pt x="81938" y="56256"/>
                  </a:cubicBezTo>
                  <a:moveTo>
                    <a:pt x="26905" y="141863"/>
                  </a:moveTo>
                  <a:cubicBezTo>
                    <a:pt x="30574" y="149201"/>
                    <a:pt x="40357" y="152870"/>
                    <a:pt x="45249" y="160208"/>
                  </a:cubicBezTo>
                  <a:cubicBezTo>
                    <a:pt x="56256" y="146755"/>
                    <a:pt x="67262" y="132080"/>
                    <a:pt x="81938" y="123519"/>
                  </a:cubicBezTo>
                  <a:moveTo>
                    <a:pt x="112512" y="258045"/>
                  </a:moveTo>
                  <a:cubicBezTo>
                    <a:pt x="79492" y="259268"/>
                    <a:pt x="45249" y="267828"/>
                    <a:pt x="14675" y="258045"/>
                  </a:cubicBezTo>
                  <a:cubicBezTo>
                    <a:pt x="8560" y="255599"/>
                    <a:pt x="0" y="251930"/>
                    <a:pt x="2445" y="245815"/>
                  </a:cubicBezTo>
                  <a:cubicBezTo>
                    <a:pt x="25682" y="180998"/>
                    <a:pt x="6114" y="107620"/>
                    <a:pt x="2445" y="37911"/>
                  </a:cubicBezTo>
                  <a:cubicBezTo>
                    <a:pt x="2445" y="30574"/>
                    <a:pt x="7337" y="25682"/>
                    <a:pt x="14675" y="25682"/>
                  </a:cubicBezTo>
                  <a:cubicBezTo>
                    <a:pt x="63594" y="24459"/>
                    <a:pt x="113735" y="34242"/>
                    <a:pt x="161431" y="25682"/>
                  </a:cubicBezTo>
                  <a:cubicBezTo>
                    <a:pt x="167545" y="24459"/>
                    <a:pt x="174883" y="31797"/>
                    <a:pt x="173660" y="37911"/>
                  </a:cubicBezTo>
                  <a:cubicBezTo>
                    <a:pt x="166322" y="90499"/>
                    <a:pt x="184667" y="145532"/>
                    <a:pt x="173660" y="196897"/>
                  </a:cubicBezTo>
                  <a:cubicBezTo>
                    <a:pt x="147978" y="209126"/>
                    <a:pt x="134525" y="239700"/>
                    <a:pt x="112512" y="258045"/>
                  </a:cubicBezTo>
                  <a:moveTo>
                    <a:pt x="112512" y="258045"/>
                  </a:moveTo>
                  <a:cubicBezTo>
                    <a:pt x="107620" y="238477"/>
                    <a:pt x="116181" y="216464"/>
                    <a:pt x="112512" y="196897"/>
                  </a:cubicBezTo>
                  <a:cubicBezTo>
                    <a:pt x="130857" y="204234"/>
                    <a:pt x="152870" y="198120"/>
                    <a:pt x="173660" y="196897"/>
                  </a:cubicBezTo>
                  <a:moveTo>
                    <a:pt x="210349" y="99059"/>
                  </a:moveTo>
                  <a:cubicBezTo>
                    <a:pt x="226248" y="102728"/>
                    <a:pt x="243369" y="101505"/>
                    <a:pt x="259268" y="99059"/>
                  </a:cubicBezTo>
                  <a:cubicBezTo>
                    <a:pt x="266605" y="140640"/>
                    <a:pt x="251930" y="184667"/>
                    <a:pt x="259268" y="227471"/>
                  </a:cubicBezTo>
                  <a:cubicBezTo>
                    <a:pt x="243369" y="229917"/>
                    <a:pt x="226248" y="222579"/>
                    <a:pt x="210349" y="227471"/>
                  </a:cubicBezTo>
                  <a:cubicBezTo>
                    <a:pt x="210349" y="184667"/>
                    <a:pt x="209126" y="141863"/>
                    <a:pt x="210349" y="99059"/>
                  </a:cubicBezTo>
                  <a:moveTo>
                    <a:pt x="259268" y="13452"/>
                  </a:moveTo>
                  <a:cubicBezTo>
                    <a:pt x="272720" y="12229"/>
                    <a:pt x="286173" y="24459"/>
                    <a:pt x="283727" y="37911"/>
                  </a:cubicBezTo>
                  <a:cubicBezTo>
                    <a:pt x="277612" y="69708"/>
                    <a:pt x="272720" y="105174"/>
                    <a:pt x="283727" y="135748"/>
                  </a:cubicBezTo>
                  <a:moveTo>
                    <a:pt x="234808" y="251930"/>
                  </a:moveTo>
                  <a:cubicBezTo>
                    <a:pt x="234808" y="261714"/>
                    <a:pt x="233585" y="272720"/>
                    <a:pt x="234808" y="282504"/>
                  </a:cubicBezTo>
                  <a:moveTo>
                    <a:pt x="210349" y="1222"/>
                  </a:moveTo>
                  <a:cubicBezTo>
                    <a:pt x="225025" y="7337"/>
                    <a:pt x="243369" y="0"/>
                    <a:pt x="259268" y="1222"/>
                  </a:cubicBezTo>
                  <a:cubicBezTo>
                    <a:pt x="247038" y="31797"/>
                    <a:pt x="250707" y="67262"/>
                    <a:pt x="259268" y="99059"/>
                  </a:cubicBezTo>
                  <a:cubicBezTo>
                    <a:pt x="243369" y="95391"/>
                    <a:pt x="226248" y="94168"/>
                    <a:pt x="210349" y="99059"/>
                  </a:cubicBezTo>
                  <a:cubicBezTo>
                    <a:pt x="207903" y="66040"/>
                    <a:pt x="206680" y="34242"/>
                    <a:pt x="210349" y="1222"/>
                  </a:cubicBezTo>
                  <a:moveTo>
                    <a:pt x="222579" y="227471"/>
                  </a:moveTo>
                  <a:cubicBezTo>
                    <a:pt x="229917" y="229917"/>
                    <a:pt x="239700" y="229917"/>
                    <a:pt x="247038" y="227471"/>
                  </a:cubicBezTo>
                  <a:cubicBezTo>
                    <a:pt x="244592" y="234808"/>
                    <a:pt x="248261" y="244592"/>
                    <a:pt x="247038" y="251930"/>
                  </a:cubicBezTo>
                  <a:cubicBezTo>
                    <a:pt x="239700" y="255599"/>
                    <a:pt x="229917" y="250707"/>
                    <a:pt x="222579" y="251930"/>
                  </a:cubicBezTo>
                  <a:cubicBezTo>
                    <a:pt x="221356" y="243369"/>
                    <a:pt x="223802" y="236031"/>
                    <a:pt x="222579" y="227471"/>
                  </a:cubicBezTo>
                  <a:moveTo>
                    <a:pt x="100282" y="86830"/>
                  </a:moveTo>
                  <a:cubicBezTo>
                    <a:pt x="114958" y="85607"/>
                    <a:pt x="129634" y="83161"/>
                    <a:pt x="143086" y="86830"/>
                  </a:cubicBezTo>
                  <a:moveTo>
                    <a:pt x="100282" y="147978"/>
                  </a:moveTo>
                  <a:cubicBezTo>
                    <a:pt x="114958" y="146755"/>
                    <a:pt x="128411" y="147978"/>
                    <a:pt x="143086" y="147978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05571" y="2487196"/>
              <a:ext cx="858289" cy="121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Automated Test Platforms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05571" y="2700236"/>
              <a:ext cx="1193375" cy="2428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Custom fixtures, SBC-based ATE, and
repeatable validation workflows.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05571" y="2113214"/>
              <a:ext cx="1272737" cy="2428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Requirements-driven system definition
and seamless HW/FW/ME integration.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932568" y="3199389"/>
              <a:ext cx="281758" cy="288619"/>
            </a:xfrm>
            <a:custGeom>
              <a:avLst/>
              <a:gdLst/>
              <a:ahLst/>
              <a:cxnLst/>
              <a:rect l="0" t="0" r="0" b="0"/>
              <a:pathLst>
                <a:path w="281758" h="288619">
                  <a:moveTo>
                    <a:pt x="208918" y="215791"/>
                  </a:moveTo>
                  <a:lnTo>
                    <a:pt x="281758" y="288619"/>
                  </a:lnTo>
                  <a:moveTo>
                    <a:pt x="0" y="129450"/>
                  </a:moveTo>
                  <a:cubicBezTo>
                    <a:pt x="0" y="61908"/>
                    <a:pt x="54753" y="7154"/>
                    <a:pt x="122296" y="7154"/>
                  </a:cubicBezTo>
                  <a:cubicBezTo>
                    <a:pt x="189838" y="7154"/>
                    <a:pt x="244592" y="61908"/>
                    <a:pt x="244592" y="129450"/>
                  </a:cubicBezTo>
                  <a:cubicBezTo>
                    <a:pt x="244592" y="196993"/>
                    <a:pt x="189838" y="251746"/>
                    <a:pt x="122296" y="251746"/>
                  </a:cubicBezTo>
                  <a:cubicBezTo>
                    <a:pt x="54753" y="251746"/>
                    <a:pt x="0" y="196993"/>
                    <a:pt x="0" y="129450"/>
                  </a:cubicBezTo>
                  <a:moveTo>
                    <a:pt x="86084" y="80715"/>
                  </a:moveTo>
                  <a:cubicBezTo>
                    <a:pt x="73854" y="80715"/>
                    <a:pt x="73854" y="92945"/>
                    <a:pt x="73854" y="92945"/>
                  </a:cubicBezTo>
                  <a:lnTo>
                    <a:pt x="73854" y="166322"/>
                  </a:lnTo>
                  <a:cubicBezTo>
                    <a:pt x="73854" y="178552"/>
                    <a:pt x="86084" y="178552"/>
                    <a:pt x="86084" y="178552"/>
                  </a:cubicBezTo>
                  <a:lnTo>
                    <a:pt x="159462" y="178552"/>
                  </a:lnTo>
                  <a:cubicBezTo>
                    <a:pt x="171691" y="178552"/>
                    <a:pt x="171691" y="166322"/>
                    <a:pt x="171691" y="166322"/>
                  </a:cubicBezTo>
                  <a:lnTo>
                    <a:pt x="171691" y="92945"/>
                  </a:lnTo>
                  <a:cubicBezTo>
                    <a:pt x="171691" y="80715"/>
                    <a:pt x="159462" y="80715"/>
                    <a:pt x="159462" y="80715"/>
                  </a:cubicBezTo>
                  <a:lnTo>
                    <a:pt x="86084" y="80715"/>
                  </a:lnTo>
                  <a:moveTo>
                    <a:pt x="147232" y="209126"/>
                  </a:moveTo>
                  <a:lnTo>
                    <a:pt x="147232" y="178552"/>
                  </a:lnTo>
                  <a:moveTo>
                    <a:pt x="147232" y="80715"/>
                  </a:moveTo>
                  <a:lnTo>
                    <a:pt x="147232" y="50141"/>
                  </a:lnTo>
                  <a:moveTo>
                    <a:pt x="98313" y="209126"/>
                  </a:moveTo>
                  <a:lnTo>
                    <a:pt x="98313" y="178552"/>
                  </a:lnTo>
                  <a:moveTo>
                    <a:pt x="98313" y="80715"/>
                  </a:moveTo>
                  <a:lnTo>
                    <a:pt x="98313" y="50141"/>
                  </a:lnTo>
                  <a:moveTo>
                    <a:pt x="202265" y="154093"/>
                  </a:moveTo>
                  <a:lnTo>
                    <a:pt x="171691" y="154093"/>
                  </a:lnTo>
                  <a:moveTo>
                    <a:pt x="73854" y="105174"/>
                  </a:moveTo>
                  <a:lnTo>
                    <a:pt x="43280" y="105174"/>
                  </a:lnTo>
                  <a:moveTo>
                    <a:pt x="202265" y="105174"/>
                  </a:moveTo>
                  <a:lnTo>
                    <a:pt x="171691" y="105174"/>
                  </a:lnTo>
                  <a:moveTo>
                    <a:pt x="73854" y="154093"/>
                  </a:moveTo>
                  <a:lnTo>
                    <a:pt x="43280" y="154093"/>
                  </a:lnTo>
                  <a:moveTo>
                    <a:pt x="122773" y="154093"/>
                  </a:moveTo>
                  <a:lnTo>
                    <a:pt x="147232" y="154093"/>
                  </a:lnTo>
                  <a:moveTo>
                    <a:pt x="209126" y="215241"/>
                  </a:moveTo>
                  <a:cubicBezTo>
                    <a:pt x="233585" y="239700"/>
                    <a:pt x="264160" y="259268"/>
                    <a:pt x="281281" y="288619"/>
                  </a:cubicBezTo>
                  <a:moveTo>
                    <a:pt x="0" y="129634"/>
                  </a:moveTo>
                  <a:cubicBezTo>
                    <a:pt x="1222" y="196897"/>
                    <a:pt x="55033" y="249484"/>
                    <a:pt x="122296" y="251930"/>
                  </a:cubicBezTo>
                  <a:cubicBezTo>
                    <a:pt x="189559" y="253153"/>
                    <a:pt x="245815" y="196897"/>
                    <a:pt x="244592" y="129634"/>
                  </a:cubicBezTo>
                  <a:cubicBezTo>
                    <a:pt x="243369" y="62371"/>
                    <a:pt x="189559" y="0"/>
                    <a:pt x="122296" y="7337"/>
                  </a:cubicBezTo>
                  <a:cubicBezTo>
                    <a:pt x="55033" y="14675"/>
                    <a:pt x="4891" y="62371"/>
                    <a:pt x="0" y="129634"/>
                  </a:cubicBezTo>
                  <a:moveTo>
                    <a:pt x="85607" y="80715"/>
                  </a:moveTo>
                  <a:cubicBezTo>
                    <a:pt x="110066" y="78269"/>
                    <a:pt x="134525" y="81938"/>
                    <a:pt x="158985" y="80715"/>
                  </a:cubicBezTo>
                  <a:cubicBezTo>
                    <a:pt x="158985" y="80715"/>
                    <a:pt x="173660" y="80715"/>
                    <a:pt x="171214" y="92945"/>
                  </a:cubicBezTo>
                  <a:cubicBezTo>
                    <a:pt x="168768" y="117404"/>
                    <a:pt x="174883" y="141863"/>
                    <a:pt x="171214" y="166322"/>
                  </a:cubicBezTo>
                  <a:cubicBezTo>
                    <a:pt x="171214" y="166322"/>
                    <a:pt x="171214" y="177329"/>
                    <a:pt x="158985" y="178552"/>
                  </a:cubicBezTo>
                  <a:cubicBezTo>
                    <a:pt x="134525" y="179775"/>
                    <a:pt x="108843" y="187113"/>
                    <a:pt x="85607" y="178552"/>
                  </a:cubicBezTo>
                  <a:cubicBezTo>
                    <a:pt x="85607" y="178552"/>
                    <a:pt x="77046" y="177329"/>
                    <a:pt x="73377" y="166322"/>
                  </a:cubicBezTo>
                  <a:cubicBezTo>
                    <a:pt x="66039" y="143086"/>
                    <a:pt x="67262" y="116181"/>
                    <a:pt x="73377" y="92945"/>
                  </a:cubicBezTo>
                  <a:cubicBezTo>
                    <a:pt x="73377" y="92945"/>
                    <a:pt x="74600" y="78269"/>
                    <a:pt x="85607" y="80715"/>
                  </a:cubicBezTo>
                  <a:moveTo>
                    <a:pt x="146755" y="209126"/>
                  </a:moveTo>
                  <a:cubicBezTo>
                    <a:pt x="146755" y="199342"/>
                    <a:pt x="146755" y="188336"/>
                    <a:pt x="146755" y="178552"/>
                  </a:cubicBezTo>
                  <a:moveTo>
                    <a:pt x="146755" y="80715"/>
                  </a:moveTo>
                  <a:cubicBezTo>
                    <a:pt x="144309" y="70931"/>
                    <a:pt x="147978" y="59925"/>
                    <a:pt x="146755" y="50141"/>
                  </a:cubicBezTo>
                  <a:moveTo>
                    <a:pt x="97837" y="209126"/>
                  </a:moveTo>
                  <a:cubicBezTo>
                    <a:pt x="100282" y="199342"/>
                    <a:pt x="99060" y="188336"/>
                    <a:pt x="97837" y="178552"/>
                  </a:cubicBezTo>
                  <a:moveTo>
                    <a:pt x="97837" y="80715"/>
                  </a:moveTo>
                  <a:cubicBezTo>
                    <a:pt x="96614" y="70931"/>
                    <a:pt x="99060" y="59925"/>
                    <a:pt x="97837" y="50141"/>
                  </a:cubicBezTo>
                  <a:moveTo>
                    <a:pt x="201788" y="154093"/>
                  </a:moveTo>
                  <a:cubicBezTo>
                    <a:pt x="192005" y="155316"/>
                    <a:pt x="182221" y="154093"/>
                    <a:pt x="171214" y="154093"/>
                  </a:cubicBezTo>
                  <a:moveTo>
                    <a:pt x="73377" y="105174"/>
                  </a:moveTo>
                  <a:cubicBezTo>
                    <a:pt x="63594" y="106397"/>
                    <a:pt x="52587" y="108843"/>
                    <a:pt x="42803" y="105174"/>
                  </a:cubicBezTo>
                  <a:moveTo>
                    <a:pt x="201788" y="105174"/>
                  </a:moveTo>
                  <a:cubicBezTo>
                    <a:pt x="192005" y="103951"/>
                    <a:pt x="182221" y="103951"/>
                    <a:pt x="171214" y="105174"/>
                  </a:cubicBezTo>
                  <a:moveTo>
                    <a:pt x="73377" y="154093"/>
                  </a:moveTo>
                  <a:cubicBezTo>
                    <a:pt x="63594" y="156539"/>
                    <a:pt x="52587" y="150424"/>
                    <a:pt x="42803" y="154093"/>
                  </a:cubicBezTo>
                  <a:moveTo>
                    <a:pt x="122296" y="154093"/>
                  </a:moveTo>
                  <a:cubicBezTo>
                    <a:pt x="130857" y="156539"/>
                    <a:pt x="139417" y="151647"/>
                    <a:pt x="146755" y="154093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05571" y="3147596"/>
              <a:ext cx="944510" cy="121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Data-Driven Troubleshooting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05571" y="3360636"/>
              <a:ext cx="1249222" cy="2428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Structured log, signal, and test-data
analysis to isolate performance issues.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05571" y="5288821"/>
              <a:ext cx="1056205" cy="364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Fast resolution across hardware,
firmware, mechanics, and
communication interfaces.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41349" y="3377941"/>
              <a:ext cx="711753" cy="728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 dirty="0">
                  <a:latin typeface="Shantell Sans"/>
                </a:rPr>
                <a:t>End-to-End
System
Readiness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915446" y="3865903"/>
              <a:ext cx="298402" cy="283727"/>
            </a:xfrm>
            <a:custGeom>
              <a:avLst/>
              <a:gdLst/>
              <a:ahLst/>
              <a:cxnLst/>
              <a:rect l="0" t="0" r="0" b="0"/>
              <a:pathLst>
                <a:path w="298402" h="283727">
                  <a:moveTo>
                    <a:pt x="249484" y="86830"/>
                  </a:moveTo>
                  <a:lnTo>
                    <a:pt x="249484" y="58787"/>
                  </a:lnTo>
                  <a:cubicBezTo>
                    <a:pt x="249483" y="55544"/>
                    <a:pt x="248194" y="52434"/>
                    <a:pt x="245901" y="50141"/>
                  </a:cubicBezTo>
                  <a:lnTo>
                    <a:pt x="200565" y="4781"/>
                  </a:lnTo>
                  <a:cubicBezTo>
                    <a:pt x="198268" y="2497"/>
                    <a:pt x="195159" y="1217"/>
                    <a:pt x="191919" y="1222"/>
                  </a:cubicBezTo>
                  <a:lnTo>
                    <a:pt x="29351" y="1222"/>
                  </a:lnTo>
                  <a:cubicBezTo>
                    <a:pt x="22596" y="1222"/>
                    <a:pt x="17121" y="6698"/>
                    <a:pt x="17121" y="13452"/>
                  </a:cubicBezTo>
                  <a:lnTo>
                    <a:pt x="17121" y="270274"/>
                  </a:lnTo>
                  <a:cubicBezTo>
                    <a:pt x="17121" y="277029"/>
                    <a:pt x="22596" y="282504"/>
                    <a:pt x="29351" y="282504"/>
                  </a:cubicBezTo>
                  <a:lnTo>
                    <a:pt x="114958" y="282504"/>
                  </a:lnTo>
                  <a:moveTo>
                    <a:pt x="298402" y="282492"/>
                  </a:moveTo>
                  <a:lnTo>
                    <a:pt x="163877" y="282492"/>
                  </a:lnTo>
                  <a:moveTo>
                    <a:pt x="273943" y="221356"/>
                  </a:moveTo>
                  <a:lnTo>
                    <a:pt x="249484" y="221356"/>
                  </a:lnTo>
                  <a:lnTo>
                    <a:pt x="249484" y="178405"/>
                  </a:lnTo>
                  <a:cubicBezTo>
                    <a:pt x="260012" y="170509"/>
                    <a:pt x="264306" y="156762"/>
                    <a:pt x="260145" y="144278"/>
                  </a:cubicBezTo>
                  <a:cubicBezTo>
                    <a:pt x="255983" y="131793"/>
                    <a:pt x="244300" y="123372"/>
                    <a:pt x="231140" y="123372"/>
                  </a:cubicBezTo>
                  <a:cubicBezTo>
                    <a:pt x="217979" y="123372"/>
                    <a:pt x="206296" y="131793"/>
                    <a:pt x="202134" y="144278"/>
                  </a:cubicBezTo>
                  <a:cubicBezTo>
                    <a:pt x="197973" y="156762"/>
                    <a:pt x="202267" y="170509"/>
                    <a:pt x="212795" y="178405"/>
                  </a:cubicBezTo>
                  <a:lnTo>
                    <a:pt x="212795" y="221356"/>
                  </a:lnTo>
                  <a:lnTo>
                    <a:pt x="188336" y="221356"/>
                  </a:lnTo>
                  <a:cubicBezTo>
                    <a:pt x="174827" y="221356"/>
                    <a:pt x="163877" y="232307"/>
                    <a:pt x="163877" y="245815"/>
                  </a:cubicBezTo>
                  <a:lnTo>
                    <a:pt x="163877" y="258045"/>
                  </a:lnTo>
                  <a:lnTo>
                    <a:pt x="298402" y="258045"/>
                  </a:lnTo>
                  <a:lnTo>
                    <a:pt x="298402" y="245815"/>
                  </a:lnTo>
                  <a:cubicBezTo>
                    <a:pt x="298402" y="232307"/>
                    <a:pt x="287452" y="221356"/>
                    <a:pt x="273943" y="221356"/>
                  </a:cubicBezTo>
                  <a:close/>
                  <a:moveTo>
                    <a:pt x="114958" y="282504"/>
                  </a:moveTo>
                  <a:cubicBezTo>
                    <a:pt x="86830" y="283727"/>
                    <a:pt x="57479" y="282504"/>
                    <a:pt x="29351" y="282504"/>
                  </a:cubicBezTo>
                  <a:cubicBezTo>
                    <a:pt x="22013" y="282504"/>
                    <a:pt x="18344" y="276389"/>
                    <a:pt x="17121" y="270274"/>
                  </a:cubicBezTo>
                  <a:cubicBezTo>
                    <a:pt x="0" y="185890"/>
                    <a:pt x="8560" y="99060"/>
                    <a:pt x="17121" y="13452"/>
                  </a:cubicBezTo>
                  <a:cubicBezTo>
                    <a:pt x="18344" y="7337"/>
                    <a:pt x="22013" y="0"/>
                    <a:pt x="29351" y="1222"/>
                  </a:cubicBezTo>
                  <a:cubicBezTo>
                    <a:pt x="83161" y="6114"/>
                    <a:pt x="138194" y="4891"/>
                    <a:pt x="192005" y="1222"/>
                  </a:cubicBezTo>
                  <a:cubicBezTo>
                    <a:pt x="195674" y="1222"/>
                    <a:pt x="198119" y="3668"/>
                    <a:pt x="200565" y="4891"/>
                  </a:cubicBezTo>
                  <a:cubicBezTo>
                    <a:pt x="220133" y="13452"/>
                    <a:pt x="237254" y="30574"/>
                    <a:pt x="245815" y="50141"/>
                  </a:cubicBezTo>
                  <a:cubicBezTo>
                    <a:pt x="247038" y="52587"/>
                    <a:pt x="248261" y="56256"/>
                    <a:pt x="249484" y="58702"/>
                  </a:cubicBezTo>
                  <a:cubicBezTo>
                    <a:pt x="251930" y="67262"/>
                    <a:pt x="249484" y="77046"/>
                    <a:pt x="249484" y="86830"/>
                  </a:cubicBezTo>
                  <a:moveTo>
                    <a:pt x="163877" y="282504"/>
                  </a:moveTo>
                  <a:cubicBezTo>
                    <a:pt x="206680" y="269051"/>
                    <a:pt x="253153" y="282504"/>
                    <a:pt x="298402" y="282504"/>
                  </a:cubicBezTo>
                  <a:moveTo>
                    <a:pt x="273943" y="221356"/>
                  </a:moveTo>
                  <a:cubicBezTo>
                    <a:pt x="265382" y="220133"/>
                    <a:pt x="258045" y="220133"/>
                    <a:pt x="249484" y="221356"/>
                  </a:cubicBezTo>
                  <a:cubicBezTo>
                    <a:pt x="250707" y="206680"/>
                    <a:pt x="248261" y="193228"/>
                    <a:pt x="249484" y="178552"/>
                  </a:cubicBezTo>
                  <a:cubicBezTo>
                    <a:pt x="260491" y="171214"/>
                    <a:pt x="259268" y="157762"/>
                    <a:pt x="260491" y="144309"/>
                  </a:cubicBezTo>
                  <a:cubicBezTo>
                    <a:pt x="260491" y="130857"/>
                    <a:pt x="244592" y="122296"/>
                    <a:pt x="231140" y="123519"/>
                  </a:cubicBezTo>
                  <a:cubicBezTo>
                    <a:pt x="217687" y="124742"/>
                    <a:pt x="204234" y="130857"/>
                    <a:pt x="201788" y="144309"/>
                  </a:cubicBezTo>
                  <a:cubicBezTo>
                    <a:pt x="199342" y="157762"/>
                    <a:pt x="203011" y="169991"/>
                    <a:pt x="212795" y="178552"/>
                  </a:cubicBezTo>
                  <a:cubicBezTo>
                    <a:pt x="207903" y="192005"/>
                    <a:pt x="217687" y="207903"/>
                    <a:pt x="212795" y="221356"/>
                  </a:cubicBezTo>
                  <a:cubicBezTo>
                    <a:pt x="205457" y="218910"/>
                    <a:pt x="195674" y="218910"/>
                    <a:pt x="188336" y="221356"/>
                  </a:cubicBezTo>
                  <a:cubicBezTo>
                    <a:pt x="176106" y="226248"/>
                    <a:pt x="162654" y="232362"/>
                    <a:pt x="163877" y="245815"/>
                  </a:cubicBezTo>
                  <a:cubicBezTo>
                    <a:pt x="163877" y="249484"/>
                    <a:pt x="163877" y="254376"/>
                    <a:pt x="163877" y="258045"/>
                  </a:cubicBezTo>
                  <a:cubicBezTo>
                    <a:pt x="209126" y="255599"/>
                    <a:pt x="253153" y="258045"/>
                    <a:pt x="298402" y="258045"/>
                  </a:cubicBezTo>
                  <a:cubicBezTo>
                    <a:pt x="297179" y="254376"/>
                    <a:pt x="298402" y="249484"/>
                    <a:pt x="298402" y="245815"/>
                  </a:cubicBezTo>
                  <a:cubicBezTo>
                    <a:pt x="297179" y="232362"/>
                    <a:pt x="287396" y="217687"/>
                    <a:pt x="273943" y="221356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05571" y="3752963"/>
              <a:ext cx="803421" cy="121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Verification &amp; Validation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05571" y="1753418"/>
              <a:ext cx="729938" cy="2428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System Architecture &amp;
Integration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05571" y="3966003"/>
              <a:ext cx="1062084" cy="364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End-to-end traceability, protocol
execution, and compliant test
evidence.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84496" y="1173550"/>
              <a:ext cx="3113826" cy="2185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dirty="0">
                  <a:latin typeface="Shantell Sans"/>
                </a:rPr>
                <a:t>My Core Roles in System Development and Reliability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933791" y="4526303"/>
              <a:ext cx="277612" cy="282504"/>
            </a:xfrm>
            <a:custGeom>
              <a:avLst/>
              <a:gdLst/>
              <a:ahLst/>
              <a:cxnLst/>
              <a:rect l="0" t="0" r="0" b="0"/>
              <a:pathLst>
                <a:path w="277612" h="282504">
                  <a:moveTo>
                    <a:pt x="189400" y="74955"/>
                  </a:moveTo>
                  <a:lnTo>
                    <a:pt x="189400" y="94632"/>
                  </a:lnTo>
                  <a:cubicBezTo>
                    <a:pt x="189404" y="99776"/>
                    <a:pt x="188809" y="104902"/>
                    <a:pt x="187626" y="109907"/>
                  </a:cubicBezTo>
                  <a:moveTo>
                    <a:pt x="57075" y="75016"/>
                  </a:moveTo>
                  <a:lnTo>
                    <a:pt x="57075" y="94583"/>
                  </a:lnTo>
                  <a:cubicBezTo>
                    <a:pt x="57294" y="125148"/>
                    <a:pt x="78224" y="151668"/>
                    <a:pt x="107902" y="158985"/>
                  </a:cubicBezTo>
                  <a:cubicBezTo>
                    <a:pt x="116354" y="160654"/>
                    <a:pt x="124994" y="161160"/>
                    <a:pt x="133584" y="160489"/>
                  </a:cubicBezTo>
                  <a:moveTo>
                    <a:pt x="189400" y="74955"/>
                  </a:moveTo>
                  <a:cubicBezTo>
                    <a:pt x="170891" y="90635"/>
                    <a:pt x="147494" y="99371"/>
                    <a:pt x="123237" y="99659"/>
                  </a:cubicBezTo>
                  <a:cubicBezTo>
                    <a:pt x="98991" y="99378"/>
                    <a:pt x="75598" y="90665"/>
                    <a:pt x="57075" y="75016"/>
                  </a:cubicBezTo>
                  <a:cubicBezTo>
                    <a:pt x="75573" y="59310"/>
                    <a:pt x="98973" y="50555"/>
                    <a:pt x="123237" y="50263"/>
                  </a:cubicBezTo>
                  <a:cubicBezTo>
                    <a:pt x="147492" y="50550"/>
                    <a:pt x="170888" y="59281"/>
                    <a:pt x="189400" y="74955"/>
                  </a:cubicBezTo>
                  <a:close/>
                  <a:moveTo>
                    <a:pt x="195955" y="213309"/>
                  </a:moveTo>
                  <a:cubicBezTo>
                    <a:pt x="218682" y="230175"/>
                    <a:pt x="234897" y="254364"/>
                    <a:pt x="241865" y="281795"/>
                  </a:cubicBezTo>
                  <a:moveTo>
                    <a:pt x="3424" y="282504"/>
                  </a:moveTo>
                  <a:cubicBezTo>
                    <a:pt x="10759" y="252798"/>
                    <a:pt x="28925" y="226904"/>
                    <a:pt x="54360" y="209897"/>
                  </a:cubicBezTo>
                  <a:moveTo>
                    <a:pt x="57075" y="75016"/>
                  </a:moveTo>
                  <a:cubicBezTo>
                    <a:pt x="57075" y="33496"/>
                    <a:pt x="86695" y="1222"/>
                    <a:pt x="123237" y="1222"/>
                  </a:cubicBezTo>
                  <a:cubicBezTo>
                    <a:pt x="159780" y="1222"/>
                    <a:pt x="189400" y="33435"/>
                    <a:pt x="189400" y="74955"/>
                  </a:cubicBezTo>
                  <a:moveTo>
                    <a:pt x="123237" y="50263"/>
                  </a:moveTo>
                  <a:lnTo>
                    <a:pt x="123237" y="1222"/>
                  </a:lnTo>
                  <a:moveTo>
                    <a:pt x="159853" y="141350"/>
                  </a:moveTo>
                  <a:lnTo>
                    <a:pt x="231298" y="141350"/>
                  </a:lnTo>
                  <a:cubicBezTo>
                    <a:pt x="238250" y="141336"/>
                    <a:pt x="243882" y="135704"/>
                    <a:pt x="243895" y="128753"/>
                  </a:cubicBezTo>
                  <a:lnTo>
                    <a:pt x="243895" y="116181"/>
                  </a:lnTo>
                  <a:lnTo>
                    <a:pt x="218910" y="116181"/>
                  </a:lnTo>
                  <a:lnTo>
                    <a:pt x="218910" y="141386"/>
                  </a:lnTo>
                  <a:moveTo>
                    <a:pt x="195955" y="213309"/>
                  </a:moveTo>
                  <a:lnTo>
                    <a:pt x="214507" y="185462"/>
                  </a:lnTo>
                  <a:lnTo>
                    <a:pt x="151500" y="185462"/>
                  </a:lnTo>
                  <a:lnTo>
                    <a:pt x="126295" y="207524"/>
                  </a:lnTo>
                  <a:lnTo>
                    <a:pt x="101090" y="185462"/>
                  </a:lnTo>
                  <a:lnTo>
                    <a:pt x="38070" y="185462"/>
                  </a:lnTo>
                  <a:lnTo>
                    <a:pt x="54360" y="209897"/>
                  </a:lnTo>
                  <a:moveTo>
                    <a:pt x="121574" y="238832"/>
                  </a:moveTo>
                  <a:cubicBezTo>
                    <a:pt x="121574" y="241439"/>
                    <a:pt x="123688" y="243553"/>
                    <a:pt x="126295" y="243553"/>
                  </a:cubicBezTo>
                  <a:cubicBezTo>
                    <a:pt x="128902" y="243553"/>
                    <a:pt x="131016" y="241439"/>
                    <a:pt x="131016" y="238832"/>
                  </a:cubicBezTo>
                  <a:cubicBezTo>
                    <a:pt x="131016" y="236225"/>
                    <a:pt x="128902" y="234111"/>
                    <a:pt x="126295" y="234111"/>
                  </a:cubicBezTo>
                  <a:cubicBezTo>
                    <a:pt x="123688" y="234111"/>
                    <a:pt x="121574" y="236225"/>
                    <a:pt x="121574" y="238832"/>
                  </a:cubicBezTo>
                  <a:moveTo>
                    <a:pt x="121574" y="277025"/>
                  </a:moveTo>
                  <a:cubicBezTo>
                    <a:pt x="121574" y="279632"/>
                    <a:pt x="123688" y="281746"/>
                    <a:pt x="126295" y="281746"/>
                  </a:cubicBezTo>
                  <a:cubicBezTo>
                    <a:pt x="128902" y="281746"/>
                    <a:pt x="131016" y="279632"/>
                    <a:pt x="131016" y="277025"/>
                  </a:cubicBezTo>
                  <a:cubicBezTo>
                    <a:pt x="131016" y="274418"/>
                    <a:pt x="128902" y="272304"/>
                    <a:pt x="126295" y="272304"/>
                  </a:cubicBezTo>
                  <a:cubicBezTo>
                    <a:pt x="123688" y="272304"/>
                    <a:pt x="121574" y="274418"/>
                    <a:pt x="121574" y="277025"/>
                  </a:cubicBezTo>
                  <a:moveTo>
                    <a:pt x="208441" y="1222"/>
                  </a:moveTo>
                  <a:cubicBezTo>
                    <a:pt x="208441" y="8218"/>
                    <a:pt x="214128" y="13220"/>
                    <a:pt x="223117" y="13220"/>
                  </a:cubicBezTo>
                  <a:lnTo>
                    <a:pt x="253079" y="13220"/>
                  </a:lnTo>
                  <a:cubicBezTo>
                    <a:pt x="267058" y="13220"/>
                    <a:pt x="275411" y="19542"/>
                    <a:pt x="275411" y="30207"/>
                  </a:cubicBezTo>
                  <a:cubicBezTo>
                    <a:pt x="274977" y="35665"/>
                    <a:pt x="272369" y="40720"/>
                    <a:pt x="268172" y="44236"/>
                  </a:cubicBezTo>
                  <a:cubicBezTo>
                    <a:pt x="263975" y="47752"/>
                    <a:pt x="258541" y="49435"/>
                    <a:pt x="253092" y="48906"/>
                  </a:cubicBezTo>
                  <a:cubicBezTo>
                    <a:pt x="240104" y="48906"/>
                    <a:pt x="233414" y="61233"/>
                    <a:pt x="233414" y="76887"/>
                  </a:cubicBezTo>
                  <a:lnTo>
                    <a:pt x="233414" y="85448"/>
                  </a:lnTo>
                  <a:moveTo>
                    <a:pt x="141582" y="127444"/>
                  </a:moveTo>
                  <a:cubicBezTo>
                    <a:pt x="130711" y="135598"/>
                    <a:pt x="115764" y="135598"/>
                    <a:pt x="104893" y="127444"/>
                  </a:cubicBezTo>
                  <a:moveTo>
                    <a:pt x="187113" y="110066"/>
                  </a:moveTo>
                  <a:cubicBezTo>
                    <a:pt x="188336" y="105174"/>
                    <a:pt x="190782" y="100282"/>
                    <a:pt x="189559" y="94168"/>
                  </a:cubicBezTo>
                  <a:cubicBezTo>
                    <a:pt x="188336" y="88053"/>
                    <a:pt x="189559" y="81938"/>
                    <a:pt x="189559" y="74600"/>
                  </a:cubicBezTo>
                  <a:moveTo>
                    <a:pt x="57479" y="74600"/>
                  </a:moveTo>
                  <a:cubicBezTo>
                    <a:pt x="55033" y="80715"/>
                    <a:pt x="56256" y="88053"/>
                    <a:pt x="57479" y="94168"/>
                  </a:cubicBezTo>
                  <a:cubicBezTo>
                    <a:pt x="59925" y="124742"/>
                    <a:pt x="78269" y="154093"/>
                    <a:pt x="107620" y="158985"/>
                  </a:cubicBezTo>
                  <a:cubicBezTo>
                    <a:pt x="116181" y="158985"/>
                    <a:pt x="124742" y="158985"/>
                    <a:pt x="133302" y="160208"/>
                  </a:cubicBezTo>
                  <a:moveTo>
                    <a:pt x="189559" y="74600"/>
                  </a:moveTo>
                  <a:cubicBezTo>
                    <a:pt x="176106" y="95391"/>
                    <a:pt x="147978" y="99060"/>
                    <a:pt x="123519" y="99060"/>
                  </a:cubicBezTo>
                  <a:cubicBezTo>
                    <a:pt x="100282" y="91722"/>
                    <a:pt x="78269" y="88053"/>
                    <a:pt x="57479" y="74600"/>
                  </a:cubicBezTo>
                  <a:cubicBezTo>
                    <a:pt x="77046" y="59925"/>
                    <a:pt x="99060" y="51364"/>
                    <a:pt x="123519" y="50141"/>
                  </a:cubicBezTo>
                  <a:cubicBezTo>
                    <a:pt x="146755" y="46472"/>
                    <a:pt x="173660" y="56256"/>
                    <a:pt x="189559" y="74600"/>
                  </a:cubicBezTo>
                  <a:moveTo>
                    <a:pt x="195674" y="212795"/>
                  </a:moveTo>
                  <a:cubicBezTo>
                    <a:pt x="222579" y="223802"/>
                    <a:pt x="237254" y="254376"/>
                    <a:pt x="242146" y="281281"/>
                  </a:cubicBezTo>
                  <a:moveTo>
                    <a:pt x="3668" y="282504"/>
                  </a:moveTo>
                  <a:cubicBezTo>
                    <a:pt x="0" y="251930"/>
                    <a:pt x="30574" y="228694"/>
                    <a:pt x="53810" y="210349"/>
                  </a:cubicBezTo>
                  <a:moveTo>
                    <a:pt x="57479" y="74600"/>
                  </a:moveTo>
                  <a:cubicBezTo>
                    <a:pt x="62371" y="34242"/>
                    <a:pt x="86830" y="2445"/>
                    <a:pt x="123519" y="1222"/>
                  </a:cubicBezTo>
                  <a:cubicBezTo>
                    <a:pt x="160208" y="0"/>
                    <a:pt x="190782" y="33020"/>
                    <a:pt x="189559" y="74600"/>
                  </a:cubicBezTo>
                  <a:moveTo>
                    <a:pt x="123519" y="50141"/>
                  </a:moveTo>
                  <a:cubicBezTo>
                    <a:pt x="123519" y="34242"/>
                    <a:pt x="122296" y="17121"/>
                    <a:pt x="123519" y="1222"/>
                  </a:cubicBezTo>
                  <a:moveTo>
                    <a:pt x="160208" y="141863"/>
                  </a:moveTo>
                  <a:cubicBezTo>
                    <a:pt x="183444" y="139417"/>
                    <a:pt x="209126" y="149201"/>
                    <a:pt x="231140" y="141863"/>
                  </a:cubicBezTo>
                  <a:cubicBezTo>
                    <a:pt x="238477" y="139417"/>
                    <a:pt x="244592" y="135748"/>
                    <a:pt x="243369" y="128411"/>
                  </a:cubicBezTo>
                  <a:cubicBezTo>
                    <a:pt x="243369" y="124742"/>
                    <a:pt x="243369" y="119850"/>
                    <a:pt x="243369" y="116181"/>
                  </a:cubicBezTo>
                  <a:cubicBezTo>
                    <a:pt x="236031" y="114958"/>
                    <a:pt x="226248" y="118627"/>
                    <a:pt x="218910" y="116181"/>
                  </a:cubicBezTo>
                  <a:cubicBezTo>
                    <a:pt x="218910" y="124742"/>
                    <a:pt x="216464" y="133302"/>
                    <a:pt x="218910" y="141863"/>
                  </a:cubicBezTo>
                  <a:moveTo>
                    <a:pt x="195674" y="212795"/>
                  </a:moveTo>
                  <a:cubicBezTo>
                    <a:pt x="200565" y="203011"/>
                    <a:pt x="209126" y="195674"/>
                    <a:pt x="214018" y="185890"/>
                  </a:cubicBezTo>
                  <a:cubicBezTo>
                    <a:pt x="194451" y="193228"/>
                    <a:pt x="172437" y="187113"/>
                    <a:pt x="151647" y="185890"/>
                  </a:cubicBezTo>
                  <a:cubicBezTo>
                    <a:pt x="141863" y="190782"/>
                    <a:pt x="134525" y="199342"/>
                    <a:pt x="125965" y="207903"/>
                  </a:cubicBezTo>
                  <a:cubicBezTo>
                    <a:pt x="118627" y="199342"/>
                    <a:pt x="107620" y="194451"/>
                    <a:pt x="101505" y="185890"/>
                  </a:cubicBezTo>
                  <a:cubicBezTo>
                    <a:pt x="80715" y="185890"/>
                    <a:pt x="58702" y="184667"/>
                    <a:pt x="37911" y="185890"/>
                  </a:cubicBezTo>
                  <a:cubicBezTo>
                    <a:pt x="44026" y="193228"/>
                    <a:pt x="50141" y="201788"/>
                    <a:pt x="53810" y="210349"/>
                  </a:cubicBezTo>
                  <a:moveTo>
                    <a:pt x="121073" y="238477"/>
                  </a:moveTo>
                  <a:cubicBezTo>
                    <a:pt x="122296" y="240923"/>
                    <a:pt x="123519" y="243369"/>
                    <a:pt x="125965" y="243369"/>
                  </a:cubicBezTo>
                  <a:cubicBezTo>
                    <a:pt x="128411" y="243369"/>
                    <a:pt x="130857" y="240923"/>
                    <a:pt x="130857" y="238477"/>
                  </a:cubicBezTo>
                  <a:cubicBezTo>
                    <a:pt x="130857" y="236031"/>
                    <a:pt x="128411" y="233585"/>
                    <a:pt x="125965" y="233585"/>
                  </a:cubicBezTo>
                  <a:cubicBezTo>
                    <a:pt x="123519" y="233585"/>
                    <a:pt x="122296" y="236031"/>
                    <a:pt x="121073" y="238477"/>
                  </a:cubicBezTo>
                  <a:moveTo>
                    <a:pt x="121073" y="277612"/>
                  </a:moveTo>
                  <a:cubicBezTo>
                    <a:pt x="122296" y="280058"/>
                    <a:pt x="123519" y="282504"/>
                    <a:pt x="125965" y="281281"/>
                  </a:cubicBezTo>
                  <a:cubicBezTo>
                    <a:pt x="128411" y="281281"/>
                    <a:pt x="132079" y="280058"/>
                    <a:pt x="130857" y="277612"/>
                  </a:cubicBezTo>
                  <a:cubicBezTo>
                    <a:pt x="130857" y="273943"/>
                    <a:pt x="128411" y="271497"/>
                    <a:pt x="125965" y="272720"/>
                  </a:cubicBezTo>
                  <a:cubicBezTo>
                    <a:pt x="123519" y="272720"/>
                    <a:pt x="121073" y="273943"/>
                    <a:pt x="121073" y="277612"/>
                  </a:cubicBezTo>
                  <a:moveTo>
                    <a:pt x="233585" y="85607"/>
                  </a:moveTo>
                  <a:cubicBezTo>
                    <a:pt x="233585" y="83161"/>
                    <a:pt x="233585" y="79492"/>
                    <a:pt x="233585" y="77046"/>
                  </a:cubicBezTo>
                  <a:cubicBezTo>
                    <a:pt x="233585" y="61148"/>
                    <a:pt x="239700" y="51364"/>
                    <a:pt x="253153" y="48918"/>
                  </a:cubicBezTo>
                  <a:cubicBezTo>
                    <a:pt x="258045" y="51364"/>
                    <a:pt x="264160" y="47695"/>
                    <a:pt x="267828" y="44026"/>
                  </a:cubicBezTo>
                  <a:cubicBezTo>
                    <a:pt x="272720" y="40357"/>
                    <a:pt x="275166" y="35465"/>
                    <a:pt x="275166" y="30574"/>
                  </a:cubicBezTo>
                  <a:cubicBezTo>
                    <a:pt x="277612" y="19567"/>
                    <a:pt x="266605" y="14675"/>
                    <a:pt x="253153" y="13452"/>
                  </a:cubicBezTo>
                  <a:cubicBezTo>
                    <a:pt x="243369" y="12229"/>
                    <a:pt x="233585" y="13452"/>
                    <a:pt x="222579" y="13452"/>
                  </a:cubicBezTo>
                  <a:cubicBezTo>
                    <a:pt x="214018" y="13452"/>
                    <a:pt x="210349" y="7337"/>
                    <a:pt x="207903" y="1222"/>
                  </a:cubicBezTo>
                  <a:moveTo>
                    <a:pt x="141863" y="127188"/>
                  </a:moveTo>
                  <a:cubicBezTo>
                    <a:pt x="132079" y="136971"/>
                    <a:pt x="114958" y="136971"/>
                    <a:pt x="105174" y="127188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05571" y="4681436"/>
              <a:ext cx="1163981" cy="2428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Structured approach to identify and
resolve underlying issues.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920338" y="5186703"/>
              <a:ext cx="302071" cy="286173"/>
            </a:xfrm>
            <a:custGeom>
              <a:avLst/>
              <a:gdLst/>
              <a:ahLst/>
              <a:cxnLst/>
              <a:rect l="0" t="0" r="0" b="0"/>
              <a:pathLst>
                <a:path w="302071" h="286173">
                  <a:moveTo>
                    <a:pt x="293511" y="50141"/>
                  </a:moveTo>
                  <a:lnTo>
                    <a:pt x="61148" y="50141"/>
                  </a:lnTo>
                  <a:moveTo>
                    <a:pt x="195674" y="196897"/>
                  </a:moveTo>
                  <a:lnTo>
                    <a:pt x="269051" y="196897"/>
                  </a:lnTo>
                  <a:cubicBezTo>
                    <a:pt x="282560" y="196897"/>
                    <a:pt x="293511" y="185946"/>
                    <a:pt x="293511" y="172437"/>
                  </a:cubicBezTo>
                  <a:lnTo>
                    <a:pt x="293511" y="25682"/>
                  </a:lnTo>
                  <a:cubicBezTo>
                    <a:pt x="293511" y="12173"/>
                    <a:pt x="282560" y="1222"/>
                    <a:pt x="269051" y="1222"/>
                  </a:cubicBezTo>
                  <a:lnTo>
                    <a:pt x="85607" y="1222"/>
                  </a:lnTo>
                  <a:cubicBezTo>
                    <a:pt x="72098" y="1222"/>
                    <a:pt x="61148" y="12173"/>
                    <a:pt x="61148" y="25682"/>
                  </a:cubicBezTo>
                  <a:lnTo>
                    <a:pt x="61148" y="111289"/>
                  </a:lnTo>
                  <a:moveTo>
                    <a:pt x="230601" y="101065"/>
                  </a:moveTo>
                  <a:lnTo>
                    <a:pt x="259916" y="82611"/>
                  </a:lnTo>
                  <a:moveTo>
                    <a:pt x="143661" y="82611"/>
                  </a:moveTo>
                  <a:lnTo>
                    <a:pt x="172975" y="101065"/>
                  </a:lnTo>
                  <a:moveTo>
                    <a:pt x="230601" y="145972"/>
                  </a:moveTo>
                  <a:lnTo>
                    <a:pt x="259916" y="164427"/>
                  </a:lnTo>
                  <a:moveTo>
                    <a:pt x="256822" y="123519"/>
                  </a:moveTo>
                  <a:lnTo>
                    <a:pt x="232362" y="123519"/>
                  </a:lnTo>
                  <a:moveTo>
                    <a:pt x="146755" y="123519"/>
                  </a:moveTo>
                  <a:lnTo>
                    <a:pt x="171214" y="123519"/>
                  </a:lnTo>
                  <a:moveTo>
                    <a:pt x="232362" y="117404"/>
                  </a:moveTo>
                  <a:lnTo>
                    <a:pt x="171214" y="117404"/>
                  </a:lnTo>
                  <a:moveTo>
                    <a:pt x="232362" y="135748"/>
                  </a:moveTo>
                  <a:lnTo>
                    <a:pt x="232362" y="111289"/>
                  </a:lnTo>
                  <a:cubicBezTo>
                    <a:pt x="232362" y="94404"/>
                    <a:pt x="218674" y="80715"/>
                    <a:pt x="201788" y="80715"/>
                  </a:cubicBezTo>
                  <a:cubicBezTo>
                    <a:pt x="184903" y="80715"/>
                    <a:pt x="171214" y="94404"/>
                    <a:pt x="171214" y="111289"/>
                  </a:cubicBezTo>
                  <a:lnTo>
                    <a:pt x="171214" y="135748"/>
                  </a:lnTo>
                  <a:cubicBezTo>
                    <a:pt x="171214" y="152634"/>
                    <a:pt x="184903" y="166322"/>
                    <a:pt x="201788" y="166322"/>
                  </a:cubicBezTo>
                  <a:cubicBezTo>
                    <a:pt x="218674" y="166322"/>
                    <a:pt x="232362" y="152634"/>
                    <a:pt x="232362" y="135748"/>
                  </a:cubicBezTo>
                  <a:close/>
                  <a:moveTo>
                    <a:pt x="12229" y="209126"/>
                  </a:moveTo>
                  <a:cubicBezTo>
                    <a:pt x="12229" y="168601"/>
                    <a:pt x="45081" y="135748"/>
                    <a:pt x="85607" y="135748"/>
                  </a:cubicBezTo>
                  <a:cubicBezTo>
                    <a:pt x="126132" y="135748"/>
                    <a:pt x="158985" y="168601"/>
                    <a:pt x="158985" y="209126"/>
                  </a:cubicBezTo>
                  <a:cubicBezTo>
                    <a:pt x="158985" y="249652"/>
                    <a:pt x="126132" y="282504"/>
                    <a:pt x="85607" y="282504"/>
                  </a:cubicBezTo>
                  <a:cubicBezTo>
                    <a:pt x="45081" y="282504"/>
                    <a:pt x="12229" y="249652"/>
                    <a:pt x="12229" y="209126"/>
                  </a:cubicBezTo>
                  <a:moveTo>
                    <a:pt x="154717" y="184667"/>
                  </a:moveTo>
                  <a:lnTo>
                    <a:pt x="16485" y="184667"/>
                  </a:lnTo>
                  <a:moveTo>
                    <a:pt x="154717" y="233585"/>
                  </a:moveTo>
                  <a:lnTo>
                    <a:pt x="16485" y="233585"/>
                  </a:lnTo>
                  <a:moveTo>
                    <a:pt x="85607" y="282504"/>
                  </a:moveTo>
                  <a:cubicBezTo>
                    <a:pt x="62511" y="265182"/>
                    <a:pt x="48918" y="237996"/>
                    <a:pt x="48918" y="209126"/>
                  </a:cubicBezTo>
                  <a:cubicBezTo>
                    <a:pt x="48918" y="180256"/>
                    <a:pt x="62511" y="153071"/>
                    <a:pt x="85607" y="135748"/>
                  </a:cubicBezTo>
                  <a:moveTo>
                    <a:pt x="85607" y="135748"/>
                  </a:moveTo>
                  <a:cubicBezTo>
                    <a:pt x="108703" y="153071"/>
                    <a:pt x="122296" y="180256"/>
                    <a:pt x="122296" y="209126"/>
                  </a:cubicBezTo>
                  <a:cubicBezTo>
                    <a:pt x="122296" y="237996"/>
                    <a:pt x="108703" y="265182"/>
                    <a:pt x="85607" y="282504"/>
                  </a:cubicBezTo>
                  <a:moveTo>
                    <a:pt x="61148" y="50141"/>
                  </a:moveTo>
                  <a:cubicBezTo>
                    <a:pt x="138194" y="45249"/>
                    <a:pt x="217687" y="36688"/>
                    <a:pt x="293511" y="50141"/>
                  </a:cubicBezTo>
                  <a:moveTo>
                    <a:pt x="61148" y="111289"/>
                  </a:moveTo>
                  <a:cubicBezTo>
                    <a:pt x="52587" y="84384"/>
                    <a:pt x="61148" y="53810"/>
                    <a:pt x="61148" y="25682"/>
                  </a:cubicBezTo>
                  <a:cubicBezTo>
                    <a:pt x="61148" y="12229"/>
                    <a:pt x="72154" y="1222"/>
                    <a:pt x="85607" y="1222"/>
                  </a:cubicBezTo>
                  <a:cubicBezTo>
                    <a:pt x="146755" y="3668"/>
                    <a:pt x="207903" y="7337"/>
                    <a:pt x="269051" y="1222"/>
                  </a:cubicBezTo>
                  <a:cubicBezTo>
                    <a:pt x="282504" y="0"/>
                    <a:pt x="295957" y="12229"/>
                    <a:pt x="293511" y="25682"/>
                  </a:cubicBezTo>
                  <a:cubicBezTo>
                    <a:pt x="283727" y="73377"/>
                    <a:pt x="302071" y="124742"/>
                    <a:pt x="293511" y="172437"/>
                  </a:cubicBezTo>
                  <a:cubicBezTo>
                    <a:pt x="291065" y="185890"/>
                    <a:pt x="282504" y="199342"/>
                    <a:pt x="269051" y="196897"/>
                  </a:cubicBezTo>
                  <a:cubicBezTo>
                    <a:pt x="244592" y="192005"/>
                    <a:pt x="220133" y="194451"/>
                    <a:pt x="195674" y="196897"/>
                  </a:cubicBezTo>
                  <a:moveTo>
                    <a:pt x="231139" y="101505"/>
                  </a:moveTo>
                  <a:cubicBezTo>
                    <a:pt x="239700" y="92945"/>
                    <a:pt x="249484" y="88053"/>
                    <a:pt x="260491" y="83161"/>
                  </a:cubicBezTo>
                  <a:moveTo>
                    <a:pt x="143086" y="83161"/>
                  </a:moveTo>
                  <a:cubicBezTo>
                    <a:pt x="154093" y="88053"/>
                    <a:pt x="162654" y="95391"/>
                    <a:pt x="172437" y="101505"/>
                  </a:cubicBezTo>
                  <a:moveTo>
                    <a:pt x="231139" y="145532"/>
                  </a:moveTo>
                  <a:cubicBezTo>
                    <a:pt x="240923" y="151647"/>
                    <a:pt x="250707" y="156539"/>
                    <a:pt x="260491" y="163877"/>
                  </a:cubicBezTo>
                  <a:moveTo>
                    <a:pt x="232362" y="123519"/>
                  </a:moveTo>
                  <a:cubicBezTo>
                    <a:pt x="239700" y="121073"/>
                    <a:pt x="249484" y="121073"/>
                    <a:pt x="256822" y="123519"/>
                  </a:cubicBezTo>
                  <a:moveTo>
                    <a:pt x="146755" y="123519"/>
                  </a:moveTo>
                  <a:cubicBezTo>
                    <a:pt x="155316" y="124742"/>
                    <a:pt x="163877" y="121073"/>
                    <a:pt x="171214" y="123519"/>
                  </a:cubicBezTo>
                  <a:moveTo>
                    <a:pt x="171214" y="117404"/>
                  </a:moveTo>
                  <a:cubicBezTo>
                    <a:pt x="192005" y="118627"/>
                    <a:pt x="212795" y="111289"/>
                    <a:pt x="232362" y="117404"/>
                  </a:cubicBezTo>
                  <a:moveTo>
                    <a:pt x="232362" y="135748"/>
                  </a:moveTo>
                  <a:cubicBezTo>
                    <a:pt x="233585" y="127188"/>
                    <a:pt x="233585" y="119850"/>
                    <a:pt x="232362" y="111289"/>
                  </a:cubicBezTo>
                  <a:cubicBezTo>
                    <a:pt x="228694" y="94168"/>
                    <a:pt x="218910" y="79492"/>
                    <a:pt x="201788" y="80715"/>
                  </a:cubicBezTo>
                  <a:cubicBezTo>
                    <a:pt x="184667" y="81938"/>
                    <a:pt x="165100" y="95391"/>
                    <a:pt x="171214" y="111289"/>
                  </a:cubicBezTo>
                  <a:cubicBezTo>
                    <a:pt x="174883" y="118627"/>
                    <a:pt x="172437" y="127188"/>
                    <a:pt x="171214" y="135748"/>
                  </a:cubicBezTo>
                  <a:cubicBezTo>
                    <a:pt x="167545" y="152870"/>
                    <a:pt x="184667" y="166322"/>
                    <a:pt x="201788" y="166322"/>
                  </a:cubicBezTo>
                  <a:cubicBezTo>
                    <a:pt x="218910" y="166322"/>
                    <a:pt x="227471" y="151647"/>
                    <a:pt x="232362" y="135748"/>
                  </a:cubicBezTo>
                  <a:moveTo>
                    <a:pt x="12229" y="209126"/>
                  </a:moveTo>
                  <a:cubicBezTo>
                    <a:pt x="0" y="248261"/>
                    <a:pt x="45249" y="286173"/>
                    <a:pt x="85607" y="282504"/>
                  </a:cubicBezTo>
                  <a:cubicBezTo>
                    <a:pt x="125965" y="278835"/>
                    <a:pt x="171214" y="247038"/>
                    <a:pt x="158985" y="209126"/>
                  </a:cubicBezTo>
                  <a:cubicBezTo>
                    <a:pt x="146755" y="171214"/>
                    <a:pt x="125965" y="129634"/>
                    <a:pt x="85607" y="135748"/>
                  </a:cubicBezTo>
                  <a:cubicBezTo>
                    <a:pt x="45249" y="141863"/>
                    <a:pt x="20790" y="169991"/>
                    <a:pt x="12229" y="209126"/>
                  </a:cubicBezTo>
                  <a:moveTo>
                    <a:pt x="155316" y="184667"/>
                  </a:moveTo>
                  <a:cubicBezTo>
                    <a:pt x="108843" y="187113"/>
                    <a:pt x="62371" y="184667"/>
                    <a:pt x="15898" y="184667"/>
                  </a:cubicBezTo>
                  <a:moveTo>
                    <a:pt x="155316" y="233585"/>
                  </a:moveTo>
                  <a:cubicBezTo>
                    <a:pt x="108843" y="225025"/>
                    <a:pt x="62371" y="233585"/>
                    <a:pt x="15898" y="233585"/>
                  </a:cubicBezTo>
                  <a:moveTo>
                    <a:pt x="85607" y="282504"/>
                  </a:moveTo>
                  <a:cubicBezTo>
                    <a:pt x="64817" y="262937"/>
                    <a:pt x="58702" y="236031"/>
                    <a:pt x="48918" y="209126"/>
                  </a:cubicBezTo>
                  <a:cubicBezTo>
                    <a:pt x="39134" y="182221"/>
                    <a:pt x="63594" y="154093"/>
                    <a:pt x="85607" y="135748"/>
                  </a:cubicBezTo>
                  <a:moveTo>
                    <a:pt x="85607" y="135748"/>
                  </a:moveTo>
                  <a:cubicBezTo>
                    <a:pt x="105174" y="156539"/>
                    <a:pt x="118627" y="180998"/>
                    <a:pt x="122296" y="209126"/>
                  </a:cubicBezTo>
                  <a:cubicBezTo>
                    <a:pt x="125965" y="237254"/>
                    <a:pt x="113735" y="275166"/>
                    <a:pt x="85607" y="282504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05571" y="5073763"/>
              <a:ext cx="815178" cy="121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Cross-Domain Debugging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931345" y="1889595"/>
              <a:ext cx="289842" cy="276389"/>
            </a:xfrm>
            <a:custGeom>
              <a:avLst/>
              <a:gdLst/>
              <a:ahLst/>
              <a:cxnLst/>
              <a:rect l="0" t="0" r="0" b="0"/>
              <a:pathLst>
                <a:path w="289842" h="276389">
                  <a:moveTo>
                    <a:pt x="245693" y="136971"/>
                  </a:moveTo>
                  <a:lnTo>
                    <a:pt x="282504" y="136971"/>
                  </a:lnTo>
                  <a:lnTo>
                    <a:pt x="282504" y="253153"/>
                  </a:lnTo>
                  <a:cubicBezTo>
                    <a:pt x="282504" y="259907"/>
                    <a:pt x="277029" y="265382"/>
                    <a:pt x="270274" y="265382"/>
                  </a:cubicBezTo>
                  <a:lnTo>
                    <a:pt x="157150" y="265382"/>
                  </a:lnTo>
                  <a:lnTo>
                    <a:pt x="157150" y="228694"/>
                  </a:lnTo>
                  <a:lnTo>
                    <a:pt x="160208" y="228694"/>
                  </a:lnTo>
                  <a:cubicBezTo>
                    <a:pt x="175405" y="228694"/>
                    <a:pt x="187724" y="216374"/>
                    <a:pt x="187724" y="201177"/>
                  </a:cubicBezTo>
                  <a:cubicBezTo>
                    <a:pt x="187724" y="185980"/>
                    <a:pt x="175405" y="173660"/>
                    <a:pt x="160208" y="173660"/>
                  </a:cubicBezTo>
                  <a:lnTo>
                    <a:pt x="157150" y="173660"/>
                  </a:lnTo>
                  <a:lnTo>
                    <a:pt x="157150" y="136971"/>
                  </a:lnTo>
                  <a:lnTo>
                    <a:pt x="190659" y="136971"/>
                  </a:lnTo>
                  <a:cubicBezTo>
                    <a:pt x="190659" y="135993"/>
                    <a:pt x="190659" y="134892"/>
                    <a:pt x="190659" y="133914"/>
                  </a:cubicBezTo>
                  <a:cubicBezTo>
                    <a:pt x="190659" y="118717"/>
                    <a:pt x="202979" y="106397"/>
                    <a:pt x="218176" y="106397"/>
                  </a:cubicBezTo>
                  <a:cubicBezTo>
                    <a:pt x="233373" y="106397"/>
                    <a:pt x="245693" y="118717"/>
                    <a:pt x="245693" y="133914"/>
                  </a:cubicBezTo>
                  <a:cubicBezTo>
                    <a:pt x="245693" y="134892"/>
                    <a:pt x="245693" y="135993"/>
                    <a:pt x="245693" y="136971"/>
                  </a:cubicBezTo>
                  <a:close/>
                  <a:moveTo>
                    <a:pt x="160208" y="173660"/>
                  </a:moveTo>
                  <a:cubicBezTo>
                    <a:pt x="175405" y="173660"/>
                    <a:pt x="187724" y="185980"/>
                    <a:pt x="187724" y="201177"/>
                  </a:cubicBezTo>
                  <a:cubicBezTo>
                    <a:pt x="187724" y="216374"/>
                    <a:pt x="175405" y="228694"/>
                    <a:pt x="160208" y="228694"/>
                  </a:cubicBezTo>
                  <a:lnTo>
                    <a:pt x="157150" y="228694"/>
                  </a:lnTo>
                  <a:lnTo>
                    <a:pt x="157150" y="265382"/>
                  </a:lnTo>
                  <a:lnTo>
                    <a:pt x="44026" y="265382"/>
                  </a:lnTo>
                  <a:cubicBezTo>
                    <a:pt x="37272" y="265382"/>
                    <a:pt x="31797" y="259907"/>
                    <a:pt x="31797" y="253153"/>
                  </a:cubicBezTo>
                  <a:lnTo>
                    <a:pt x="31797" y="228694"/>
                  </a:lnTo>
                  <a:lnTo>
                    <a:pt x="28739" y="228694"/>
                  </a:lnTo>
                  <a:cubicBezTo>
                    <a:pt x="13542" y="228694"/>
                    <a:pt x="1222" y="216374"/>
                    <a:pt x="1222" y="201177"/>
                  </a:cubicBezTo>
                  <a:cubicBezTo>
                    <a:pt x="1222" y="185980"/>
                    <a:pt x="13542" y="173660"/>
                    <a:pt x="28739" y="173660"/>
                  </a:cubicBezTo>
                  <a:lnTo>
                    <a:pt x="31797" y="173660"/>
                  </a:lnTo>
                  <a:lnTo>
                    <a:pt x="31797" y="136971"/>
                  </a:lnTo>
                  <a:lnTo>
                    <a:pt x="71421" y="136971"/>
                  </a:lnTo>
                  <a:cubicBezTo>
                    <a:pt x="71421" y="137950"/>
                    <a:pt x="71421" y="139050"/>
                    <a:pt x="71421" y="140029"/>
                  </a:cubicBezTo>
                  <a:cubicBezTo>
                    <a:pt x="71421" y="155226"/>
                    <a:pt x="83740" y="167545"/>
                    <a:pt x="98937" y="167545"/>
                  </a:cubicBezTo>
                  <a:cubicBezTo>
                    <a:pt x="114134" y="167545"/>
                    <a:pt x="126454" y="155226"/>
                    <a:pt x="126454" y="140029"/>
                  </a:cubicBezTo>
                  <a:cubicBezTo>
                    <a:pt x="126454" y="139050"/>
                    <a:pt x="126454" y="137950"/>
                    <a:pt x="126454" y="136971"/>
                  </a:cubicBezTo>
                  <a:lnTo>
                    <a:pt x="157150" y="136971"/>
                  </a:lnTo>
                  <a:lnTo>
                    <a:pt x="157150" y="173660"/>
                  </a:lnTo>
                  <a:close/>
                  <a:moveTo>
                    <a:pt x="157150" y="100282"/>
                  </a:moveTo>
                  <a:lnTo>
                    <a:pt x="157395" y="136971"/>
                  </a:lnTo>
                  <a:lnTo>
                    <a:pt x="126698" y="136971"/>
                  </a:lnTo>
                  <a:cubicBezTo>
                    <a:pt x="126698" y="137950"/>
                    <a:pt x="126698" y="139050"/>
                    <a:pt x="126698" y="140029"/>
                  </a:cubicBezTo>
                  <a:cubicBezTo>
                    <a:pt x="126698" y="155226"/>
                    <a:pt x="114379" y="167545"/>
                    <a:pt x="99182" y="167545"/>
                  </a:cubicBezTo>
                  <a:cubicBezTo>
                    <a:pt x="83985" y="167545"/>
                    <a:pt x="71665" y="155226"/>
                    <a:pt x="71665" y="140029"/>
                  </a:cubicBezTo>
                  <a:cubicBezTo>
                    <a:pt x="71665" y="139050"/>
                    <a:pt x="71665" y="137950"/>
                    <a:pt x="71665" y="136971"/>
                  </a:cubicBezTo>
                  <a:lnTo>
                    <a:pt x="31797" y="136971"/>
                  </a:lnTo>
                  <a:lnTo>
                    <a:pt x="31797" y="100282"/>
                  </a:lnTo>
                  <a:lnTo>
                    <a:pt x="34854" y="100282"/>
                  </a:lnTo>
                  <a:cubicBezTo>
                    <a:pt x="50051" y="100282"/>
                    <a:pt x="62371" y="87963"/>
                    <a:pt x="62371" y="72766"/>
                  </a:cubicBezTo>
                  <a:cubicBezTo>
                    <a:pt x="62371" y="57569"/>
                    <a:pt x="50051" y="45249"/>
                    <a:pt x="34854" y="45249"/>
                  </a:cubicBezTo>
                  <a:lnTo>
                    <a:pt x="31797" y="45249"/>
                  </a:lnTo>
                  <a:lnTo>
                    <a:pt x="31797" y="20790"/>
                  </a:lnTo>
                  <a:cubicBezTo>
                    <a:pt x="31797" y="14036"/>
                    <a:pt x="37272" y="8560"/>
                    <a:pt x="44026" y="8560"/>
                  </a:cubicBezTo>
                  <a:lnTo>
                    <a:pt x="157150" y="8560"/>
                  </a:lnTo>
                  <a:lnTo>
                    <a:pt x="157150" y="45249"/>
                  </a:lnTo>
                  <a:lnTo>
                    <a:pt x="154093" y="45249"/>
                  </a:lnTo>
                  <a:cubicBezTo>
                    <a:pt x="138896" y="45249"/>
                    <a:pt x="126576" y="57569"/>
                    <a:pt x="126576" y="72766"/>
                  </a:cubicBezTo>
                  <a:cubicBezTo>
                    <a:pt x="126576" y="87963"/>
                    <a:pt x="138896" y="100282"/>
                    <a:pt x="154093" y="100282"/>
                  </a:cubicBezTo>
                  <a:close/>
                  <a:moveTo>
                    <a:pt x="245693" y="8560"/>
                  </a:moveTo>
                  <a:cubicBezTo>
                    <a:pt x="245693" y="9539"/>
                    <a:pt x="245693" y="10639"/>
                    <a:pt x="245693" y="11618"/>
                  </a:cubicBezTo>
                  <a:cubicBezTo>
                    <a:pt x="245693" y="26815"/>
                    <a:pt x="233373" y="39134"/>
                    <a:pt x="218176" y="39134"/>
                  </a:cubicBezTo>
                  <a:cubicBezTo>
                    <a:pt x="202979" y="39134"/>
                    <a:pt x="190659" y="26815"/>
                    <a:pt x="190659" y="11618"/>
                  </a:cubicBezTo>
                  <a:cubicBezTo>
                    <a:pt x="190659" y="10639"/>
                    <a:pt x="190659" y="9539"/>
                    <a:pt x="190659" y="8560"/>
                  </a:cubicBezTo>
                  <a:lnTo>
                    <a:pt x="157150" y="8560"/>
                  </a:lnTo>
                  <a:lnTo>
                    <a:pt x="157150" y="45249"/>
                  </a:lnTo>
                  <a:lnTo>
                    <a:pt x="154093" y="45249"/>
                  </a:lnTo>
                  <a:cubicBezTo>
                    <a:pt x="138896" y="45249"/>
                    <a:pt x="126576" y="57569"/>
                    <a:pt x="126576" y="72766"/>
                  </a:cubicBezTo>
                  <a:cubicBezTo>
                    <a:pt x="126576" y="87963"/>
                    <a:pt x="138896" y="100282"/>
                    <a:pt x="154093" y="100282"/>
                  </a:cubicBezTo>
                  <a:lnTo>
                    <a:pt x="157150" y="100282"/>
                  </a:lnTo>
                  <a:lnTo>
                    <a:pt x="157150" y="136971"/>
                  </a:lnTo>
                  <a:lnTo>
                    <a:pt x="190782" y="136971"/>
                  </a:lnTo>
                  <a:cubicBezTo>
                    <a:pt x="190782" y="135993"/>
                    <a:pt x="190782" y="134892"/>
                    <a:pt x="190782" y="133914"/>
                  </a:cubicBezTo>
                  <a:cubicBezTo>
                    <a:pt x="190782" y="118717"/>
                    <a:pt x="203101" y="106397"/>
                    <a:pt x="218298" y="106397"/>
                  </a:cubicBezTo>
                  <a:cubicBezTo>
                    <a:pt x="233495" y="106397"/>
                    <a:pt x="245815" y="118717"/>
                    <a:pt x="245815" y="133914"/>
                  </a:cubicBezTo>
                  <a:cubicBezTo>
                    <a:pt x="245815" y="134892"/>
                    <a:pt x="245815" y="135993"/>
                    <a:pt x="245815" y="136971"/>
                  </a:cubicBezTo>
                  <a:lnTo>
                    <a:pt x="282504" y="136971"/>
                  </a:lnTo>
                  <a:lnTo>
                    <a:pt x="282504" y="20790"/>
                  </a:lnTo>
                  <a:cubicBezTo>
                    <a:pt x="282504" y="14036"/>
                    <a:pt x="277029" y="8560"/>
                    <a:pt x="270274" y="8560"/>
                  </a:cubicBezTo>
                  <a:close/>
                  <a:moveTo>
                    <a:pt x="245815" y="136971"/>
                  </a:moveTo>
                  <a:cubicBezTo>
                    <a:pt x="245815" y="135748"/>
                    <a:pt x="245815" y="134525"/>
                    <a:pt x="245815" y="134525"/>
                  </a:cubicBezTo>
                  <a:cubicBezTo>
                    <a:pt x="245815" y="118627"/>
                    <a:pt x="233585" y="103951"/>
                    <a:pt x="217687" y="106397"/>
                  </a:cubicBezTo>
                  <a:cubicBezTo>
                    <a:pt x="203011" y="108843"/>
                    <a:pt x="190782" y="118627"/>
                    <a:pt x="190782" y="134525"/>
                  </a:cubicBezTo>
                  <a:cubicBezTo>
                    <a:pt x="190782" y="134525"/>
                    <a:pt x="190782" y="135748"/>
                    <a:pt x="190782" y="136971"/>
                  </a:cubicBezTo>
                  <a:cubicBezTo>
                    <a:pt x="179775" y="138194"/>
                    <a:pt x="167545" y="139417"/>
                    <a:pt x="157762" y="136971"/>
                  </a:cubicBezTo>
                  <a:cubicBezTo>
                    <a:pt x="157762" y="149201"/>
                    <a:pt x="160208" y="161431"/>
                    <a:pt x="157762" y="173660"/>
                  </a:cubicBezTo>
                  <a:cubicBezTo>
                    <a:pt x="157762" y="173660"/>
                    <a:pt x="158985" y="173660"/>
                    <a:pt x="160208" y="173660"/>
                  </a:cubicBezTo>
                  <a:cubicBezTo>
                    <a:pt x="174883" y="176106"/>
                    <a:pt x="183444" y="187113"/>
                    <a:pt x="188336" y="201788"/>
                  </a:cubicBezTo>
                  <a:cubicBezTo>
                    <a:pt x="192005" y="215241"/>
                    <a:pt x="174883" y="229917"/>
                    <a:pt x="160208" y="228694"/>
                  </a:cubicBezTo>
                  <a:cubicBezTo>
                    <a:pt x="158985" y="228694"/>
                    <a:pt x="157762" y="228694"/>
                    <a:pt x="157762" y="228694"/>
                  </a:cubicBezTo>
                  <a:cubicBezTo>
                    <a:pt x="156539" y="240923"/>
                    <a:pt x="154093" y="253153"/>
                    <a:pt x="157762" y="265382"/>
                  </a:cubicBezTo>
                  <a:cubicBezTo>
                    <a:pt x="194451" y="265382"/>
                    <a:pt x="233585" y="276389"/>
                    <a:pt x="270274" y="265382"/>
                  </a:cubicBezTo>
                  <a:cubicBezTo>
                    <a:pt x="276389" y="262937"/>
                    <a:pt x="282504" y="259268"/>
                    <a:pt x="282504" y="253153"/>
                  </a:cubicBezTo>
                  <a:cubicBezTo>
                    <a:pt x="280058" y="214018"/>
                    <a:pt x="289842" y="174883"/>
                    <a:pt x="282504" y="136971"/>
                  </a:cubicBezTo>
                  <a:cubicBezTo>
                    <a:pt x="270274" y="136971"/>
                    <a:pt x="258045" y="140640"/>
                    <a:pt x="245815" y="136971"/>
                  </a:cubicBezTo>
                  <a:moveTo>
                    <a:pt x="160208" y="173660"/>
                  </a:moveTo>
                  <a:cubicBezTo>
                    <a:pt x="158985" y="173660"/>
                    <a:pt x="157762" y="173660"/>
                    <a:pt x="157762" y="173660"/>
                  </a:cubicBezTo>
                  <a:cubicBezTo>
                    <a:pt x="158985" y="161431"/>
                    <a:pt x="157762" y="149201"/>
                    <a:pt x="157762" y="136971"/>
                  </a:cubicBezTo>
                  <a:cubicBezTo>
                    <a:pt x="146755" y="138194"/>
                    <a:pt x="136971" y="135748"/>
                    <a:pt x="125965" y="136971"/>
                  </a:cubicBezTo>
                  <a:cubicBezTo>
                    <a:pt x="127188" y="138194"/>
                    <a:pt x="125965" y="139417"/>
                    <a:pt x="125965" y="140640"/>
                  </a:cubicBezTo>
                  <a:cubicBezTo>
                    <a:pt x="129634" y="155316"/>
                    <a:pt x="113735" y="166322"/>
                    <a:pt x="99060" y="167545"/>
                  </a:cubicBezTo>
                  <a:cubicBezTo>
                    <a:pt x="84384" y="168768"/>
                    <a:pt x="75823" y="154093"/>
                    <a:pt x="70931" y="140640"/>
                  </a:cubicBezTo>
                  <a:cubicBezTo>
                    <a:pt x="70931" y="139417"/>
                    <a:pt x="72154" y="138194"/>
                    <a:pt x="70931" y="136971"/>
                  </a:cubicBezTo>
                  <a:cubicBezTo>
                    <a:pt x="58702" y="134525"/>
                    <a:pt x="45249" y="136971"/>
                    <a:pt x="31797" y="136971"/>
                  </a:cubicBezTo>
                  <a:cubicBezTo>
                    <a:pt x="31797" y="149201"/>
                    <a:pt x="35465" y="161431"/>
                    <a:pt x="31797" y="173660"/>
                  </a:cubicBezTo>
                  <a:cubicBezTo>
                    <a:pt x="30574" y="173660"/>
                    <a:pt x="29351" y="173660"/>
                    <a:pt x="29351" y="173660"/>
                  </a:cubicBezTo>
                  <a:cubicBezTo>
                    <a:pt x="14675" y="178552"/>
                    <a:pt x="2445" y="185890"/>
                    <a:pt x="1222" y="201788"/>
                  </a:cubicBezTo>
                  <a:cubicBezTo>
                    <a:pt x="0" y="216464"/>
                    <a:pt x="13452" y="225025"/>
                    <a:pt x="29351" y="228694"/>
                  </a:cubicBezTo>
                  <a:cubicBezTo>
                    <a:pt x="29351" y="228694"/>
                    <a:pt x="30574" y="228694"/>
                    <a:pt x="31797" y="228694"/>
                  </a:cubicBezTo>
                  <a:cubicBezTo>
                    <a:pt x="30574" y="237254"/>
                    <a:pt x="29351" y="245815"/>
                    <a:pt x="31797" y="253153"/>
                  </a:cubicBezTo>
                  <a:cubicBezTo>
                    <a:pt x="33020" y="259268"/>
                    <a:pt x="37911" y="264159"/>
                    <a:pt x="44026" y="265382"/>
                  </a:cubicBezTo>
                  <a:cubicBezTo>
                    <a:pt x="80715" y="275166"/>
                    <a:pt x="119850" y="265382"/>
                    <a:pt x="157762" y="265382"/>
                  </a:cubicBezTo>
                  <a:cubicBezTo>
                    <a:pt x="152870" y="253153"/>
                    <a:pt x="152870" y="240923"/>
                    <a:pt x="157762" y="228694"/>
                  </a:cubicBezTo>
                  <a:cubicBezTo>
                    <a:pt x="157762" y="228694"/>
                    <a:pt x="158985" y="228694"/>
                    <a:pt x="160208" y="228694"/>
                  </a:cubicBezTo>
                  <a:cubicBezTo>
                    <a:pt x="174883" y="223802"/>
                    <a:pt x="189559" y="216464"/>
                    <a:pt x="188336" y="201788"/>
                  </a:cubicBezTo>
                  <a:cubicBezTo>
                    <a:pt x="185890" y="185890"/>
                    <a:pt x="174883" y="176106"/>
                    <a:pt x="160208" y="173660"/>
                  </a:cubicBezTo>
                  <a:moveTo>
                    <a:pt x="157762" y="100282"/>
                  </a:moveTo>
                  <a:cubicBezTo>
                    <a:pt x="156539" y="100282"/>
                    <a:pt x="155316" y="100282"/>
                    <a:pt x="154093" y="100282"/>
                  </a:cubicBezTo>
                  <a:cubicBezTo>
                    <a:pt x="139417" y="97837"/>
                    <a:pt x="122296" y="86830"/>
                    <a:pt x="127188" y="73377"/>
                  </a:cubicBezTo>
                  <a:cubicBezTo>
                    <a:pt x="130857" y="57479"/>
                    <a:pt x="139417" y="46472"/>
                    <a:pt x="154093" y="45249"/>
                  </a:cubicBezTo>
                  <a:cubicBezTo>
                    <a:pt x="155316" y="45249"/>
                    <a:pt x="156539" y="45249"/>
                    <a:pt x="157762" y="45249"/>
                  </a:cubicBezTo>
                  <a:cubicBezTo>
                    <a:pt x="154093" y="33020"/>
                    <a:pt x="156539" y="20790"/>
                    <a:pt x="157762" y="8560"/>
                  </a:cubicBezTo>
                  <a:cubicBezTo>
                    <a:pt x="119850" y="13452"/>
                    <a:pt x="80715" y="0"/>
                    <a:pt x="44026" y="8560"/>
                  </a:cubicBezTo>
                  <a:cubicBezTo>
                    <a:pt x="37911" y="9783"/>
                    <a:pt x="30574" y="14675"/>
                    <a:pt x="31797" y="20790"/>
                  </a:cubicBezTo>
                  <a:cubicBezTo>
                    <a:pt x="33020" y="29351"/>
                    <a:pt x="31797" y="36688"/>
                    <a:pt x="31797" y="45249"/>
                  </a:cubicBezTo>
                  <a:cubicBezTo>
                    <a:pt x="33020" y="45249"/>
                    <a:pt x="34242" y="45249"/>
                    <a:pt x="35465" y="45249"/>
                  </a:cubicBezTo>
                  <a:cubicBezTo>
                    <a:pt x="50141" y="45249"/>
                    <a:pt x="61148" y="57479"/>
                    <a:pt x="62371" y="73377"/>
                  </a:cubicBezTo>
                  <a:cubicBezTo>
                    <a:pt x="63594" y="88053"/>
                    <a:pt x="50141" y="99059"/>
                    <a:pt x="35465" y="100282"/>
                  </a:cubicBezTo>
                  <a:cubicBezTo>
                    <a:pt x="34242" y="100282"/>
                    <a:pt x="33020" y="100282"/>
                    <a:pt x="31797" y="100282"/>
                  </a:cubicBezTo>
                  <a:cubicBezTo>
                    <a:pt x="33020" y="112512"/>
                    <a:pt x="31797" y="124742"/>
                    <a:pt x="31797" y="136971"/>
                  </a:cubicBezTo>
                  <a:cubicBezTo>
                    <a:pt x="45249" y="139417"/>
                    <a:pt x="58702" y="138194"/>
                    <a:pt x="72154" y="136971"/>
                  </a:cubicBezTo>
                  <a:cubicBezTo>
                    <a:pt x="72154" y="138194"/>
                    <a:pt x="72154" y="139417"/>
                    <a:pt x="72154" y="140640"/>
                  </a:cubicBezTo>
                  <a:cubicBezTo>
                    <a:pt x="68485" y="155316"/>
                    <a:pt x="84384" y="168768"/>
                    <a:pt x="99060" y="167545"/>
                  </a:cubicBezTo>
                  <a:cubicBezTo>
                    <a:pt x="113735" y="166322"/>
                    <a:pt x="124742" y="155316"/>
                    <a:pt x="127188" y="140640"/>
                  </a:cubicBezTo>
                  <a:cubicBezTo>
                    <a:pt x="127188" y="139417"/>
                    <a:pt x="125965" y="138194"/>
                    <a:pt x="127188" y="136971"/>
                  </a:cubicBezTo>
                  <a:cubicBezTo>
                    <a:pt x="136971" y="135748"/>
                    <a:pt x="146755" y="135748"/>
                    <a:pt x="157762" y="136971"/>
                  </a:cubicBezTo>
                  <a:cubicBezTo>
                    <a:pt x="158985" y="124742"/>
                    <a:pt x="155316" y="112512"/>
                    <a:pt x="157762" y="100282"/>
                  </a:cubicBezTo>
                  <a:moveTo>
                    <a:pt x="245815" y="8560"/>
                  </a:moveTo>
                  <a:cubicBezTo>
                    <a:pt x="245815" y="9783"/>
                    <a:pt x="245815" y="11006"/>
                    <a:pt x="245815" y="12229"/>
                  </a:cubicBezTo>
                  <a:cubicBezTo>
                    <a:pt x="251930" y="25682"/>
                    <a:pt x="233585" y="35465"/>
                    <a:pt x="217687" y="39134"/>
                  </a:cubicBezTo>
                  <a:cubicBezTo>
                    <a:pt x="203011" y="42803"/>
                    <a:pt x="194451" y="25682"/>
                    <a:pt x="190782" y="12229"/>
                  </a:cubicBezTo>
                  <a:cubicBezTo>
                    <a:pt x="190782" y="11006"/>
                    <a:pt x="190782" y="9783"/>
                    <a:pt x="190782" y="8560"/>
                  </a:cubicBezTo>
                  <a:cubicBezTo>
                    <a:pt x="179775" y="9783"/>
                    <a:pt x="167545" y="9783"/>
                    <a:pt x="157762" y="8560"/>
                  </a:cubicBezTo>
                  <a:cubicBezTo>
                    <a:pt x="154093" y="20790"/>
                    <a:pt x="157762" y="33020"/>
                    <a:pt x="157762" y="45249"/>
                  </a:cubicBezTo>
                  <a:cubicBezTo>
                    <a:pt x="156539" y="45249"/>
                    <a:pt x="155316" y="45249"/>
                    <a:pt x="154093" y="45249"/>
                  </a:cubicBezTo>
                  <a:cubicBezTo>
                    <a:pt x="139417" y="47695"/>
                    <a:pt x="129634" y="57479"/>
                    <a:pt x="127188" y="73377"/>
                  </a:cubicBezTo>
                  <a:cubicBezTo>
                    <a:pt x="123519" y="88053"/>
                    <a:pt x="139417" y="103951"/>
                    <a:pt x="154093" y="100282"/>
                  </a:cubicBezTo>
                  <a:cubicBezTo>
                    <a:pt x="155316" y="100282"/>
                    <a:pt x="156539" y="100282"/>
                    <a:pt x="157762" y="100282"/>
                  </a:cubicBezTo>
                  <a:cubicBezTo>
                    <a:pt x="155316" y="112512"/>
                    <a:pt x="154093" y="124742"/>
                    <a:pt x="157762" y="136971"/>
                  </a:cubicBezTo>
                  <a:cubicBezTo>
                    <a:pt x="168768" y="135748"/>
                    <a:pt x="179775" y="140640"/>
                    <a:pt x="190782" y="136971"/>
                  </a:cubicBezTo>
                  <a:cubicBezTo>
                    <a:pt x="190782" y="135748"/>
                    <a:pt x="190782" y="134525"/>
                    <a:pt x="190782" y="134525"/>
                  </a:cubicBezTo>
                  <a:cubicBezTo>
                    <a:pt x="190782" y="118627"/>
                    <a:pt x="204234" y="111289"/>
                    <a:pt x="218910" y="106397"/>
                  </a:cubicBezTo>
                  <a:cubicBezTo>
                    <a:pt x="232362" y="101505"/>
                    <a:pt x="244592" y="118627"/>
                    <a:pt x="245815" y="134525"/>
                  </a:cubicBezTo>
                  <a:cubicBezTo>
                    <a:pt x="245815" y="134525"/>
                    <a:pt x="245815" y="135748"/>
                    <a:pt x="245815" y="136971"/>
                  </a:cubicBezTo>
                  <a:cubicBezTo>
                    <a:pt x="258045" y="133302"/>
                    <a:pt x="271497" y="141863"/>
                    <a:pt x="282504" y="136971"/>
                  </a:cubicBezTo>
                  <a:cubicBezTo>
                    <a:pt x="286173" y="99059"/>
                    <a:pt x="286173" y="59925"/>
                    <a:pt x="282504" y="20790"/>
                  </a:cubicBezTo>
                  <a:cubicBezTo>
                    <a:pt x="282504" y="13452"/>
                    <a:pt x="276389" y="9783"/>
                    <a:pt x="270274" y="8560"/>
                  </a:cubicBezTo>
                  <a:cubicBezTo>
                    <a:pt x="261714" y="7337"/>
                    <a:pt x="253153" y="9783"/>
                    <a:pt x="245815" y="8560"/>
                  </a:cubicBezTo>
                </a:path>
              </a:pathLst>
            </a:custGeom>
            <a:noFill/>
            <a:ln w="917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05571" y="4468396"/>
              <a:ext cx="649595" cy="1214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484848"/>
                  </a:solidFill>
                  <a:latin typeface="Shantell Sans"/>
                </a:rPr>
                <a:t>Root Cause Analysis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8C90A98-FF5E-977A-EAFE-2527005C3D8A}"/>
              </a:ext>
            </a:extLst>
          </p:cNvPr>
          <p:cNvGrpSpPr/>
          <p:nvPr/>
        </p:nvGrpSpPr>
        <p:grpSpPr>
          <a:xfrm>
            <a:off x="263742" y="146169"/>
            <a:ext cx="8813966" cy="6440414"/>
            <a:chOff x="2247774" y="1161988"/>
            <a:chExt cx="4679668" cy="4732368"/>
          </a:xfrm>
        </p:grpSpPr>
        <p:sp>
          <p:nvSpPr>
            <p:cNvPr id="2" name="Rounded Rectangle 1"/>
            <p:cNvSpPr/>
            <p:nvPr/>
          </p:nvSpPr>
          <p:spPr>
            <a:xfrm>
              <a:off x="4047016" y="2790172"/>
              <a:ext cx="579761" cy="796650"/>
            </a:xfrm>
            <a:custGeom>
              <a:avLst/>
              <a:gdLst/>
              <a:ahLst/>
              <a:cxnLst/>
              <a:rect l="0" t="0" r="0" b="0"/>
              <a:pathLst>
                <a:path w="579761" h="796650">
                  <a:moveTo>
                    <a:pt x="535445" y="796650"/>
                  </a:moveTo>
                  <a:lnTo>
                    <a:pt x="566727" y="767975"/>
                  </a:lnTo>
                  <a:lnTo>
                    <a:pt x="538052" y="653274"/>
                  </a:lnTo>
                  <a:lnTo>
                    <a:pt x="465060" y="719488"/>
                  </a:lnTo>
                  <a:lnTo>
                    <a:pt x="535445" y="796650"/>
                  </a:lnTo>
                  <a:moveTo>
                    <a:pt x="538052" y="653274"/>
                  </a:moveTo>
                  <a:lnTo>
                    <a:pt x="385291" y="613650"/>
                  </a:lnTo>
                  <a:lnTo>
                    <a:pt x="399368" y="724702"/>
                  </a:lnTo>
                  <a:lnTo>
                    <a:pt x="566727" y="767975"/>
                  </a:lnTo>
                  <a:lnTo>
                    <a:pt x="538052" y="653274"/>
                  </a:lnTo>
                  <a:moveTo>
                    <a:pt x="399368" y="724702"/>
                  </a:moveTo>
                  <a:lnTo>
                    <a:pt x="549000" y="642325"/>
                  </a:lnTo>
                  <a:lnTo>
                    <a:pt x="518240" y="540659"/>
                  </a:lnTo>
                  <a:lnTo>
                    <a:pt x="385291" y="613650"/>
                  </a:lnTo>
                  <a:lnTo>
                    <a:pt x="399368" y="724702"/>
                  </a:lnTo>
                  <a:moveTo>
                    <a:pt x="518240" y="540659"/>
                  </a:moveTo>
                  <a:lnTo>
                    <a:pt x="275282" y="562556"/>
                  </a:lnTo>
                  <a:lnTo>
                    <a:pt x="314385" y="663701"/>
                  </a:lnTo>
                  <a:lnTo>
                    <a:pt x="549000" y="642325"/>
                  </a:lnTo>
                  <a:lnTo>
                    <a:pt x="518240" y="540659"/>
                  </a:lnTo>
                  <a:moveTo>
                    <a:pt x="314385" y="663701"/>
                  </a:moveTo>
                  <a:lnTo>
                    <a:pt x="540137" y="494257"/>
                  </a:lnTo>
                  <a:lnTo>
                    <a:pt x="492693" y="399368"/>
                  </a:lnTo>
                  <a:lnTo>
                    <a:pt x="275282" y="562556"/>
                  </a:lnTo>
                  <a:lnTo>
                    <a:pt x="314385" y="663701"/>
                  </a:lnTo>
                  <a:moveTo>
                    <a:pt x="492693" y="399368"/>
                  </a:moveTo>
                  <a:lnTo>
                    <a:pt x="540137" y="494257"/>
                  </a:lnTo>
                  <a:lnTo>
                    <a:pt x="205419" y="593317"/>
                  </a:lnTo>
                  <a:lnTo>
                    <a:pt x="162145" y="497385"/>
                  </a:lnTo>
                  <a:lnTo>
                    <a:pt x="492693" y="399368"/>
                  </a:lnTo>
                  <a:moveTo>
                    <a:pt x="205419" y="593317"/>
                  </a:moveTo>
                  <a:lnTo>
                    <a:pt x="579761" y="363393"/>
                  </a:lnTo>
                  <a:lnTo>
                    <a:pt x="533881" y="269026"/>
                  </a:lnTo>
                  <a:lnTo>
                    <a:pt x="162145" y="497385"/>
                  </a:lnTo>
                  <a:lnTo>
                    <a:pt x="205419" y="593317"/>
                  </a:lnTo>
                  <a:moveTo>
                    <a:pt x="533881" y="269026"/>
                  </a:moveTo>
                  <a:lnTo>
                    <a:pt x="55786" y="442641"/>
                  </a:lnTo>
                  <a:lnTo>
                    <a:pt x="103752" y="535966"/>
                  </a:lnTo>
                  <a:lnTo>
                    <a:pt x="579761" y="363393"/>
                  </a:lnTo>
                  <a:lnTo>
                    <a:pt x="533881" y="269026"/>
                  </a:lnTo>
                  <a:moveTo>
                    <a:pt x="103752" y="535966"/>
                  </a:moveTo>
                  <a:lnTo>
                    <a:pt x="564642" y="216367"/>
                  </a:lnTo>
                  <a:lnTo>
                    <a:pt x="513547" y="124607"/>
                  </a:lnTo>
                  <a:lnTo>
                    <a:pt x="55786" y="442641"/>
                  </a:lnTo>
                  <a:lnTo>
                    <a:pt x="103752" y="535966"/>
                  </a:lnTo>
                  <a:moveTo>
                    <a:pt x="513547" y="124607"/>
                  </a:moveTo>
                  <a:lnTo>
                    <a:pt x="43273" y="330026"/>
                  </a:lnTo>
                  <a:lnTo>
                    <a:pt x="95931" y="420744"/>
                  </a:lnTo>
                  <a:lnTo>
                    <a:pt x="564642" y="216367"/>
                  </a:lnTo>
                  <a:lnTo>
                    <a:pt x="513547" y="124607"/>
                  </a:lnTo>
                  <a:moveTo>
                    <a:pt x="95931" y="420744"/>
                  </a:moveTo>
                  <a:lnTo>
                    <a:pt x="538573" y="92282"/>
                  </a:lnTo>
                  <a:lnTo>
                    <a:pt x="487479" y="521"/>
                  </a:lnTo>
                  <a:lnTo>
                    <a:pt x="43273" y="330026"/>
                  </a:lnTo>
                  <a:lnTo>
                    <a:pt x="95931" y="420744"/>
                  </a:lnTo>
                  <a:moveTo>
                    <a:pt x="487479" y="521"/>
                  </a:moveTo>
                  <a:lnTo>
                    <a:pt x="13034" y="187171"/>
                  </a:lnTo>
                  <a:lnTo>
                    <a:pt x="61000" y="279974"/>
                  </a:lnTo>
                  <a:lnTo>
                    <a:pt x="538573" y="92282"/>
                  </a:lnTo>
                  <a:lnTo>
                    <a:pt x="487479" y="521"/>
                  </a:lnTo>
                  <a:moveTo>
                    <a:pt x="61000" y="279974"/>
                  </a:moveTo>
                  <a:lnTo>
                    <a:pt x="337325" y="99060"/>
                  </a:lnTo>
                  <a:lnTo>
                    <a:pt x="298222" y="0"/>
                  </a:lnTo>
                  <a:lnTo>
                    <a:pt x="13034" y="187171"/>
                  </a:lnTo>
                  <a:lnTo>
                    <a:pt x="61000" y="279974"/>
                  </a:lnTo>
                  <a:moveTo>
                    <a:pt x="298222" y="0"/>
                  </a:moveTo>
                  <a:lnTo>
                    <a:pt x="0" y="52136"/>
                  </a:lnTo>
                  <a:lnTo>
                    <a:pt x="53179" y="148590"/>
                  </a:lnTo>
                  <a:lnTo>
                    <a:pt x="337325" y="99060"/>
                  </a:lnTo>
                  <a:lnTo>
                    <a:pt x="298222" y="0"/>
                  </a:lnTo>
                  <a:moveTo>
                    <a:pt x="53179" y="148590"/>
                  </a:moveTo>
                  <a:lnTo>
                    <a:pt x="0" y="52136"/>
                  </a:lnTo>
                  <a:lnTo>
                    <a:pt x="33367" y="15641"/>
                  </a:lnTo>
                  <a:lnTo>
                    <a:pt x="110530" y="85504"/>
                  </a:lnTo>
                  <a:lnTo>
                    <a:pt x="53179" y="148590"/>
                  </a:ln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073085" y="2823540"/>
              <a:ext cx="522411" cy="763804"/>
            </a:xfrm>
            <a:custGeom>
              <a:avLst/>
              <a:gdLst/>
              <a:ahLst/>
              <a:cxnLst/>
              <a:rect l="0" t="0" r="0" b="0"/>
              <a:pathLst>
                <a:path w="522411" h="763804">
                  <a:moveTo>
                    <a:pt x="520325" y="7820"/>
                  </a:moveTo>
                  <a:lnTo>
                    <a:pt x="9384" y="7820"/>
                  </a:lnTo>
                  <a:lnTo>
                    <a:pt x="9384" y="469231"/>
                  </a:lnTo>
                  <a:lnTo>
                    <a:pt x="520325" y="763804"/>
                  </a:lnTo>
                  <a:close/>
                  <a:moveTo>
                    <a:pt x="520325" y="7820"/>
                  </a:moveTo>
                  <a:cubicBezTo>
                    <a:pt x="519282" y="133991"/>
                    <a:pt x="520847" y="260684"/>
                    <a:pt x="520325" y="386855"/>
                  </a:cubicBezTo>
                  <a:cubicBezTo>
                    <a:pt x="520325" y="512505"/>
                    <a:pt x="522411" y="638154"/>
                    <a:pt x="520325" y="763804"/>
                  </a:cubicBezTo>
                  <a:cubicBezTo>
                    <a:pt x="435864" y="711146"/>
                    <a:pt x="348274" y="663701"/>
                    <a:pt x="261726" y="614693"/>
                  </a:cubicBezTo>
                  <a:cubicBezTo>
                    <a:pt x="177265" y="566727"/>
                    <a:pt x="94889" y="515111"/>
                    <a:pt x="9384" y="469231"/>
                  </a:cubicBezTo>
                  <a:cubicBezTo>
                    <a:pt x="8863" y="389462"/>
                    <a:pt x="19812" y="308650"/>
                    <a:pt x="9384" y="228880"/>
                  </a:cubicBezTo>
                  <a:cubicBezTo>
                    <a:pt x="0" y="155889"/>
                    <a:pt x="16162" y="81333"/>
                    <a:pt x="9384" y="7820"/>
                  </a:cubicBezTo>
                  <a:cubicBezTo>
                    <a:pt x="93846" y="0"/>
                    <a:pt x="178829" y="10948"/>
                    <a:pt x="263812" y="7820"/>
                  </a:cubicBezTo>
                  <a:cubicBezTo>
                    <a:pt x="349316" y="4692"/>
                    <a:pt x="434821" y="7299"/>
                    <a:pt x="520325" y="7820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700441" y="3263054"/>
              <a:ext cx="881112" cy="615736"/>
            </a:xfrm>
            <a:custGeom>
              <a:avLst/>
              <a:gdLst/>
              <a:ahLst/>
              <a:cxnLst/>
              <a:rect l="0" t="0" r="0" b="0"/>
              <a:pathLst>
                <a:path w="881112" h="615736">
                  <a:moveTo>
                    <a:pt x="881112" y="325855"/>
                  </a:moveTo>
                  <a:lnTo>
                    <a:pt x="776838" y="328983"/>
                  </a:lnTo>
                  <a:lnTo>
                    <a:pt x="775796" y="292487"/>
                  </a:lnTo>
                  <a:lnTo>
                    <a:pt x="881112" y="328462"/>
                  </a:lnTo>
                  <a:lnTo>
                    <a:pt x="881112" y="325855"/>
                  </a:lnTo>
                  <a:moveTo>
                    <a:pt x="775796" y="292487"/>
                  </a:moveTo>
                  <a:lnTo>
                    <a:pt x="674650" y="417616"/>
                  </a:lnTo>
                  <a:lnTo>
                    <a:pt x="779967" y="453069"/>
                  </a:lnTo>
                  <a:lnTo>
                    <a:pt x="881112" y="328462"/>
                  </a:lnTo>
                  <a:lnTo>
                    <a:pt x="775796" y="292487"/>
                  </a:lnTo>
                  <a:moveTo>
                    <a:pt x="779967" y="453069"/>
                  </a:moveTo>
                  <a:lnTo>
                    <a:pt x="774232" y="249214"/>
                  </a:lnTo>
                  <a:lnTo>
                    <a:pt x="669437" y="232008"/>
                  </a:lnTo>
                  <a:lnTo>
                    <a:pt x="674650" y="417616"/>
                  </a:lnTo>
                  <a:lnTo>
                    <a:pt x="779967" y="453069"/>
                  </a:lnTo>
                  <a:moveTo>
                    <a:pt x="669437" y="232008"/>
                  </a:moveTo>
                  <a:lnTo>
                    <a:pt x="580804" y="472359"/>
                  </a:lnTo>
                  <a:lnTo>
                    <a:pt x="686642" y="486436"/>
                  </a:lnTo>
                  <a:lnTo>
                    <a:pt x="774232" y="249214"/>
                  </a:lnTo>
                  <a:lnTo>
                    <a:pt x="669437" y="232008"/>
                  </a:lnTo>
                  <a:moveTo>
                    <a:pt x="686642" y="486436"/>
                  </a:moveTo>
                  <a:lnTo>
                    <a:pt x="660052" y="166316"/>
                  </a:lnTo>
                  <a:lnTo>
                    <a:pt x="554735" y="156931"/>
                  </a:lnTo>
                  <a:lnTo>
                    <a:pt x="580804" y="472359"/>
                  </a:lnTo>
                  <a:lnTo>
                    <a:pt x="686642" y="486436"/>
                  </a:lnTo>
                  <a:moveTo>
                    <a:pt x="554735" y="156931"/>
                  </a:moveTo>
                  <a:lnTo>
                    <a:pt x="461411" y="521368"/>
                  </a:lnTo>
                  <a:lnTo>
                    <a:pt x="566727" y="530231"/>
                  </a:lnTo>
                  <a:lnTo>
                    <a:pt x="660052" y="166316"/>
                  </a:lnTo>
                  <a:lnTo>
                    <a:pt x="554735" y="156931"/>
                  </a:lnTo>
                  <a:moveTo>
                    <a:pt x="566727" y="530231"/>
                  </a:moveTo>
                  <a:lnTo>
                    <a:pt x="530753" y="84461"/>
                  </a:lnTo>
                  <a:lnTo>
                    <a:pt x="425436" y="78205"/>
                  </a:lnTo>
                  <a:lnTo>
                    <a:pt x="461411" y="521368"/>
                  </a:lnTo>
                  <a:lnTo>
                    <a:pt x="566727" y="530231"/>
                  </a:lnTo>
                  <a:moveTo>
                    <a:pt x="425436" y="78205"/>
                  </a:moveTo>
                  <a:lnTo>
                    <a:pt x="322727" y="609479"/>
                  </a:lnTo>
                  <a:lnTo>
                    <a:pt x="427522" y="615736"/>
                  </a:lnTo>
                  <a:lnTo>
                    <a:pt x="530753" y="84461"/>
                  </a:lnTo>
                  <a:lnTo>
                    <a:pt x="425436" y="78205"/>
                  </a:lnTo>
                  <a:moveTo>
                    <a:pt x="427522" y="615736"/>
                  </a:moveTo>
                  <a:lnTo>
                    <a:pt x="388940" y="26589"/>
                  </a:lnTo>
                  <a:lnTo>
                    <a:pt x="284145" y="21897"/>
                  </a:lnTo>
                  <a:lnTo>
                    <a:pt x="322727" y="609479"/>
                  </a:lnTo>
                  <a:lnTo>
                    <a:pt x="427522" y="615736"/>
                  </a:lnTo>
                  <a:moveTo>
                    <a:pt x="284145" y="21897"/>
                  </a:moveTo>
                  <a:lnTo>
                    <a:pt x="200726" y="552650"/>
                  </a:lnTo>
                  <a:lnTo>
                    <a:pt x="305521" y="557342"/>
                  </a:lnTo>
                  <a:lnTo>
                    <a:pt x="388940" y="26589"/>
                  </a:lnTo>
                  <a:lnTo>
                    <a:pt x="284145" y="21897"/>
                  </a:lnTo>
                  <a:moveTo>
                    <a:pt x="305521" y="557342"/>
                  </a:moveTo>
                  <a:lnTo>
                    <a:pt x="269026" y="5735"/>
                  </a:lnTo>
                  <a:lnTo>
                    <a:pt x="164231" y="0"/>
                  </a:lnTo>
                  <a:lnTo>
                    <a:pt x="200726" y="552650"/>
                  </a:lnTo>
                  <a:lnTo>
                    <a:pt x="305521" y="557342"/>
                  </a:lnTo>
                  <a:moveTo>
                    <a:pt x="164231" y="0"/>
                  </a:moveTo>
                  <a:lnTo>
                    <a:pt x="83940" y="447855"/>
                  </a:lnTo>
                  <a:lnTo>
                    <a:pt x="189256" y="453590"/>
                  </a:lnTo>
                  <a:lnTo>
                    <a:pt x="269026" y="5735"/>
                  </a:lnTo>
                  <a:lnTo>
                    <a:pt x="164231" y="0"/>
                  </a:lnTo>
                  <a:moveTo>
                    <a:pt x="189256" y="453590"/>
                  </a:moveTo>
                  <a:lnTo>
                    <a:pt x="168923" y="173094"/>
                  </a:lnTo>
                  <a:lnTo>
                    <a:pt x="64128" y="164231"/>
                  </a:lnTo>
                  <a:lnTo>
                    <a:pt x="83940" y="447855"/>
                  </a:lnTo>
                  <a:lnTo>
                    <a:pt x="189256" y="453590"/>
                  </a:lnTo>
                  <a:moveTo>
                    <a:pt x="64128" y="164231"/>
                  </a:moveTo>
                  <a:lnTo>
                    <a:pt x="0" y="419180"/>
                  </a:lnTo>
                  <a:lnTo>
                    <a:pt x="104273" y="433257"/>
                  </a:lnTo>
                  <a:lnTo>
                    <a:pt x="168923" y="173094"/>
                  </a:lnTo>
                  <a:lnTo>
                    <a:pt x="64128" y="164231"/>
                  </a:lnTo>
                  <a:moveTo>
                    <a:pt x="104273" y="433257"/>
                  </a:moveTo>
                  <a:lnTo>
                    <a:pt x="0" y="419180"/>
                  </a:lnTo>
                  <a:lnTo>
                    <a:pt x="2085" y="327940"/>
                  </a:lnTo>
                  <a:lnTo>
                    <a:pt x="106359" y="330026"/>
                  </a:lnTo>
                  <a:lnTo>
                    <a:pt x="104273" y="433257"/>
                  </a:lnTo>
                </a:path>
              </a:pathLst>
            </a:custGeom>
            <a:solidFill>
              <a:srgbClr val="F5E0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683237" y="3209353"/>
              <a:ext cx="910309" cy="673193"/>
            </a:xfrm>
            <a:custGeom>
              <a:avLst/>
              <a:gdLst/>
              <a:ahLst/>
              <a:cxnLst/>
              <a:rect l="0" t="0" r="0" b="0"/>
              <a:pathLst>
                <a:path w="910309" h="673193">
                  <a:moveTo>
                    <a:pt x="255470" y="0"/>
                  </a:moveTo>
                  <a:lnTo>
                    <a:pt x="910172" y="377992"/>
                  </a:lnTo>
                  <a:lnTo>
                    <a:pt x="399593" y="673193"/>
                  </a:lnTo>
                  <a:lnTo>
                    <a:pt x="0" y="442487"/>
                  </a:lnTo>
                  <a:lnTo>
                    <a:pt x="255470" y="0"/>
                  </a:lnTo>
                  <a:close/>
                  <a:moveTo>
                    <a:pt x="255470" y="0"/>
                  </a:moveTo>
                  <a:cubicBezTo>
                    <a:pt x="334718" y="39102"/>
                    <a:pt x="411881" y="83940"/>
                    <a:pt x="485394" y="132948"/>
                  </a:cubicBezTo>
                  <a:cubicBezTo>
                    <a:pt x="549000" y="175179"/>
                    <a:pt x="620428" y="204376"/>
                    <a:pt x="683514" y="247128"/>
                  </a:cubicBezTo>
                  <a:cubicBezTo>
                    <a:pt x="755462" y="296137"/>
                    <a:pt x="832625" y="337846"/>
                    <a:pt x="910309" y="377992"/>
                  </a:cubicBezTo>
                  <a:cubicBezTo>
                    <a:pt x="849309" y="408231"/>
                    <a:pt x="786744" y="438992"/>
                    <a:pt x="733044" y="480701"/>
                  </a:cubicBezTo>
                  <a:cubicBezTo>
                    <a:pt x="679343" y="521889"/>
                    <a:pt x="619907" y="556821"/>
                    <a:pt x="557342" y="582368"/>
                  </a:cubicBezTo>
                  <a:cubicBezTo>
                    <a:pt x="501035" y="604787"/>
                    <a:pt x="454633" y="647539"/>
                    <a:pt x="399368" y="673086"/>
                  </a:cubicBezTo>
                  <a:cubicBezTo>
                    <a:pt x="264855" y="599052"/>
                    <a:pt x="131384" y="522932"/>
                    <a:pt x="0" y="442641"/>
                  </a:cubicBezTo>
                  <a:cubicBezTo>
                    <a:pt x="34931" y="366000"/>
                    <a:pt x="88111" y="298744"/>
                    <a:pt x="126171" y="223667"/>
                  </a:cubicBezTo>
                  <a:cubicBezTo>
                    <a:pt x="165795" y="147025"/>
                    <a:pt x="210111" y="72991"/>
                    <a:pt x="255470" y="0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20981" y="3581088"/>
              <a:ext cx="714274" cy="838881"/>
            </a:xfrm>
            <a:custGeom>
              <a:avLst/>
              <a:gdLst/>
              <a:ahLst/>
              <a:cxnLst/>
              <a:rect l="0" t="0" r="0" b="0"/>
              <a:pathLst>
                <a:path w="714274" h="838881">
                  <a:moveTo>
                    <a:pt x="683513" y="0"/>
                  </a:moveTo>
                  <a:lnTo>
                    <a:pt x="678300" y="104273"/>
                  </a:lnTo>
                  <a:lnTo>
                    <a:pt x="596445" y="100102"/>
                  </a:lnTo>
                  <a:lnTo>
                    <a:pt x="688206" y="0"/>
                  </a:lnTo>
                  <a:lnTo>
                    <a:pt x="683513" y="0"/>
                  </a:lnTo>
                  <a:moveTo>
                    <a:pt x="596445" y="100102"/>
                  </a:moveTo>
                  <a:lnTo>
                    <a:pt x="613650" y="221581"/>
                  </a:lnTo>
                  <a:lnTo>
                    <a:pt x="708018" y="142854"/>
                  </a:lnTo>
                  <a:lnTo>
                    <a:pt x="688206" y="0"/>
                  </a:lnTo>
                  <a:lnTo>
                    <a:pt x="596445" y="100102"/>
                  </a:lnTo>
                  <a:moveTo>
                    <a:pt x="708018" y="142854"/>
                  </a:moveTo>
                  <a:lnTo>
                    <a:pt x="613650" y="221581"/>
                  </a:lnTo>
                  <a:lnTo>
                    <a:pt x="477052" y="176743"/>
                  </a:lnTo>
                  <a:lnTo>
                    <a:pt x="533881" y="85504"/>
                  </a:lnTo>
                  <a:lnTo>
                    <a:pt x="708018" y="142854"/>
                  </a:lnTo>
                  <a:moveTo>
                    <a:pt x="477052" y="176743"/>
                  </a:moveTo>
                  <a:lnTo>
                    <a:pt x="650667" y="354530"/>
                  </a:lnTo>
                  <a:lnTo>
                    <a:pt x="712710" y="269026"/>
                  </a:lnTo>
                  <a:lnTo>
                    <a:pt x="533881" y="85504"/>
                  </a:lnTo>
                  <a:lnTo>
                    <a:pt x="477052" y="176743"/>
                  </a:lnTo>
                  <a:moveTo>
                    <a:pt x="712710" y="269026"/>
                  </a:moveTo>
                  <a:lnTo>
                    <a:pt x="650667" y="354530"/>
                  </a:lnTo>
                  <a:lnTo>
                    <a:pt x="368607" y="213239"/>
                  </a:lnTo>
                  <a:lnTo>
                    <a:pt x="430650" y="127735"/>
                  </a:lnTo>
                  <a:lnTo>
                    <a:pt x="712710" y="269026"/>
                  </a:lnTo>
                  <a:moveTo>
                    <a:pt x="368607" y="213239"/>
                  </a:moveTo>
                  <a:lnTo>
                    <a:pt x="653795" y="501035"/>
                  </a:lnTo>
                  <a:lnTo>
                    <a:pt x="714274" y="413966"/>
                  </a:lnTo>
                  <a:lnTo>
                    <a:pt x="430650" y="127735"/>
                  </a:lnTo>
                  <a:lnTo>
                    <a:pt x="368607" y="213239"/>
                  </a:lnTo>
                  <a:moveTo>
                    <a:pt x="714274" y="413966"/>
                  </a:moveTo>
                  <a:lnTo>
                    <a:pt x="263291" y="208026"/>
                  </a:lnTo>
                  <a:lnTo>
                    <a:pt x="206983" y="296658"/>
                  </a:lnTo>
                  <a:lnTo>
                    <a:pt x="653795" y="501035"/>
                  </a:lnTo>
                  <a:lnTo>
                    <a:pt x="714274" y="413966"/>
                  </a:lnTo>
                  <a:moveTo>
                    <a:pt x="206983" y="296658"/>
                  </a:moveTo>
                  <a:lnTo>
                    <a:pt x="623035" y="646496"/>
                  </a:lnTo>
                  <a:lnTo>
                    <a:pt x="679864" y="558385"/>
                  </a:lnTo>
                  <a:lnTo>
                    <a:pt x="263291" y="208026"/>
                  </a:lnTo>
                  <a:lnTo>
                    <a:pt x="206983" y="296658"/>
                  </a:lnTo>
                  <a:moveTo>
                    <a:pt x="679864" y="558385"/>
                  </a:moveTo>
                  <a:lnTo>
                    <a:pt x="144419" y="303436"/>
                  </a:lnTo>
                  <a:lnTo>
                    <a:pt x="90196" y="393111"/>
                  </a:lnTo>
                  <a:lnTo>
                    <a:pt x="623035" y="646496"/>
                  </a:lnTo>
                  <a:lnTo>
                    <a:pt x="679864" y="558385"/>
                  </a:lnTo>
                  <a:moveTo>
                    <a:pt x="90196" y="393111"/>
                  </a:moveTo>
                  <a:lnTo>
                    <a:pt x="516676" y="717402"/>
                  </a:lnTo>
                  <a:lnTo>
                    <a:pt x="572983" y="629291"/>
                  </a:lnTo>
                  <a:lnTo>
                    <a:pt x="144419" y="303436"/>
                  </a:lnTo>
                  <a:lnTo>
                    <a:pt x="90196" y="393111"/>
                  </a:lnTo>
                  <a:moveTo>
                    <a:pt x="572983" y="629291"/>
                  </a:moveTo>
                  <a:lnTo>
                    <a:pt x="56307" y="354009"/>
                  </a:lnTo>
                  <a:lnTo>
                    <a:pt x="0" y="442120"/>
                  </a:lnTo>
                  <a:lnTo>
                    <a:pt x="516676" y="717402"/>
                  </a:lnTo>
                  <a:lnTo>
                    <a:pt x="572983" y="629291"/>
                  </a:lnTo>
                  <a:moveTo>
                    <a:pt x="0" y="442120"/>
                  </a:moveTo>
                  <a:lnTo>
                    <a:pt x="420744" y="763804"/>
                  </a:lnTo>
                  <a:lnTo>
                    <a:pt x="474966" y="674129"/>
                  </a:lnTo>
                  <a:lnTo>
                    <a:pt x="56307" y="354009"/>
                  </a:lnTo>
                  <a:lnTo>
                    <a:pt x="0" y="442120"/>
                  </a:lnTo>
                  <a:moveTo>
                    <a:pt x="474966" y="674129"/>
                  </a:moveTo>
                  <a:lnTo>
                    <a:pt x="420744" y="763804"/>
                  </a:lnTo>
                  <a:lnTo>
                    <a:pt x="138162" y="633984"/>
                  </a:lnTo>
                  <a:lnTo>
                    <a:pt x="208025" y="551607"/>
                  </a:lnTo>
                  <a:lnTo>
                    <a:pt x="474966" y="674129"/>
                  </a:lnTo>
                  <a:moveTo>
                    <a:pt x="138162" y="633984"/>
                  </a:moveTo>
                  <a:lnTo>
                    <a:pt x="277367" y="838881"/>
                  </a:lnTo>
                  <a:lnTo>
                    <a:pt x="347231" y="756505"/>
                  </a:lnTo>
                  <a:lnTo>
                    <a:pt x="208025" y="551607"/>
                  </a:lnTo>
                  <a:lnTo>
                    <a:pt x="138162" y="633984"/>
                  </a:lnTo>
                  <a:moveTo>
                    <a:pt x="347231" y="756505"/>
                  </a:moveTo>
                  <a:lnTo>
                    <a:pt x="277367" y="838881"/>
                  </a:lnTo>
                  <a:lnTo>
                    <a:pt x="229923" y="816984"/>
                  </a:lnTo>
                  <a:lnTo>
                    <a:pt x="273718" y="722616"/>
                  </a:lnTo>
                  <a:lnTo>
                    <a:pt x="347231" y="756505"/>
                  </a:lnTo>
                </a:path>
              </a:pathLst>
            </a:custGeom>
            <a:solidFill>
              <a:srgbClr val="FFD7E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8707" y="3587345"/>
              <a:ext cx="663702" cy="820633"/>
            </a:xfrm>
            <a:custGeom>
              <a:avLst/>
              <a:gdLst/>
              <a:ahLst/>
              <a:cxnLst/>
              <a:rect l="0" t="0" r="0" b="0"/>
              <a:pathLst>
                <a:path w="663702" h="820633">
                  <a:moveTo>
                    <a:pt x="0" y="377992"/>
                  </a:moveTo>
                  <a:lnTo>
                    <a:pt x="255471" y="820480"/>
                  </a:lnTo>
                  <a:lnTo>
                    <a:pt x="655064" y="589774"/>
                  </a:lnTo>
                  <a:lnTo>
                    <a:pt x="654701" y="0"/>
                  </a:lnTo>
                  <a:close/>
                  <a:moveTo>
                    <a:pt x="0" y="377992"/>
                  </a:moveTo>
                  <a:cubicBezTo>
                    <a:pt x="115743" y="316470"/>
                    <a:pt x="225231" y="242957"/>
                    <a:pt x="340453" y="181436"/>
                  </a:cubicBezTo>
                  <a:cubicBezTo>
                    <a:pt x="447334" y="124085"/>
                    <a:pt x="552129" y="64128"/>
                    <a:pt x="654838" y="0"/>
                  </a:cubicBezTo>
                  <a:cubicBezTo>
                    <a:pt x="663702" y="102188"/>
                    <a:pt x="649625" y="205940"/>
                    <a:pt x="654838" y="308128"/>
                  </a:cubicBezTo>
                  <a:cubicBezTo>
                    <a:pt x="660052" y="401975"/>
                    <a:pt x="654838" y="495821"/>
                    <a:pt x="654838" y="589667"/>
                  </a:cubicBezTo>
                  <a:cubicBezTo>
                    <a:pt x="519804" y="663180"/>
                    <a:pt x="383727" y="735129"/>
                    <a:pt x="255470" y="820633"/>
                  </a:cubicBezTo>
                  <a:cubicBezTo>
                    <a:pt x="206983" y="752855"/>
                    <a:pt x="178307" y="672565"/>
                    <a:pt x="130863" y="604265"/>
                  </a:cubicBezTo>
                  <a:cubicBezTo>
                    <a:pt x="80812" y="532838"/>
                    <a:pt x="44837" y="452547"/>
                    <a:pt x="0" y="377992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81419" y="3587345"/>
              <a:ext cx="542744" cy="801864"/>
            </a:xfrm>
            <a:custGeom>
              <a:avLst/>
              <a:gdLst/>
              <a:ahLst/>
              <a:cxnLst/>
              <a:rect l="0" t="0" r="0" b="0"/>
              <a:pathLst>
                <a:path w="542744" h="801864">
                  <a:moveTo>
                    <a:pt x="46401" y="0"/>
                  </a:moveTo>
                  <a:lnTo>
                    <a:pt x="26589" y="1042"/>
                  </a:lnTo>
                  <a:lnTo>
                    <a:pt x="10948" y="106880"/>
                  </a:lnTo>
                  <a:lnTo>
                    <a:pt x="53700" y="103752"/>
                  </a:lnTo>
                  <a:lnTo>
                    <a:pt x="46401" y="0"/>
                  </a:lnTo>
                  <a:moveTo>
                    <a:pt x="10948" y="106880"/>
                  </a:moveTo>
                  <a:lnTo>
                    <a:pt x="208547" y="181436"/>
                  </a:lnTo>
                  <a:lnTo>
                    <a:pt x="203855" y="68299"/>
                  </a:lnTo>
                  <a:lnTo>
                    <a:pt x="26589" y="1042"/>
                  </a:lnTo>
                  <a:lnTo>
                    <a:pt x="10948" y="106880"/>
                  </a:lnTo>
                  <a:moveTo>
                    <a:pt x="203855" y="68299"/>
                  </a:moveTo>
                  <a:lnTo>
                    <a:pt x="17726" y="157453"/>
                  </a:lnTo>
                  <a:lnTo>
                    <a:pt x="46401" y="259120"/>
                  </a:lnTo>
                  <a:lnTo>
                    <a:pt x="208547" y="181436"/>
                  </a:lnTo>
                  <a:lnTo>
                    <a:pt x="203855" y="68299"/>
                  </a:lnTo>
                  <a:moveTo>
                    <a:pt x="46401" y="259120"/>
                  </a:moveTo>
                  <a:lnTo>
                    <a:pt x="17726" y="157453"/>
                  </a:lnTo>
                  <a:lnTo>
                    <a:pt x="293009" y="127735"/>
                  </a:lnTo>
                  <a:lnTo>
                    <a:pt x="325855" y="228880"/>
                  </a:lnTo>
                  <a:lnTo>
                    <a:pt x="46401" y="259120"/>
                  </a:lnTo>
                  <a:moveTo>
                    <a:pt x="293009" y="127735"/>
                  </a:moveTo>
                  <a:lnTo>
                    <a:pt x="0" y="297180"/>
                  </a:lnTo>
                  <a:lnTo>
                    <a:pt x="42752" y="393111"/>
                  </a:lnTo>
                  <a:lnTo>
                    <a:pt x="325855" y="228880"/>
                  </a:lnTo>
                  <a:lnTo>
                    <a:pt x="293009" y="127735"/>
                  </a:lnTo>
                  <a:moveTo>
                    <a:pt x="42752" y="393111"/>
                  </a:moveTo>
                  <a:lnTo>
                    <a:pt x="437949" y="268504"/>
                  </a:lnTo>
                  <a:lnTo>
                    <a:pt x="389983" y="174658"/>
                  </a:lnTo>
                  <a:lnTo>
                    <a:pt x="0" y="297180"/>
                  </a:lnTo>
                  <a:lnTo>
                    <a:pt x="42752" y="393111"/>
                  </a:lnTo>
                  <a:moveTo>
                    <a:pt x="389983" y="174658"/>
                  </a:moveTo>
                  <a:lnTo>
                    <a:pt x="15119" y="453590"/>
                  </a:lnTo>
                  <a:lnTo>
                    <a:pt x="68820" y="543787"/>
                  </a:lnTo>
                  <a:lnTo>
                    <a:pt x="437949" y="268504"/>
                  </a:lnTo>
                  <a:lnTo>
                    <a:pt x="389983" y="174658"/>
                  </a:lnTo>
                  <a:moveTo>
                    <a:pt x="68820" y="543787"/>
                  </a:moveTo>
                  <a:lnTo>
                    <a:pt x="509898" y="336282"/>
                  </a:lnTo>
                  <a:lnTo>
                    <a:pt x="456718" y="246085"/>
                  </a:lnTo>
                  <a:lnTo>
                    <a:pt x="15119" y="453590"/>
                  </a:lnTo>
                  <a:lnTo>
                    <a:pt x="68820" y="543787"/>
                  </a:lnTo>
                  <a:moveTo>
                    <a:pt x="456718" y="246085"/>
                  </a:moveTo>
                  <a:lnTo>
                    <a:pt x="19812" y="556821"/>
                  </a:lnTo>
                  <a:lnTo>
                    <a:pt x="71427" y="648060"/>
                  </a:lnTo>
                  <a:lnTo>
                    <a:pt x="509898" y="336282"/>
                  </a:lnTo>
                  <a:lnTo>
                    <a:pt x="456718" y="246085"/>
                  </a:lnTo>
                  <a:moveTo>
                    <a:pt x="71427" y="648060"/>
                  </a:moveTo>
                  <a:lnTo>
                    <a:pt x="19812" y="556821"/>
                  </a:lnTo>
                  <a:lnTo>
                    <a:pt x="484872" y="353487"/>
                  </a:lnTo>
                  <a:lnTo>
                    <a:pt x="535966" y="445248"/>
                  </a:lnTo>
                  <a:lnTo>
                    <a:pt x="71427" y="648060"/>
                  </a:lnTo>
                  <a:moveTo>
                    <a:pt x="484872" y="353487"/>
                  </a:moveTo>
                  <a:lnTo>
                    <a:pt x="19812" y="675172"/>
                  </a:lnTo>
                  <a:lnTo>
                    <a:pt x="64649" y="771103"/>
                  </a:lnTo>
                  <a:lnTo>
                    <a:pt x="535966" y="445248"/>
                  </a:lnTo>
                  <a:lnTo>
                    <a:pt x="484872" y="353487"/>
                  </a:lnTo>
                  <a:moveTo>
                    <a:pt x="64649" y="771103"/>
                  </a:moveTo>
                  <a:lnTo>
                    <a:pt x="19812" y="675172"/>
                  </a:lnTo>
                  <a:lnTo>
                    <a:pt x="471838" y="547958"/>
                  </a:lnTo>
                  <a:lnTo>
                    <a:pt x="517197" y="643368"/>
                  </a:lnTo>
                  <a:lnTo>
                    <a:pt x="64649" y="771103"/>
                  </a:lnTo>
                  <a:moveTo>
                    <a:pt x="471838" y="547958"/>
                  </a:moveTo>
                  <a:lnTo>
                    <a:pt x="249214" y="701761"/>
                  </a:lnTo>
                  <a:lnTo>
                    <a:pt x="287273" y="801864"/>
                  </a:lnTo>
                  <a:lnTo>
                    <a:pt x="517197" y="643368"/>
                  </a:lnTo>
                  <a:lnTo>
                    <a:pt x="471838" y="547958"/>
                  </a:lnTo>
                  <a:moveTo>
                    <a:pt x="287273" y="801864"/>
                  </a:moveTo>
                  <a:lnTo>
                    <a:pt x="542744" y="769018"/>
                  </a:lnTo>
                  <a:lnTo>
                    <a:pt x="520325" y="666830"/>
                  </a:lnTo>
                  <a:lnTo>
                    <a:pt x="249214" y="701761"/>
                  </a:lnTo>
                  <a:lnTo>
                    <a:pt x="287273" y="801864"/>
                  </a:lnTo>
                  <a:moveTo>
                    <a:pt x="520325" y="666830"/>
                  </a:moveTo>
                  <a:lnTo>
                    <a:pt x="542744" y="769018"/>
                  </a:lnTo>
                  <a:lnTo>
                    <a:pt x="503641" y="781009"/>
                  </a:lnTo>
                  <a:lnTo>
                    <a:pt x="472881" y="681428"/>
                  </a:lnTo>
                  <a:lnTo>
                    <a:pt x="520325" y="666830"/>
                  </a:lnTo>
                </a:path>
              </a:pathLst>
            </a:custGeom>
            <a:solidFill>
              <a:srgbClr val="FFD9D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87675" y="3587345"/>
              <a:ext cx="519804" cy="761719"/>
            </a:xfrm>
            <a:custGeom>
              <a:avLst/>
              <a:gdLst/>
              <a:ahLst/>
              <a:cxnLst/>
              <a:rect l="0" t="0" r="0" b="0"/>
              <a:pathLst>
                <a:path w="519804" h="761719">
                  <a:moveTo>
                    <a:pt x="5735" y="755984"/>
                  </a:moveTo>
                  <a:lnTo>
                    <a:pt x="516676" y="755984"/>
                  </a:lnTo>
                  <a:lnTo>
                    <a:pt x="516676" y="294573"/>
                  </a:lnTo>
                  <a:lnTo>
                    <a:pt x="5735" y="0"/>
                  </a:lnTo>
                  <a:close/>
                  <a:moveTo>
                    <a:pt x="5735" y="755984"/>
                  </a:moveTo>
                  <a:cubicBezTo>
                    <a:pt x="5735" y="687163"/>
                    <a:pt x="3649" y="618342"/>
                    <a:pt x="5735" y="549522"/>
                  </a:cubicBezTo>
                  <a:cubicBezTo>
                    <a:pt x="7820" y="484351"/>
                    <a:pt x="12512" y="418658"/>
                    <a:pt x="5735" y="354009"/>
                  </a:cubicBezTo>
                  <a:cubicBezTo>
                    <a:pt x="0" y="295615"/>
                    <a:pt x="5735" y="236179"/>
                    <a:pt x="5735" y="176743"/>
                  </a:cubicBezTo>
                  <a:cubicBezTo>
                    <a:pt x="5735" y="117829"/>
                    <a:pt x="1042" y="58914"/>
                    <a:pt x="5735" y="0"/>
                  </a:cubicBezTo>
                  <a:cubicBezTo>
                    <a:pt x="79769" y="50051"/>
                    <a:pt x="157453" y="94367"/>
                    <a:pt x="237744" y="133991"/>
                  </a:cubicBezTo>
                  <a:cubicBezTo>
                    <a:pt x="334197" y="180914"/>
                    <a:pt x="421787" y="244521"/>
                    <a:pt x="516676" y="294573"/>
                  </a:cubicBezTo>
                  <a:cubicBezTo>
                    <a:pt x="519804" y="448376"/>
                    <a:pt x="518761" y="602180"/>
                    <a:pt x="516676" y="755984"/>
                  </a:cubicBezTo>
                  <a:cubicBezTo>
                    <a:pt x="436906" y="747642"/>
                    <a:pt x="355573" y="750770"/>
                    <a:pt x="275803" y="755984"/>
                  </a:cubicBezTo>
                  <a:cubicBezTo>
                    <a:pt x="185607" y="761719"/>
                    <a:pt x="95931" y="754941"/>
                    <a:pt x="5735" y="755984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613744" y="3305177"/>
              <a:ext cx="889975" cy="605830"/>
            </a:xfrm>
            <a:custGeom>
              <a:avLst/>
              <a:gdLst/>
              <a:ahLst/>
              <a:cxnLst/>
              <a:rect l="0" t="0" r="0" b="0"/>
              <a:pathLst>
                <a:path w="889975" h="605830">
                  <a:moveTo>
                    <a:pt x="12512" y="239829"/>
                  </a:moveTo>
                  <a:lnTo>
                    <a:pt x="92803" y="306043"/>
                  </a:lnTo>
                  <a:lnTo>
                    <a:pt x="69342" y="334718"/>
                  </a:lnTo>
                  <a:lnTo>
                    <a:pt x="0" y="255470"/>
                  </a:lnTo>
                  <a:lnTo>
                    <a:pt x="12512" y="239829"/>
                  </a:lnTo>
                  <a:moveTo>
                    <a:pt x="69342" y="334718"/>
                  </a:moveTo>
                  <a:lnTo>
                    <a:pt x="231487" y="233051"/>
                  </a:lnTo>
                  <a:lnTo>
                    <a:pt x="121478" y="178829"/>
                  </a:lnTo>
                  <a:lnTo>
                    <a:pt x="0" y="255470"/>
                  </a:lnTo>
                  <a:lnTo>
                    <a:pt x="69342" y="334718"/>
                  </a:lnTo>
                  <a:moveTo>
                    <a:pt x="121478" y="178829"/>
                  </a:moveTo>
                  <a:lnTo>
                    <a:pt x="137119" y="347752"/>
                  </a:lnTo>
                  <a:lnTo>
                    <a:pt x="243479" y="363915"/>
                  </a:lnTo>
                  <a:lnTo>
                    <a:pt x="231487" y="233051"/>
                  </a:lnTo>
                  <a:lnTo>
                    <a:pt x="121478" y="178829"/>
                  </a:lnTo>
                  <a:moveTo>
                    <a:pt x="243479" y="363915"/>
                  </a:moveTo>
                  <a:lnTo>
                    <a:pt x="328462" y="159017"/>
                  </a:lnTo>
                  <a:lnTo>
                    <a:pt x="224188" y="138162"/>
                  </a:lnTo>
                  <a:lnTo>
                    <a:pt x="137119" y="347752"/>
                  </a:lnTo>
                  <a:lnTo>
                    <a:pt x="243479" y="363915"/>
                  </a:lnTo>
                  <a:moveTo>
                    <a:pt x="224188" y="138162"/>
                  </a:moveTo>
                  <a:lnTo>
                    <a:pt x="224709" y="446812"/>
                  </a:lnTo>
                  <a:lnTo>
                    <a:pt x="328983" y="461932"/>
                  </a:lnTo>
                  <a:lnTo>
                    <a:pt x="328462" y="159017"/>
                  </a:lnTo>
                  <a:lnTo>
                    <a:pt x="224188" y="138162"/>
                  </a:lnTo>
                  <a:moveTo>
                    <a:pt x="328983" y="461932"/>
                  </a:moveTo>
                  <a:lnTo>
                    <a:pt x="444727" y="75598"/>
                  </a:lnTo>
                  <a:lnTo>
                    <a:pt x="339410" y="64128"/>
                  </a:lnTo>
                  <a:lnTo>
                    <a:pt x="224709" y="446812"/>
                  </a:lnTo>
                  <a:lnTo>
                    <a:pt x="328983" y="461932"/>
                  </a:lnTo>
                  <a:moveTo>
                    <a:pt x="339410" y="64128"/>
                  </a:moveTo>
                  <a:lnTo>
                    <a:pt x="373299" y="536488"/>
                  </a:lnTo>
                  <a:lnTo>
                    <a:pt x="478094" y="539094"/>
                  </a:lnTo>
                  <a:lnTo>
                    <a:pt x="444727" y="75598"/>
                  </a:lnTo>
                  <a:lnTo>
                    <a:pt x="339410" y="64128"/>
                  </a:lnTo>
                  <a:moveTo>
                    <a:pt x="478094" y="539094"/>
                  </a:moveTo>
                  <a:lnTo>
                    <a:pt x="543265" y="3128"/>
                  </a:lnTo>
                  <a:lnTo>
                    <a:pt x="438470" y="0"/>
                  </a:lnTo>
                  <a:lnTo>
                    <a:pt x="373299" y="536488"/>
                  </a:lnTo>
                  <a:lnTo>
                    <a:pt x="478094" y="539094"/>
                  </a:lnTo>
                  <a:moveTo>
                    <a:pt x="438470" y="0"/>
                  </a:moveTo>
                  <a:lnTo>
                    <a:pt x="477052" y="601137"/>
                  </a:lnTo>
                  <a:lnTo>
                    <a:pt x="581847" y="603744"/>
                  </a:lnTo>
                  <a:lnTo>
                    <a:pt x="543265" y="3128"/>
                  </a:lnTo>
                  <a:lnTo>
                    <a:pt x="438470" y="0"/>
                  </a:lnTo>
                  <a:moveTo>
                    <a:pt x="581847" y="603744"/>
                  </a:moveTo>
                  <a:lnTo>
                    <a:pt x="643890" y="68820"/>
                  </a:lnTo>
                  <a:lnTo>
                    <a:pt x="539094" y="69341"/>
                  </a:lnTo>
                  <a:lnTo>
                    <a:pt x="477052" y="601137"/>
                  </a:lnTo>
                  <a:lnTo>
                    <a:pt x="581847" y="603744"/>
                  </a:lnTo>
                  <a:moveTo>
                    <a:pt x="539094" y="69341"/>
                  </a:moveTo>
                  <a:lnTo>
                    <a:pt x="603223" y="605830"/>
                  </a:lnTo>
                  <a:lnTo>
                    <a:pt x="708018" y="604787"/>
                  </a:lnTo>
                  <a:lnTo>
                    <a:pt x="643890" y="68820"/>
                  </a:lnTo>
                  <a:lnTo>
                    <a:pt x="539094" y="69341"/>
                  </a:lnTo>
                  <a:moveTo>
                    <a:pt x="708018" y="604787"/>
                  </a:moveTo>
                  <a:lnTo>
                    <a:pt x="756505" y="126692"/>
                  </a:lnTo>
                  <a:lnTo>
                    <a:pt x="651710" y="128778"/>
                  </a:lnTo>
                  <a:lnTo>
                    <a:pt x="603223" y="605830"/>
                  </a:lnTo>
                  <a:lnTo>
                    <a:pt x="708018" y="604787"/>
                  </a:lnTo>
                  <a:moveTo>
                    <a:pt x="651710" y="128778"/>
                  </a:moveTo>
                  <a:lnTo>
                    <a:pt x="691855" y="403539"/>
                  </a:lnTo>
                  <a:lnTo>
                    <a:pt x="799779" y="424393"/>
                  </a:lnTo>
                  <a:lnTo>
                    <a:pt x="756505" y="126692"/>
                  </a:lnTo>
                  <a:lnTo>
                    <a:pt x="651710" y="128778"/>
                  </a:lnTo>
                  <a:moveTo>
                    <a:pt x="799779" y="424393"/>
                  </a:moveTo>
                  <a:lnTo>
                    <a:pt x="889975" y="267983"/>
                  </a:lnTo>
                  <a:lnTo>
                    <a:pt x="817505" y="185085"/>
                  </a:lnTo>
                  <a:lnTo>
                    <a:pt x="691855" y="403539"/>
                  </a:lnTo>
                  <a:lnTo>
                    <a:pt x="799779" y="424393"/>
                  </a:lnTo>
                  <a:moveTo>
                    <a:pt x="817505" y="185085"/>
                  </a:moveTo>
                  <a:lnTo>
                    <a:pt x="818548" y="184564"/>
                  </a:lnTo>
                  <a:lnTo>
                    <a:pt x="858172" y="281017"/>
                  </a:lnTo>
                  <a:lnTo>
                    <a:pt x="889975" y="267983"/>
                  </a:lnTo>
                  <a:lnTo>
                    <a:pt x="817505" y="185085"/>
                  </a:lnTo>
                </a:path>
              </a:pathLst>
            </a:custGeom>
            <a:solidFill>
              <a:srgbClr val="FFE4C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593410" y="3292140"/>
              <a:ext cx="910309" cy="673194"/>
            </a:xfrm>
            <a:custGeom>
              <a:avLst/>
              <a:gdLst/>
              <a:ahLst/>
              <a:cxnLst/>
              <a:rect l="0" t="0" r="0" b="0"/>
              <a:pathLst>
                <a:path w="910309" h="673194">
                  <a:moveTo>
                    <a:pt x="654701" y="673194"/>
                  </a:moveTo>
                  <a:lnTo>
                    <a:pt x="0" y="295201"/>
                  </a:lnTo>
                  <a:lnTo>
                    <a:pt x="510578" y="0"/>
                  </a:lnTo>
                  <a:lnTo>
                    <a:pt x="910172" y="230706"/>
                  </a:lnTo>
                  <a:lnTo>
                    <a:pt x="654701" y="673194"/>
                  </a:lnTo>
                  <a:close/>
                  <a:moveTo>
                    <a:pt x="654838" y="673086"/>
                  </a:moveTo>
                  <a:cubicBezTo>
                    <a:pt x="602701" y="631898"/>
                    <a:pt x="539616" y="607915"/>
                    <a:pt x="482787" y="574026"/>
                  </a:cubicBezTo>
                  <a:cubicBezTo>
                    <a:pt x="425958" y="540137"/>
                    <a:pt x="366000" y="512505"/>
                    <a:pt x="311778" y="475488"/>
                  </a:cubicBezTo>
                  <a:cubicBezTo>
                    <a:pt x="257555" y="437949"/>
                    <a:pt x="197598" y="410838"/>
                    <a:pt x="141290" y="376949"/>
                  </a:cubicBezTo>
                  <a:cubicBezTo>
                    <a:pt x="94367" y="348795"/>
                    <a:pt x="43794" y="327419"/>
                    <a:pt x="0" y="295094"/>
                  </a:cubicBezTo>
                  <a:cubicBezTo>
                    <a:pt x="92282" y="249214"/>
                    <a:pt x="180914" y="196034"/>
                    <a:pt x="267461" y="140248"/>
                  </a:cubicBezTo>
                  <a:cubicBezTo>
                    <a:pt x="346188" y="90196"/>
                    <a:pt x="434821" y="55265"/>
                    <a:pt x="510419" y="0"/>
                  </a:cubicBezTo>
                  <a:cubicBezTo>
                    <a:pt x="642325" y="79769"/>
                    <a:pt x="782052" y="145461"/>
                    <a:pt x="910309" y="230966"/>
                  </a:cubicBezTo>
                  <a:cubicBezTo>
                    <a:pt x="858172" y="303436"/>
                    <a:pt x="824283" y="387898"/>
                    <a:pt x="775796" y="462975"/>
                  </a:cubicBezTo>
                  <a:cubicBezTo>
                    <a:pt x="732522" y="531274"/>
                    <a:pt x="694462" y="602701"/>
                    <a:pt x="654838" y="673086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58635" y="2750702"/>
              <a:ext cx="693941" cy="829497"/>
            </a:xfrm>
            <a:custGeom>
              <a:avLst/>
              <a:gdLst/>
              <a:ahLst/>
              <a:cxnLst/>
              <a:rect l="0" t="0" r="0" b="0"/>
              <a:pathLst>
                <a:path w="693941" h="829497">
                  <a:moveTo>
                    <a:pt x="40666" y="820112"/>
                  </a:moveTo>
                  <a:lnTo>
                    <a:pt x="64649" y="718967"/>
                  </a:lnTo>
                  <a:lnTo>
                    <a:pt x="149111" y="738779"/>
                  </a:lnTo>
                  <a:lnTo>
                    <a:pt x="79769" y="829497"/>
                  </a:lnTo>
                  <a:lnTo>
                    <a:pt x="40666" y="820112"/>
                  </a:lnTo>
                  <a:moveTo>
                    <a:pt x="149111" y="738779"/>
                  </a:moveTo>
                  <a:lnTo>
                    <a:pt x="74034" y="600095"/>
                  </a:lnTo>
                  <a:lnTo>
                    <a:pt x="0" y="681949"/>
                  </a:lnTo>
                  <a:lnTo>
                    <a:pt x="79769" y="829497"/>
                  </a:lnTo>
                  <a:lnTo>
                    <a:pt x="149111" y="738779"/>
                  </a:lnTo>
                  <a:moveTo>
                    <a:pt x="0" y="681949"/>
                  </a:moveTo>
                  <a:lnTo>
                    <a:pt x="184564" y="759112"/>
                  </a:lnTo>
                  <a:lnTo>
                    <a:pt x="247650" y="672565"/>
                  </a:lnTo>
                  <a:lnTo>
                    <a:pt x="74034" y="600095"/>
                  </a:lnTo>
                  <a:lnTo>
                    <a:pt x="0" y="681949"/>
                  </a:lnTo>
                  <a:moveTo>
                    <a:pt x="247650" y="672565"/>
                  </a:moveTo>
                  <a:lnTo>
                    <a:pt x="84461" y="481744"/>
                  </a:lnTo>
                  <a:lnTo>
                    <a:pt x="20854" y="567770"/>
                  </a:lnTo>
                  <a:lnTo>
                    <a:pt x="184564" y="759112"/>
                  </a:lnTo>
                  <a:lnTo>
                    <a:pt x="247650" y="672565"/>
                  </a:lnTo>
                  <a:moveTo>
                    <a:pt x="20854" y="567770"/>
                  </a:moveTo>
                  <a:lnTo>
                    <a:pt x="290923" y="686642"/>
                  </a:lnTo>
                  <a:lnTo>
                    <a:pt x="350359" y="599052"/>
                  </a:lnTo>
                  <a:lnTo>
                    <a:pt x="84461" y="481744"/>
                  </a:lnTo>
                  <a:lnTo>
                    <a:pt x="20854" y="567770"/>
                  </a:lnTo>
                  <a:moveTo>
                    <a:pt x="350359" y="599052"/>
                  </a:moveTo>
                  <a:lnTo>
                    <a:pt x="93846" y="345145"/>
                  </a:lnTo>
                  <a:lnTo>
                    <a:pt x="32324" y="430650"/>
                  </a:lnTo>
                  <a:lnTo>
                    <a:pt x="290923" y="686642"/>
                  </a:lnTo>
                  <a:lnTo>
                    <a:pt x="350359" y="599052"/>
                  </a:lnTo>
                  <a:moveTo>
                    <a:pt x="32324" y="430650"/>
                  </a:moveTo>
                  <a:lnTo>
                    <a:pt x="93846" y="345145"/>
                  </a:lnTo>
                  <a:lnTo>
                    <a:pt x="503120" y="552650"/>
                  </a:lnTo>
                  <a:lnTo>
                    <a:pt x="446291" y="641283"/>
                  </a:lnTo>
                  <a:lnTo>
                    <a:pt x="32324" y="430650"/>
                  </a:lnTo>
                  <a:moveTo>
                    <a:pt x="503120" y="552650"/>
                  </a:moveTo>
                  <a:lnTo>
                    <a:pt x="86025" y="223145"/>
                  </a:lnTo>
                  <a:lnTo>
                    <a:pt x="30239" y="311778"/>
                  </a:lnTo>
                  <a:lnTo>
                    <a:pt x="446291" y="641283"/>
                  </a:lnTo>
                  <a:lnTo>
                    <a:pt x="503120" y="552650"/>
                  </a:lnTo>
                  <a:moveTo>
                    <a:pt x="30239" y="311778"/>
                  </a:moveTo>
                  <a:lnTo>
                    <a:pt x="521889" y="550565"/>
                  </a:lnTo>
                  <a:lnTo>
                    <a:pt x="578197" y="461932"/>
                  </a:lnTo>
                  <a:lnTo>
                    <a:pt x="86025" y="223145"/>
                  </a:lnTo>
                  <a:lnTo>
                    <a:pt x="30239" y="311778"/>
                  </a:lnTo>
                  <a:moveTo>
                    <a:pt x="578197" y="461932"/>
                  </a:moveTo>
                  <a:lnTo>
                    <a:pt x="184564" y="145461"/>
                  </a:lnTo>
                  <a:lnTo>
                    <a:pt x="128256" y="234094"/>
                  </a:lnTo>
                  <a:lnTo>
                    <a:pt x="521889" y="550565"/>
                  </a:lnTo>
                  <a:lnTo>
                    <a:pt x="578197" y="461932"/>
                  </a:lnTo>
                  <a:moveTo>
                    <a:pt x="128256" y="234094"/>
                  </a:moveTo>
                  <a:lnTo>
                    <a:pt x="638154" y="483829"/>
                  </a:lnTo>
                  <a:lnTo>
                    <a:pt x="693941" y="395197"/>
                  </a:lnTo>
                  <a:lnTo>
                    <a:pt x="184564" y="145461"/>
                  </a:lnTo>
                  <a:lnTo>
                    <a:pt x="128256" y="234094"/>
                  </a:lnTo>
                  <a:moveTo>
                    <a:pt x="693941" y="395197"/>
                  </a:moveTo>
                  <a:lnTo>
                    <a:pt x="290923" y="77162"/>
                  </a:lnTo>
                  <a:lnTo>
                    <a:pt x="238786" y="168923"/>
                  </a:lnTo>
                  <a:lnTo>
                    <a:pt x="638154" y="483829"/>
                  </a:lnTo>
                  <a:lnTo>
                    <a:pt x="693941" y="395197"/>
                  </a:lnTo>
                  <a:moveTo>
                    <a:pt x="238786" y="168923"/>
                  </a:moveTo>
                  <a:lnTo>
                    <a:pt x="290923" y="77162"/>
                  </a:lnTo>
                  <a:lnTo>
                    <a:pt x="587060" y="191863"/>
                  </a:lnTo>
                  <a:lnTo>
                    <a:pt x="518240" y="277368"/>
                  </a:lnTo>
                  <a:lnTo>
                    <a:pt x="238786" y="168923"/>
                  </a:lnTo>
                  <a:moveTo>
                    <a:pt x="587060" y="191863"/>
                  </a:moveTo>
                  <a:lnTo>
                    <a:pt x="459846" y="0"/>
                  </a:lnTo>
                  <a:lnTo>
                    <a:pt x="375385" y="61521"/>
                  </a:lnTo>
                  <a:lnTo>
                    <a:pt x="518240" y="277368"/>
                  </a:lnTo>
                  <a:lnTo>
                    <a:pt x="587060" y="191863"/>
                  </a:lnTo>
                  <a:moveTo>
                    <a:pt x="375385" y="61521"/>
                  </a:moveTo>
                  <a:lnTo>
                    <a:pt x="459846" y="0"/>
                  </a:lnTo>
                  <a:lnTo>
                    <a:pt x="505727" y="57350"/>
                  </a:lnTo>
                  <a:lnTo>
                    <a:pt x="424393" y="122521"/>
                  </a:lnTo>
                  <a:lnTo>
                    <a:pt x="375385" y="61521"/>
                  </a:lnTo>
                </a:path>
              </a:pathLst>
            </a:custGeom>
            <a:solidFill>
              <a:srgbClr val="FFF8B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592003" y="2766862"/>
              <a:ext cx="656105" cy="820633"/>
            </a:xfrm>
            <a:custGeom>
              <a:avLst/>
              <a:gdLst/>
              <a:ahLst/>
              <a:cxnLst/>
              <a:rect l="0" t="0" r="0" b="0"/>
              <a:pathLst>
                <a:path w="656105" h="820633">
                  <a:moveTo>
                    <a:pt x="656105" y="442488"/>
                  </a:moveTo>
                  <a:lnTo>
                    <a:pt x="1404" y="820480"/>
                  </a:lnTo>
                  <a:lnTo>
                    <a:pt x="1041" y="230706"/>
                  </a:lnTo>
                  <a:lnTo>
                    <a:pt x="400635" y="0"/>
                  </a:lnTo>
                  <a:lnTo>
                    <a:pt x="656105" y="442488"/>
                  </a:lnTo>
                  <a:close/>
                  <a:moveTo>
                    <a:pt x="655881" y="442641"/>
                  </a:moveTo>
                  <a:cubicBezTo>
                    <a:pt x="536488" y="502077"/>
                    <a:pt x="427522" y="581847"/>
                    <a:pt x="308650" y="642847"/>
                  </a:cubicBezTo>
                  <a:cubicBezTo>
                    <a:pt x="203855" y="697069"/>
                    <a:pt x="105316" y="763804"/>
                    <a:pt x="1564" y="820633"/>
                  </a:cubicBezTo>
                  <a:cubicBezTo>
                    <a:pt x="4170" y="714274"/>
                    <a:pt x="0" y="607915"/>
                    <a:pt x="1042" y="502077"/>
                  </a:cubicBezTo>
                  <a:cubicBezTo>
                    <a:pt x="2085" y="411359"/>
                    <a:pt x="2606" y="321162"/>
                    <a:pt x="1042" y="230966"/>
                  </a:cubicBezTo>
                  <a:cubicBezTo>
                    <a:pt x="133470" y="152239"/>
                    <a:pt x="266419" y="75077"/>
                    <a:pt x="400410" y="0"/>
                  </a:cubicBezTo>
                  <a:cubicBezTo>
                    <a:pt x="490607" y="144940"/>
                    <a:pt x="574026" y="293009"/>
                    <a:pt x="655881" y="442641"/>
                  </a:cubicBezTo>
                </a:path>
              </a:pathLst>
            </a:custGeom>
            <a:noFill/>
            <a:ln w="1564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66780" y="3263054"/>
              <a:ext cx="860662" cy="1085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Python, </a:t>
              </a:r>
              <a:r>
                <a:rPr sz="1200" b="0" dirty="0" err="1">
                  <a:solidFill>
                    <a:srgbClr val="484848"/>
                  </a:solidFill>
                  <a:latin typeface="Shantell Sans"/>
                </a:rPr>
                <a:t>Pyshark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,
Minitab, </a:t>
              </a:r>
              <a:r>
                <a:rPr sz="1200" b="0" dirty="0" err="1">
                  <a:solidFill>
                    <a:srgbClr val="484848"/>
                  </a:solidFill>
                  <a:latin typeface="Shantell Sans"/>
                </a:rPr>
                <a:t>Matlab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, Jira,
Confluence, Teamcenter,
</a:t>
              </a:r>
              <a:r>
                <a:rPr sz="1200" b="0" dirty="0" err="1">
                  <a:solidFill>
                    <a:srgbClr val="484848"/>
                  </a:solidFill>
                  <a:latin typeface="Shantell Sans"/>
                </a:rPr>
                <a:t>Polarion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, stakeholder
communication,
technical
documentation, concise
reporting.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34353" y="1944762"/>
              <a:ext cx="720299" cy="949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Altium Designer,
schematic capture,
PDN &amp; power
sequencing,
component selection,
BOM management,
SysML / UML.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356295" y="3672898"/>
              <a:ext cx="311393" cy="476217"/>
            </a:xfrm>
            <a:custGeom>
              <a:avLst/>
              <a:gdLst/>
              <a:ahLst/>
              <a:cxnLst/>
              <a:rect l="0" t="0" r="0" b="0"/>
              <a:pathLst>
                <a:path w="235658" h="247650">
                  <a:moveTo>
                    <a:pt x="235064" y="234615"/>
                  </a:moveTo>
                  <a:lnTo>
                    <a:pt x="521" y="234615"/>
                  </a:lnTo>
                  <a:lnTo>
                    <a:pt x="521" y="0"/>
                  </a:lnTo>
                  <a:moveTo>
                    <a:pt x="676" y="66037"/>
                  </a:moveTo>
                  <a:cubicBezTo>
                    <a:pt x="1535" y="65683"/>
                    <a:pt x="2435" y="65393"/>
                    <a:pt x="3377" y="65170"/>
                  </a:cubicBezTo>
                  <a:cubicBezTo>
                    <a:pt x="36475" y="57350"/>
                    <a:pt x="56334" y="117307"/>
                    <a:pt x="82812" y="117307"/>
                  </a:cubicBezTo>
                  <a:cubicBezTo>
                    <a:pt x="109291" y="117307"/>
                    <a:pt x="142389" y="54743"/>
                    <a:pt x="168868" y="57350"/>
                  </a:cubicBezTo>
                  <a:cubicBezTo>
                    <a:pt x="195346" y="59957"/>
                    <a:pt x="204821" y="113376"/>
                    <a:pt x="235064" y="106880"/>
                  </a:cubicBezTo>
                  <a:moveTo>
                    <a:pt x="521" y="213761"/>
                  </a:moveTo>
                  <a:cubicBezTo>
                    <a:pt x="33106" y="207558"/>
                    <a:pt x="81333" y="153803"/>
                    <a:pt x="107401" y="162073"/>
                  </a:cubicBezTo>
                  <a:cubicBezTo>
                    <a:pt x="133470" y="170343"/>
                    <a:pt x="164752" y="211693"/>
                    <a:pt x="185607" y="207558"/>
                  </a:cubicBezTo>
                  <a:cubicBezTo>
                    <a:pt x="206461" y="203423"/>
                    <a:pt x="232530" y="153803"/>
                    <a:pt x="232530" y="153803"/>
                  </a:cubicBezTo>
                  <a:moveTo>
                    <a:pt x="683" y="132256"/>
                  </a:moveTo>
                  <a:cubicBezTo>
                    <a:pt x="62130" y="131868"/>
                    <a:pt x="34888" y="18247"/>
                    <a:pt x="82812" y="18247"/>
                  </a:cubicBezTo>
                  <a:cubicBezTo>
                    <a:pt x="115910" y="18247"/>
                    <a:pt x="122530" y="138162"/>
                    <a:pt x="162247" y="143376"/>
                  </a:cubicBezTo>
                  <a:cubicBezTo>
                    <a:pt x="201965" y="148590"/>
                    <a:pt x="228444" y="59957"/>
                    <a:pt x="235064" y="33888"/>
                  </a:cubicBezTo>
                  <a:moveTo>
                    <a:pt x="234615" y="235137"/>
                  </a:moveTo>
                  <a:cubicBezTo>
                    <a:pt x="157453" y="244521"/>
                    <a:pt x="77162" y="247650"/>
                    <a:pt x="1042" y="235137"/>
                  </a:cubicBezTo>
                  <a:cubicBezTo>
                    <a:pt x="0" y="156931"/>
                    <a:pt x="2085" y="78726"/>
                    <a:pt x="1042" y="521"/>
                  </a:cubicBezTo>
                  <a:moveTo>
                    <a:pt x="1042" y="66213"/>
                  </a:moveTo>
                  <a:cubicBezTo>
                    <a:pt x="2085" y="66213"/>
                    <a:pt x="2085" y="65171"/>
                    <a:pt x="3128" y="65171"/>
                  </a:cubicBezTo>
                  <a:cubicBezTo>
                    <a:pt x="36495" y="58914"/>
                    <a:pt x="56307" y="113136"/>
                    <a:pt x="82376" y="117307"/>
                  </a:cubicBezTo>
                  <a:cubicBezTo>
                    <a:pt x="108444" y="121478"/>
                    <a:pt x="142854" y="54743"/>
                    <a:pt x="168923" y="56829"/>
                  </a:cubicBezTo>
                  <a:cubicBezTo>
                    <a:pt x="194991" y="59957"/>
                    <a:pt x="204376" y="108966"/>
                    <a:pt x="234615" y="106880"/>
                  </a:cubicBezTo>
                  <a:moveTo>
                    <a:pt x="1042" y="214282"/>
                  </a:moveTo>
                  <a:cubicBezTo>
                    <a:pt x="33367" y="212196"/>
                    <a:pt x="82376" y="152760"/>
                    <a:pt x="107401" y="162145"/>
                  </a:cubicBezTo>
                  <a:cubicBezTo>
                    <a:pt x="133470" y="171530"/>
                    <a:pt x="164752" y="213239"/>
                    <a:pt x="185607" y="208026"/>
                  </a:cubicBezTo>
                  <a:cubicBezTo>
                    <a:pt x="206461" y="201769"/>
                    <a:pt x="232530" y="153803"/>
                    <a:pt x="232530" y="153803"/>
                  </a:cubicBezTo>
                  <a:moveTo>
                    <a:pt x="1042" y="131906"/>
                  </a:moveTo>
                  <a:cubicBezTo>
                    <a:pt x="62564" y="135034"/>
                    <a:pt x="36495" y="6777"/>
                    <a:pt x="82376" y="18247"/>
                  </a:cubicBezTo>
                  <a:cubicBezTo>
                    <a:pt x="114701" y="25547"/>
                    <a:pt x="122000" y="139205"/>
                    <a:pt x="162666" y="143376"/>
                  </a:cubicBezTo>
                  <a:cubicBezTo>
                    <a:pt x="202290" y="147547"/>
                    <a:pt x="235658" y="61000"/>
                    <a:pt x="234615" y="33888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643615" y="3273656"/>
              <a:ext cx="331591" cy="476216"/>
            </a:xfrm>
            <a:custGeom>
              <a:avLst/>
              <a:gdLst/>
              <a:ahLst/>
              <a:cxnLst/>
              <a:rect l="0" t="0" r="0" b="0"/>
              <a:pathLst>
                <a:path w="244000" h="251299">
                  <a:moveTo>
                    <a:pt x="11470" y="11470"/>
                  </a:moveTo>
                  <a:cubicBezTo>
                    <a:pt x="1042" y="11470"/>
                    <a:pt x="1042" y="21897"/>
                    <a:pt x="1042" y="21897"/>
                  </a:cubicBezTo>
                  <a:lnTo>
                    <a:pt x="1042" y="147025"/>
                  </a:lnTo>
                  <a:cubicBezTo>
                    <a:pt x="1042" y="157453"/>
                    <a:pt x="11470" y="157453"/>
                    <a:pt x="11470" y="157453"/>
                  </a:cubicBezTo>
                  <a:lnTo>
                    <a:pt x="230444" y="157453"/>
                  </a:lnTo>
                  <a:cubicBezTo>
                    <a:pt x="240872" y="157453"/>
                    <a:pt x="240872" y="147025"/>
                    <a:pt x="240872" y="147025"/>
                  </a:cubicBezTo>
                  <a:lnTo>
                    <a:pt x="240872" y="21897"/>
                  </a:lnTo>
                  <a:cubicBezTo>
                    <a:pt x="240872" y="11470"/>
                    <a:pt x="230444" y="11470"/>
                    <a:pt x="230444" y="11470"/>
                  </a:cubicBezTo>
                  <a:lnTo>
                    <a:pt x="11470" y="11470"/>
                  </a:lnTo>
                  <a:moveTo>
                    <a:pt x="223635" y="244824"/>
                  </a:moveTo>
                  <a:lnTo>
                    <a:pt x="210601" y="192687"/>
                  </a:lnTo>
                  <a:cubicBezTo>
                    <a:pt x="210022" y="190365"/>
                    <a:pt x="207937" y="188736"/>
                    <a:pt x="205544" y="188735"/>
                  </a:cubicBezTo>
                  <a:lnTo>
                    <a:pt x="36422" y="188735"/>
                  </a:lnTo>
                  <a:cubicBezTo>
                    <a:pt x="34029" y="188736"/>
                    <a:pt x="31944" y="190365"/>
                    <a:pt x="31365" y="192687"/>
                  </a:cubicBezTo>
                  <a:lnTo>
                    <a:pt x="18331" y="244824"/>
                  </a:lnTo>
                  <a:cubicBezTo>
                    <a:pt x="17942" y="246381"/>
                    <a:pt x="18293" y="248030"/>
                    <a:pt x="19281" y="249295"/>
                  </a:cubicBezTo>
                  <a:cubicBezTo>
                    <a:pt x="20268" y="250559"/>
                    <a:pt x="21783" y="251299"/>
                    <a:pt x="23388" y="251299"/>
                  </a:cubicBezTo>
                  <a:lnTo>
                    <a:pt x="218578" y="251299"/>
                  </a:lnTo>
                  <a:cubicBezTo>
                    <a:pt x="220183" y="251299"/>
                    <a:pt x="221698" y="250559"/>
                    <a:pt x="222686" y="249295"/>
                  </a:cubicBezTo>
                  <a:cubicBezTo>
                    <a:pt x="223673" y="248030"/>
                    <a:pt x="224024" y="246381"/>
                    <a:pt x="223635" y="244824"/>
                  </a:cubicBezTo>
                  <a:close/>
                  <a:moveTo>
                    <a:pt x="240872" y="126171"/>
                  </a:moveTo>
                  <a:lnTo>
                    <a:pt x="1042" y="126171"/>
                  </a:lnTo>
                  <a:moveTo>
                    <a:pt x="63606" y="209590"/>
                  </a:moveTo>
                  <a:lnTo>
                    <a:pt x="53179" y="209590"/>
                  </a:lnTo>
                  <a:moveTo>
                    <a:pt x="53179" y="230444"/>
                  </a:moveTo>
                  <a:lnTo>
                    <a:pt x="42752" y="230444"/>
                  </a:lnTo>
                  <a:moveTo>
                    <a:pt x="94889" y="209590"/>
                  </a:moveTo>
                  <a:lnTo>
                    <a:pt x="84461" y="209590"/>
                  </a:lnTo>
                  <a:moveTo>
                    <a:pt x="115743" y="209590"/>
                  </a:moveTo>
                  <a:lnTo>
                    <a:pt x="126171" y="209590"/>
                  </a:lnTo>
                  <a:moveTo>
                    <a:pt x="157453" y="209590"/>
                  </a:moveTo>
                  <a:lnTo>
                    <a:pt x="147025" y="209590"/>
                  </a:lnTo>
                  <a:moveTo>
                    <a:pt x="188735" y="209590"/>
                  </a:moveTo>
                  <a:lnTo>
                    <a:pt x="178307" y="209590"/>
                  </a:lnTo>
                  <a:moveTo>
                    <a:pt x="167880" y="230444"/>
                  </a:moveTo>
                  <a:lnTo>
                    <a:pt x="74034" y="230444"/>
                  </a:lnTo>
                  <a:moveTo>
                    <a:pt x="188735" y="230444"/>
                  </a:moveTo>
                  <a:lnTo>
                    <a:pt x="199162" y="230444"/>
                  </a:lnTo>
                  <a:moveTo>
                    <a:pt x="11470" y="11470"/>
                  </a:moveTo>
                  <a:cubicBezTo>
                    <a:pt x="83418" y="0"/>
                    <a:pt x="157453" y="3128"/>
                    <a:pt x="230444" y="11470"/>
                  </a:cubicBezTo>
                  <a:cubicBezTo>
                    <a:pt x="230444" y="11470"/>
                    <a:pt x="244000" y="12512"/>
                    <a:pt x="240872" y="21897"/>
                  </a:cubicBezTo>
                  <a:cubicBezTo>
                    <a:pt x="226273" y="61521"/>
                    <a:pt x="234615" y="105316"/>
                    <a:pt x="240872" y="147025"/>
                  </a:cubicBezTo>
                  <a:cubicBezTo>
                    <a:pt x="240872" y="147025"/>
                    <a:pt x="240872" y="159538"/>
                    <a:pt x="230444" y="157453"/>
                  </a:cubicBezTo>
                  <a:cubicBezTo>
                    <a:pt x="159538" y="141812"/>
                    <a:pt x="83418" y="172051"/>
                    <a:pt x="11470" y="157453"/>
                  </a:cubicBezTo>
                  <a:cubicBezTo>
                    <a:pt x="11470" y="157453"/>
                    <a:pt x="0" y="157453"/>
                    <a:pt x="1042" y="147025"/>
                  </a:cubicBezTo>
                  <a:cubicBezTo>
                    <a:pt x="4170" y="105316"/>
                    <a:pt x="3128" y="63606"/>
                    <a:pt x="1042" y="21897"/>
                  </a:cubicBezTo>
                  <a:cubicBezTo>
                    <a:pt x="1042" y="21897"/>
                    <a:pt x="2085" y="8341"/>
                    <a:pt x="11470" y="11470"/>
                  </a:cubicBezTo>
                  <a:moveTo>
                    <a:pt x="223145" y="245043"/>
                  </a:moveTo>
                  <a:cubicBezTo>
                    <a:pt x="224188" y="246085"/>
                    <a:pt x="224188" y="248171"/>
                    <a:pt x="223145" y="249214"/>
                  </a:cubicBezTo>
                  <a:cubicBezTo>
                    <a:pt x="221060" y="250256"/>
                    <a:pt x="220017" y="251299"/>
                    <a:pt x="218974" y="251299"/>
                  </a:cubicBezTo>
                  <a:cubicBezTo>
                    <a:pt x="153282" y="247128"/>
                    <a:pt x="88632" y="245043"/>
                    <a:pt x="22940" y="251299"/>
                  </a:cubicBezTo>
                  <a:cubicBezTo>
                    <a:pt x="21897" y="251299"/>
                    <a:pt x="19811" y="250256"/>
                    <a:pt x="18769" y="249214"/>
                  </a:cubicBezTo>
                  <a:cubicBezTo>
                    <a:pt x="17726" y="248171"/>
                    <a:pt x="17726" y="246085"/>
                    <a:pt x="18769" y="245043"/>
                  </a:cubicBezTo>
                  <a:cubicBezTo>
                    <a:pt x="27111" y="229402"/>
                    <a:pt x="25025" y="209590"/>
                    <a:pt x="31282" y="192906"/>
                  </a:cubicBezTo>
                  <a:cubicBezTo>
                    <a:pt x="32324" y="190820"/>
                    <a:pt x="34410" y="189778"/>
                    <a:pt x="36495" y="188735"/>
                  </a:cubicBezTo>
                  <a:cubicBezTo>
                    <a:pt x="90718" y="174137"/>
                    <a:pt x="150154" y="198119"/>
                    <a:pt x="205419" y="188735"/>
                  </a:cubicBezTo>
                  <a:cubicBezTo>
                    <a:pt x="207504" y="188735"/>
                    <a:pt x="209590" y="190820"/>
                    <a:pt x="210632" y="192906"/>
                  </a:cubicBezTo>
                  <a:cubicBezTo>
                    <a:pt x="218974" y="208547"/>
                    <a:pt x="213761" y="230444"/>
                    <a:pt x="223145" y="245043"/>
                  </a:cubicBezTo>
                  <a:moveTo>
                    <a:pt x="1042" y="126171"/>
                  </a:moveTo>
                  <a:cubicBezTo>
                    <a:pt x="81333" y="126171"/>
                    <a:pt x="161624" y="120957"/>
                    <a:pt x="240872" y="126171"/>
                  </a:cubicBezTo>
                  <a:moveTo>
                    <a:pt x="53179" y="209590"/>
                  </a:moveTo>
                  <a:cubicBezTo>
                    <a:pt x="56307" y="208547"/>
                    <a:pt x="60478" y="209590"/>
                    <a:pt x="63606" y="209590"/>
                  </a:cubicBezTo>
                  <a:moveTo>
                    <a:pt x="42752" y="230444"/>
                  </a:moveTo>
                  <a:cubicBezTo>
                    <a:pt x="45880" y="229402"/>
                    <a:pt x="50051" y="230444"/>
                    <a:pt x="53179" y="230444"/>
                  </a:cubicBezTo>
                  <a:moveTo>
                    <a:pt x="84461" y="209590"/>
                  </a:moveTo>
                  <a:cubicBezTo>
                    <a:pt x="87589" y="210632"/>
                    <a:pt x="91760" y="209590"/>
                    <a:pt x="94889" y="209590"/>
                  </a:cubicBezTo>
                  <a:moveTo>
                    <a:pt x="126171" y="209590"/>
                  </a:moveTo>
                  <a:cubicBezTo>
                    <a:pt x="123042" y="209590"/>
                    <a:pt x="118871" y="209590"/>
                    <a:pt x="115743" y="209590"/>
                  </a:cubicBezTo>
                  <a:moveTo>
                    <a:pt x="147025" y="209590"/>
                  </a:moveTo>
                  <a:cubicBezTo>
                    <a:pt x="150154" y="208547"/>
                    <a:pt x="154325" y="208547"/>
                    <a:pt x="157453" y="209590"/>
                  </a:cubicBezTo>
                  <a:moveTo>
                    <a:pt x="178307" y="209590"/>
                  </a:moveTo>
                  <a:cubicBezTo>
                    <a:pt x="181436" y="209590"/>
                    <a:pt x="185607" y="210632"/>
                    <a:pt x="188735" y="209590"/>
                  </a:cubicBezTo>
                  <a:moveTo>
                    <a:pt x="74034" y="230444"/>
                  </a:moveTo>
                  <a:cubicBezTo>
                    <a:pt x="103230" y="218974"/>
                    <a:pt x="136598" y="234615"/>
                    <a:pt x="167880" y="230444"/>
                  </a:cubicBezTo>
                  <a:moveTo>
                    <a:pt x="199162" y="230444"/>
                  </a:moveTo>
                  <a:cubicBezTo>
                    <a:pt x="196034" y="230444"/>
                    <a:pt x="191863" y="230444"/>
                    <a:pt x="188735" y="230444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33370" y="3328218"/>
              <a:ext cx="510555" cy="1356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Data &amp; Quality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66780" y="3068205"/>
              <a:ext cx="441480" cy="1356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Tools &amp; Skills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34353" y="1546337"/>
              <a:ext cx="341290" cy="271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Hardware
Design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47774" y="3476102"/>
              <a:ext cx="1047698" cy="678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SPC, ANOVA, GRR,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reliability testing,
signal timing analysis,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power behavior</a:t>
              </a:r>
              <a:endParaRPr lang="en-IN" sz="1000" dirty="0">
                <a:solidFill>
                  <a:srgbClr val="484848"/>
                </a:solidFill>
                <a:latin typeface="Shantell Sans"/>
              </a:endParaRPr>
            </a:p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analysis, log/packet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analysis, test</a:t>
              </a:r>
              <a:endParaRPr lang="en-IN" sz="1000" b="0" dirty="0">
                <a:solidFill>
                  <a:srgbClr val="484848"/>
                </a:solidFill>
                <a:latin typeface="Shantell Sans"/>
              </a:endParaRPr>
            </a:p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 data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organization, ISO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13485, </a:t>
              </a:r>
              <a:endParaRPr lang="en-IN" sz="1000" b="0" dirty="0">
                <a:solidFill>
                  <a:srgbClr val="484848"/>
                </a:solidFill>
                <a:latin typeface="Shantell Sans"/>
              </a:endParaRPr>
            </a:p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ISO 14971, ISO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9001, </a:t>
              </a:r>
              <a:r>
                <a:rPr lang="en-IN" sz="100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IEC 60601, </a:t>
              </a:r>
              <a:endParaRPr lang="en-IN" sz="1000" b="0" dirty="0">
                <a:solidFill>
                  <a:srgbClr val="484848"/>
                </a:solidFill>
                <a:latin typeface="Shantell Sans"/>
              </a:endParaRPr>
            </a:p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IEC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62304, ISO 11608</a:t>
              </a:r>
              <a:r>
                <a:rPr lang="en-IN" sz="10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awareness.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990327" y="2181572"/>
              <a:ext cx="357704" cy="476216"/>
            </a:xfrm>
            <a:custGeom>
              <a:avLst/>
              <a:gdLst/>
              <a:ahLst/>
              <a:cxnLst/>
              <a:rect l="0" t="0" r="0" b="0"/>
              <a:pathLst>
                <a:path w="238265" h="238786">
                  <a:moveTo>
                    <a:pt x="218974" y="108966"/>
                  </a:moveTo>
                  <a:lnTo>
                    <a:pt x="218974" y="139205"/>
                  </a:lnTo>
                  <a:moveTo>
                    <a:pt x="218974" y="66213"/>
                  </a:moveTo>
                  <a:lnTo>
                    <a:pt x="218974" y="24504"/>
                  </a:lnTo>
                  <a:cubicBezTo>
                    <a:pt x="218974" y="13034"/>
                    <a:pt x="209590" y="3649"/>
                    <a:pt x="198120" y="3649"/>
                  </a:cubicBezTo>
                  <a:lnTo>
                    <a:pt x="36495" y="3649"/>
                  </a:lnTo>
                  <a:cubicBezTo>
                    <a:pt x="25025" y="3649"/>
                    <a:pt x="15641" y="13034"/>
                    <a:pt x="15641" y="24504"/>
                  </a:cubicBezTo>
                  <a:lnTo>
                    <a:pt x="15641" y="201769"/>
                  </a:lnTo>
                  <a:cubicBezTo>
                    <a:pt x="15641" y="213239"/>
                    <a:pt x="25025" y="222624"/>
                    <a:pt x="36495" y="222624"/>
                  </a:cubicBezTo>
                  <a:lnTo>
                    <a:pt x="198120" y="222624"/>
                  </a:lnTo>
                  <a:cubicBezTo>
                    <a:pt x="209590" y="222624"/>
                    <a:pt x="218974" y="213239"/>
                    <a:pt x="218974" y="201769"/>
                  </a:cubicBezTo>
                  <a:lnTo>
                    <a:pt x="218974" y="182055"/>
                  </a:lnTo>
                  <a:moveTo>
                    <a:pt x="71688" y="32846"/>
                  </a:moveTo>
                  <a:cubicBezTo>
                    <a:pt x="69528" y="32846"/>
                    <a:pt x="67777" y="34596"/>
                    <a:pt x="67777" y="36756"/>
                  </a:cubicBezTo>
                  <a:cubicBezTo>
                    <a:pt x="67777" y="38916"/>
                    <a:pt x="69528" y="40666"/>
                    <a:pt x="71688" y="40666"/>
                  </a:cubicBezTo>
                  <a:moveTo>
                    <a:pt x="71688" y="40666"/>
                  </a:moveTo>
                  <a:cubicBezTo>
                    <a:pt x="73847" y="40666"/>
                    <a:pt x="75598" y="38916"/>
                    <a:pt x="75598" y="36756"/>
                  </a:cubicBezTo>
                  <a:cubicBezTo>
                    <a:pt x="75598" y="34596"/>
                    <a:pt x="73847" y="32846"/>
                    <a:pt x="71688" y="32846"/>
                  </a:cubicBezTo>
                  <a:moveTo>
                    <a:pt x="117829" y="32846"/>
                  </a:moveTo>
                  <a:cubicBezTo>
                    <a:pt x="115669" y="32846"/>
                    <a:pt x="113918" y="34596"/>
                    <a:pt x="113918" y="36756"/>
                  </a:cubicBezTo>
                  <a:cubicBezTo>
                    <a:pt x="113918" y="38916"/>
                    <a:pt x="115669" y="40666"/>
                    <a:pt x="117829" y="40666"/>
                  </a:cubicBezTo>
                  <a:moveTo>
                    <a:pt x="117829" y="40666"/>
                  </a:moveTo>
                  <a:cubicBezTo>
                    <a:pt x="119988" y="40666"/>
                    <a:pt x="121739" y="38916"/>
                    <a:pt x="121739" y="36756"/>
                  </a:cubicBezTo>
                  <a:cubicBezTo>
                    <a:pt x="121739" y="34596"/>
                    <a:pt x="119988" y="32846"/>
                    <a:pt x="117829" y="32846"/>
                  </a:cubicBezTo>
                  <a:moveTo>
                    <a:pt x="163970" y="32846"/>
                  </a:moveTo>
                  <a:cubicBezTo>
                    <a:pt x="161810" y="32846"/>
                    <a:pt x="160060" y="34596"/>
                    <a:pt x="160060" y="36756"/>
                  </a:cubicBezTo>
                  <a:cubicBezTo>
                    <a:pt x="160060" y="38916"/>
                    <a:pt x="161810" y="40666"/>
                    <a:pt x="163970" y="40666"/>
                  </a:cubicBezTo>
                  <a:moveTo>
                    <a:pt x="163970" y="40666"/>
                  </a:moveTo>
                  <a:cubicBezTo>
                    <a:pt x="166129" y="40666"/>
                    <a:pt x="167880" y="38916"/>
                    <a:pt x="167880" y="36756"/>
                  </a:cubicBezTo>
                  <a:cubicBezTo>
                    <a:pt x="167880" y="34596"/>
                    <a:pt x="166129" y="32846"/>
                    <a:pt x="163970" y="32846"/>
                  </a:cubicBezTo>
                  <a:moveTo>
                    <a:pt x="145983" y="144419"/>
                  </a:moveTo>
                  <a:lnTo>
                    <a:pt x="145983" y="113136"/>
                  </a:lnTo>
                  <a:lnTo>
                    <a:pt x="130342" y="98538"/>
                  </a:lnTo>
                  <a:lnTo>
                    <a:pt x="93846" y="98538"/>
                  </a:lnTo>
                  <a:lnTo>
                    <a:pt x="93846" y="144419"/>
                  </a:lnTo>
                  <a:close/>
                  <a:moveTo>
                    <a:pt x="234615" y="67256"/>
                  </a:moveTo>
                  <a:lnTo>
                    <a:pt x="234615" y="108966"/>
                  </a:lnTo>
                  <a:lnTo>
                    <a:pt x="192906" y="108966"/>
                  </a:lnTo>
                  <a:lnTo>
                    <a:pt x="192906" y="67256"/>
                  </a:lnTo>
                  <a:close/>
                  <a:moveTo>
                    <a:pt x="234615" y="140248"/>
                  </a:moveTo>
                  <a:lnTo>
                    <a:pt x="192906" y="140248"/>
                  </a:lnTo>
                  <a:lnTo>
                    <a:pt x="192906" y="181957"/>
                  </a:lnTo>
                  <a:lnTo>
                    <a:pt x="234615" y="181957"/>
                  </a:lnTo>
                  <a:close/>
                  <a:moveTo>
                    <a:pt x="52136" y="67256"/>
                  </a:moveTo>
                  <a:lnTo>
                    <a:pt x="52136" y="176743"/>
                  </a:lnTo>
                  <a:lnTo>
                    <a:pt x="15641" y="176743"/>
                  </a:lnTo>
                  <a:lnTo>
                    <a:pt x="15641" y="67256"/>
                  </a:lnTo>
                  <a:close/>
                  <a:moveTo>
                    <a:pt x="0" y="92282"/>
                  </a:moveTo>
                  <a:lnTo>
                    <a:pt x="15641" y="92282"/>
                  </a:lnTo>
                  <a:moveTo>
                    <a:pt x="0" y="123564"/>
                  </a:moveTo>
                  <a:lnTo>
                    <a:pt x="15641" y="123564"/>
                  </a:lnTo>
                  <a:moveTo>
                    <a:pt x="0" y="154846"/>
                  </a:moveTo>
                  <a:lnTo>
                    <a:pt x="15641" y="154846"/>
                  </a:lnTo>
                  <a:moveTo>
                    <a:pt x="109487" y="202812"/>
                  </a:moveTo>
                  <a:lnTo>
                    <a:pt x="109487" y="238265"/>
                  </a:lnTo>
                  <a:moveTo>
                    <a:pt x="76119" y="202812"/>
                  </a:moveTo>
                  <a:lnTo>
                    <a:pt x="76119" y="238265"/>
                  </a:lnTo>
                  <a:moveTo>
                    <a:pt x="142854" y="202812"/>
                  </a:moveTo>
                  <a:lnTo>
                    <a:pt x="142854" y="238265"/>
                  </a:lnTo>
                  <a:moveTo>
                    <a:pt x="219496" y="109487"/>
                  </a:moveTo>
                  <a:cubicBezTo>
                    <a:pt x="215325" y="118871"/>
                    <a:pt x="220538" y="129299"/>
                    <a:pt x="219496" y="139726"/>
                  </a:cubicBezTo>
                  <a:moveTo>
                    <a:pt x="219496" y="182478"/>
                  </a:moveTo>
                  <a:cubicBezTo>
                    <a:pt x="219496" y="188735"/>
                    <a:pt x="218453" y="194991"/>
                    <a:pt x="219496" y="202290"/>
                  </a:cubicBezTo>
                  <a:cubicBezTo>
                    <a:pt x="219496" y="212718"/>
                    <a:pt x="209068" y="225231"/>
                    <a:pt x="198641" y="223145"/>
                  </a:cubicBezTo>
                  <a:cubicBezTo>
                    <a:pt x="145461" y="210632"/>
                    <a:pt x="89154" y="234615"/>
                    <a:pt x="37017" y="223145"/>
                  </a:cubicBezTo>
                  <a:cubicBezTo>
                    <a:pt x="25547" y="220017"/>
                    <a:pt x="18247" y="212718"/>
                    <a:pt x="16162" y="202290"/>
                  </a:cubicBezTo>
                  <a:cubicBezTo>
                    <a:pt x="2606" y="143897"/>
                    <a:pt x="14076" y="83418"/>
                    <a:pt x="16162" y="25025"/>
                  </a:cubicBezTo>
                  <a:cubicBezTo>
                    <a:pt x="16162" y="13555"/>
                    <a:pt x="25547" y="2085"/>
                    <a:pt x="37017" y="4170"/>
                  </a:cubicBezTo>
                  <a:cubicBezTo>
                    <a:pt x="90196" y="8341"/>
                    <a:pt x="144419" y="0"/>
                    <a:pt x="198641" y="4170"/>
                  </a:cubicBezTo>
                  <a:cubicBezTo>
                    <a:pt x="209068" y="4170"/>
                    <a:pt x="219496" y="12512"/>
                    <a:pt x="219496" y="25025"/>
                  </a:cubicBezTo>
                  <a:cubicBezTo>
                    <a:pt x="217410" y="38581"/>
                    <a:pt x="220538" y="52136"/>
                    <a:pt x="219496" y="66735"/>
                  </a:cubicBezTo>
                  <a:moveTo>
                    <a:pt x="71427" y="33367"/>
                  </a:moveTo>
                  <a:cubicBezTo>
                    <a:pt x="69341" y="32324"/>
                    <a:pt x="67256" y="34410"/>
                    <a:pt x="68299" y="36495"/>
                  </a:cubicBezTo>
                  <a:cubicBezTo>
                    <a:pt x="68299" y="38581"/>
                    <a:pt x="69341" y="40666"/>
                    <a:pt x="71427" y="40666"/>
                  </a:cubicBezTo>
                  <a:moveTo>
                    <a:pt x="71427" y="40666"/>
                  </a:moveTo>
                  <a:cubicBezTo>
                    <a:pt x="73512" y="40666"/>
                    <a:pt x="75598" y="38581"/>
                    <a:pt x="75598" y="36495"/>
                  </a:cubicBezTo>
                  <a:cubicBezTo>
                    <a:pt x="75598" y="34410"/>
                    <a:pt x="73512" y="33367"/>
                    <a:pt x="71427" y="33367"/>
                  </a:cubicBezTo>
                  <a:moveTo>
                    <a:pt x="118350" y="33367"/>
                  </a:moveTo>
                  <a:cubicBezTo>
                    <a:pt x="116265" y="33367"/>
                    <a:pt x="114179" y="34410"/>
                    <a:pt x="114179" y="36495"/>
                  </a:cubicBezTo>
                  <a:cubicBezTo>
                    <a:pt x="113136" y="38581"/>
                    <a:pt x="116265" y="39623"/>
                    <a:pt x="118350" y="40666"/>
                  </a:cubicBezTo>
                  <a:moveTo>
                    <a:pt x="118350" y="40666"/>
                  </a:moveTo>
                  <a:cubicBezTo>
                    <a:pt x="120436" y="40666"/>
                    <a:pt x="121478" y="38581"/>
                    <a:pt x="121478" y="36495"/>
                  </a:cubicBezTo>
                  <a:cubicBezTo>
                    <a:pt x="122521" y="34410"/>
                    <a:pt x="120436" y="33367"/>
                    <a:pt x="118350" y="33367"/>
                  </a:cubicBezTo>
                  <a:moveTo>
                    <a:pt x="164231" y="33367"/>
                  </a:moveTo>
                  <a:cubicBezTo>
                    <a:pt x="162145" y="32324"/>
                    <a:pt x="161102" y="34410"/>
                    <a:pt x="160060" y="36495"/>
                  </a:cubicBezTo>
                  <a:cubicBezTo>
                    <a:pt x="159017" y="38581"/>
                    <a:pt x="162145" y="39623"/>
                    <a:pt x="164231" y="40666"/>
                  </a:cubicBezTo>
                  <a:moveTo>
                    <a:pt x="164231" y="40666"/>
                  </a:moveTo>
                  <a:cubicBezTo>
                    <a:pt x="166316" y="40666"/>
                    <a:pt x="167359" y="38581"/>
                    <a:pt x="168401" y="36495"/>
                  </a:cubicBezTo>
                  <a:cubicBezTo>
                    <a:pt x="168401" y="34410"/>
                    <a:pt x="166316" y="32324"/>
                    <a:pt x="164231" y="33367"/>
                  </a:cubicBezTo>
                  <a:moveTo>
                    <a:pt x="146504" y="144940"/>
                  </a:moveTo>
                  <a:cubicBezTo>
                    <a:pt x="142333" y="134513"/>
                    <a:pt x="144419" y="123042"/>
                    <a:pt x="146504" y="113658"/>
                  </a:cubicBezTo>
                  <a:cubicBezTo>
                    <a:pt x="141290" y="107401"/>
                    <a:pt x="133991" y="104273"/>
                    <a:pt x="130863" y="99059"/>
                  </a:cubicBezTo>
                  <a:cubicBezTo>
                    <a:pt x="118350" y="102188"/>
                    <a:pt x="105837" y="94889"/>
                    <a:pt x="94367" y="99059"/>
                  </a:cubicBezTo>
                  <a:cubicBezTo>
                    <a:pt x="95410" y="113658"/>
                    <a:pt x="89154" y="130342"/>
                    <a:pt x="94367" y="144940"/>
                  </a:cubicBezTo>
                  <a:cubicBezTo>
                    <a:pt x="111051" y="143897"/>
                    <a:pt x="128778" y="148068"/>
                    <a:pt x="146504" y="144940"/>
                  </a:cubicBezTo>
                  <a:moveTo>
                    <a:pt x="235137" y="67777"/>
                  </a:moveTo>
                  <a:cubicBezTo>
                    <a:pt x="221581" y="63606"/>
                    <a:pt x="206983" y="65692"/>
                    <a:pt x="193427" y="67777"/>
                  </a:cubicBezTo>
                  <a:cubicBezTo>
                    <a:pt x="190299" y="81333"/>
                    <a:pt x="191342" y="94889"/>
                    <a:pt x="193427" y="109487"/>
                  </a:cubicBezTo>
                  <a:cubicBezTo>
                    <a:pt x="205940" y="104273"/>
                    <a:pt x="221581" y="111572"/>
                    <a:pt x="235137" y="109487"/>
                  </a:cubicBezTo>
                  <a:cubicBezTo>
                    <a:pt x="229923" y="95931"/>
                    <a:pt x="238265" y="80290"/>
                    <a:pt x="235137" y="67777"/>
                  </a:cubicBezTo>
                  <a:moveTo>
                    <a:pt x="235137" y="140769"/>
                  </a:moveTo>
                  <a:cubicBezTo>
                    <a:pt x="221581" y="145983"/>
                    <a:pt x="205940" y="143897"/>
                    <a:pt x="193427" y="140769"/>
                  </a:cubicBezTo>
                  <a:cubicBezTo>
                    <a:pt x="190299" y="154325"/>
                    <a:pt x="191342" y="167880"/>
                    <a:pt x="193427" y="182478"/>
                  </a:cubicBezTo>
                  <a:cubicBezTo>
                    <a:pt x="205940" y="179350"/>
                    <a:pt x="221581" y="177265"/>
                    <a:pt x="235137" y="182478"/>
                  </a:cubicBezTo>
                  <a:cubicBezTo>
                    <a:pt x="234094" y="167880"/>
                    <a:pt x="232008" y="153282"/>
                    <a:pt x="235137" y="140769"/>
                  </a:cubicBezTo>
                  <a:moveTo>
                    <a:pt x="52658" y="67777"/>
                  </a:moveTo>
                  <a:cubicBezTo>
                    <a:pt x="40145" y="63606"/>
                    <a:pt x="27632" y="66735"/>
                    <a:pt x="16162" y="67777"/>
                  </a:cubicBezTo>
                  <a:cubicBezTo>
                    <a:pt x="15119" y="104273"/>
                    <a:pt x="7820" y="140769"/>
                    <a:pt x="16162" y="177265"/>
                  </a:cubicBezTo>
                  <a:cubicBezTo>
                    <a:pt x="26589" y="181436"/>
                    <a:pt x="40145" y="180393"/>
                    <a:pt x="52658" y="177265"/>
                  </a:cubicBezTo>
                  <a:cubicBezTo>
                    <a:pt x="64128" y="142854"/>
                    <a:pt x="53700" y="104273"/>
                    <a:pt x="52658" y="67777"/>
                  </a:cubicBezTo>
                  <a:moveTo>
                    <a:pt x="521" y="92803"/>
                  </a:moveTo>
                  <a:cubicBezTo>
                    <a:pt x="5735" y="91760"/>
                    <a:pt x="10948" y="92803"/>
                    <a:pt x="16162" y="92803"/>
                  </a:cubicBezTo>
                  <a:moveTo>
                    <a:pt x="521" y="124085"/>
                  </a:moveTo>
                  <a:cubicBezTo>
                    <a:pt x="4692" y="124085"/>
                    <a:pt x="10948" y="122000"/>
                    <a:pt x="16162" y="124085"/>
                  </a:cubicBezTo>
                  <a:moveTo>
                    <a:pt x="521" y="155367"/>
                  </a:moveTo>
                  <a:cubicBezTo>
                    <a:pt x="5735" y="155367"/>
                    <a:pt x="10948" y="156410"/>
                    <a:pt x="16162" y="155367"/>
                  </a:cubicBezTo>
                  <a:moveTo>
                    <a:pt x="110008" y="203333"/>
                  </a:moveTo>
                  <a:cubicBezTo>
                    <a:pt x="111051" y="214803"/>
                    <a:pt x="112094" y="226273"/>
                    <a:pt x="110008" y="238786"/>
                  </a:cubicBezTo>
                  <a:moveTo>
                    <a:pt x="76641" y="203333"/>
                  </a:moveTo>
                  <a:cubicBezTo>
                    <a:pt x="74555" y="214803"/>
                    <a:pt x="78726" y="226273"/>
                    <a:pt x="76641" y="238786"/>
                  </a:cubicBezTo>
                  <a:moveTo>
                    <a:pt x="143376" y="203333"/>
                  </a:moveTo>
                  <a:cubicBezTo>
                    <a:pt x="144419" y="214803"/>
                    <a:pt x="147547" y="227316"/>
                    <a:pt x="143376" y="238786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85763" y="1161988"/>
              <a:ext cx="784710" cy="18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84848"/>
                  </a:solidFill>
                  <a:latin typeface="Shantell Sans"/>
                </a:rPr>
                <a:t>Engineering Skills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69179" y="4708630"/>
              <a:ext cx="1209060" cy="9498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PCBA bring-up, design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verification (EVT /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DVT),</a:t>
              </a:r>
              <a:endParaRPr lang="en-IN" sz="1200" b="0" dirty="0">
                <a:solidFill>
                  <a:srgbClr val="484848"/>
                </a:solidFill>
                <a:latin typeface="Shantell Sans"/>
              </a:endParaRPr>
            </a:p>
            <a:p>
              <a:pPr algn="l"/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 Python-based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test automation,
SBC/Raspberry Pi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custom ATE, ,
oscilloscope, cross-domain debugging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(HW/FW/ME),
structured RCA.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789597" y="4965836"/>
              <a:ext cx="348795" cy="476217"/>
            </a:xfrm>
            <a:custGeom>
              <a:avLst/>
              <a:gdLst/>
              <a:ahLst/>
              <a:cxnLst/>
              <a:rect l="0" t="0" r="0" b="0"/>
              <a:pathLst>
                <a:path w="248171" h="242957">
                  <a:moveTo>
                    <a:pt x="152239" y="57454"/>
                  </a:moveTo>
                  <a:cubicBezTo>
                    <a:pt x="152251" y="68089"/>
                    <a:pt x="144259" y="77030"/>
                    <a:pt x="133689" y="78205"/>
                  </a:cubicBezTo>
                  <a:lnTo>
                    <a:pt x="64180" y="85921"/>
                  </a:lnTo>
                  <a:cubicBezTo>
                    <a:pt x="62701" y="86085"/>
                    <a:pt x="61222" y="85609"/>
                    <a:pt x="60117" y="84613"/>
                  </a:cubicBezTo>
                  <a:cubicBezTo>
                    <a:pt x="59011" y="83616"/>
                    <a:pt x="58384" y="82195"/>
                    <a:pt x="58393" y="80707"/>
                  </a:cubicBezTo>
                  <a:lnTo>
                    <a:pt x="58393" y="8957"/>
                  </a:lnTo>
                  <a:cubicBezTo>
                    <a:pt x="58384" y="7469"/>
                    <a:pt x="59011" y="6047"/>
                    <a:pt x="60117" y="5051"/>
                  </a:cubicBezTo>
                  <a:cubicBezTo>
                    <a:pt x="61222" y="4055"/>
                    <a:pt x="62701" y="3579"/>
                    <a:pt x="64180" y="3743"/>
                  </a:cubicBezTo>
                  <a:lnTo>
                    <a:pt x="133689" y="11459"/>
                  </a:lnTo>
                  <a:cubicBezTo>
                    <a:pt x="144263" y="12635"/>
                    <a:pt x="152256" y="21581"/>
                    <a:pt x="152239" y="32220"/>
                  </a:cubicBezTo>
                  <a:close/>
                  <a:moveTo>
                    <a:pt x="100102" y="188631"/>
                  </a:moveTo>
                  <a:cubicBezTo>
                    <a:pt x="100090" y="177996"/>
                    <a:pt x="108083" y="169055"/>
                    <a:pt x="118653" y="167880"/>
                  </a:cubicBezTo>
                  <a:lnTo>
                    <a:pt x="188161" y="160164"/>
                  </a:lnTo>
                  <a:cubicBezTo>
                    <a:pt x="189640" y="160000"/>
                    <a:pt x="191119" y="160476"/>
                    <a:pt x="192225" y="161472"/>
                  </a:cubicBezTo>
                  <a:cubicBezTo>
                    <a:pt x="193330" y="162468"/>
                    <a:pt x="193958" y="163889"/>
                    <a:pt x="193949" y="165378"/>
                  </a:cubicBezTo>
                  <a:lnTo>
                    <a:pt x="193949" y="237139"/>
                  </a:lnTo>
                  <a:cubicBezTo>
                    <a:pt x="193958" y="238627"/>
                    <a:pt x="193330" y="240048"/>
                    <a:pt x="192225" y="241044"/>
                  </a:cubicBezTo>
                  <a:cubicBezTo>
                    <a:pt x="191119" y="242040"/>
                    <a:pt x="189640" y="242516"/>
                    <a:pt x="188161" y="242352"/>
                  </a:cubicBezTo>
                  <a:lnTo>
                    <a:pt x="118653" y="234636"/>
                  </a:lnTo>
                  <a:cubicBezTo>
                    <a:pt x="108075" y="233460"/>
                    <a:pt x="100080" y="224508"/>
                    <a:pt x="100102" y="213865"/>
                  </a:cubicBezTo>
                  <a:close/>
                  <a:moveTo>
                    <a:pt x="152239" y="44837"/>
                  </a:moveTo>
                  <a:lnTo>
                    <a:pt x="204376" y="44837"/>
                  </a:lnTo>
                  <a:cubicBezTo>
                    <a:pt x="227411" y="44837"/>
                    <a:pt x="246085" y="63511"/>
                    <a:pt x="246085" y="86547"/>
                  </a:cubicBezTo>
                  <a:cubicBezTo>
                    <a:pt x="246085" y="109582"/>
                    <a:pt x="227411" y="128256"/>
                    <a:pt x="204376" y="128256"/>
                  </a:cubicBezTo>
                  <a:lnTo>
                    <a:pt x="42752" y="128256"/>
                  </a:lnTo>
                  <a:cubicBezTo>
                    <a:pt x="22596" y="128256"/>
                    <a:pt x="6256" y="144596"/>
                    <a:pt x="6256" y="164752"/>
                  </a:cubicBezTo>
                  <a:cubicBezTo>
                    <a:pt x="6256" y="184908"/>
                    <a:pt x="22596" y="201248"/>
                    <a:pt x="42752" y="201248"/>
                  </a:cubicBezTo>
                  <a:lnTo>
                    <a:pt x="100102" y="201248"/>
                  </a:lnTo>
                  <a:moveTo>
                    <a:pt x="37538" y="44837"/>
                  </a:moveTo>
                  <a:lnTo>
                    <a:pt x="6256" y="44837"/>
                  </a:lnTo>
                  <a:moveTo>
                    <a:pt x="6256" y="3128"/>
                  </a:moveTo>
                  <a:lnTo>
                    <a:pt x="37538" y="13555"/>
                  </a:lnTo>
                  <a:moveTo>
                    <a:pt x="37538" y="76119"/>
                  </a:moveTo>
                  <a:lnTo>
                    <a:pt x="6256" y="86547"/>
                  </a:lnTo>
                  <a:moveTo>
                    <a:pt x="214803" y="201248"/>
                  </a:moveTo>
                  <a:lnTo>
                    <a:pt x="246085" y="201248"/>
                  </a:lnTo>
                  <a:moveTo>
                    <a:pt x="246085" y="242957"/>
                  </a:moveTo>
                  <a:lnTo>
                    <a:pt x="214803" y="232530"/>
                  </a:lnTo>
                  <a:moveTo>
                    <a:pt x="246085" y="159538"/>
                  </a:moveTo>
                  <a:lnTo>
                    <a:pt x="214803" y="169966"/>
                  </a:lnTo>
                  <a:moveTo>
                    <a:pt x="152239" y="57350"/>
                  </a:moveTo>
                  <a:cubicBezTo>
                    <a:pt x="151196" y="67777"/>
                    <a:pt x="143897" y="80290"/>
                    <a:pt x="133470" y="78205"/>
                  </a:cubicBezTo>
                  <a:cubicBezTo>
                    <a:pt x="110530" y="72991"/>
                    <a:pt x="86547" y="91760"/>
                    <a:pt x="64649" y="85504"/>
                  </a:cubicBezTo>
                  <a:cubicBezTo>
                    <a:pt x="62564" y="85504"/>
                    <a:pt x="61521" y="85504"/>
                    <a:pt x="60478" y="84461"/>
                  </a:cubicBezTo>
                  <a:cubicBezTo>
                    <a:pt x="58393" y="83418"/>
                    <a:pt x="58393" y="82376"/>
                    <a:pt x="58393" y="80290"/>
                  </a:cubicBezTo>
                  <a:cubicBezTo>
                    <a:pt x="58393" y="56307"/>
                    <a:pt x="63606" y="32324"/>
                    <a:pt x="58393" y="9384"/>
                  </a:cubicBezTo>
                  <a:cubicBezTo>
                    <a:pt x="58393" y="7299"/>
                    <a:pt x="59436" y="6256"/>
                    <a:pt x="60478" y="5213"/>
                  </a:cubicBezTo>
                  <a:cubicBezTo>
                    <a:pt x="61521" y="4170"/>
                    <a:pt x="62564" y="4170"/>
                    <a:pt x="64649" y="4170"/>
                  </a:cubicBezTo>
                  <a:cubicBezTo>
                    <a:pt x="87589" y="0"/>
                    <a:pt x="111572" y="5213"/>
                    <a:pt x="133470" y="11470"/>
                  </a:cubicBezTo>
                  <a:cubicBezTo>
                    <a:pt x="143897" y="14598"/>
                    <a:pt x="149111" y="21897"/>
                    <a:pt x="152239" y="32324"/>
                  </a:cubicBezTo>
                  <a:cubicBezTo>
                    <a:pt x="154325" y="40666"/>
                    <a:pt x="151196" y="49008"/>
                    <a:pt x="152239" y="57350"/>
                  </a:cubicBezTo>
                  <a:moveTo>
                    <a:pt x="100102" y="188735"/>
                  </a:moveTo>
                  <a:cubicBezTo>
                    <a:pt x="98017" y="178307"/>
                    <a:pt x="108444" y="164752"/>
                    <a:pt x="118871" y="167880"/>
                  </a:cubicBezTo>
                  <a:cubicBezTo>
                    <a:pt x="140769" y="174137"/>
                    <a:pt x="164752" y="160581"/>
                    <a:pt x="187692" y="160581"/>
                  </a:cubicBezTo>
                  <a:cubicBezTo>
                    <a:pt x="189778" y="160581"/>
                    <a:pt x="190820" y="160581"/>
                    <a:pt x="191863" y="161624"/>
                  </a:cubicBezTo>
                  <a:cubicBezTo>
                    <a:pt x="192906" y="162666"/>
                    <a:pt x="193949" y="163709"/>
                    <a:pt x="193949" y="165795"/>
                  </a:cubicBezTo>
                  <a:cubicBezTo>
                    <a:pt x="191863" y="188735"/>
                    <a:pt x="189778" y="213761"/>
                    <a:pt x="193949" y="236701"/>
                  </a:cubicBezTo>
                  <a:cubicBezTo>
                    <a:pt x="193949" y="238786"/>
                    <a:pt x="192906" y="239829"/>
                    <a:pt x="191863" y="240872"/>
                  </a:cubicBezTo>
                  <a:cubicBezTo>
                    <a:pt x="191863" y="241914"/>
                    <a:pt x="189778" y="242957"/>
                    <a:pt x="187692" y="241914"/>
                  </a:cubicBezTo>
                  <a:cubicBezTo>
                    <a:pt x="166837" y="233573"/>
                    <a:pt x="140769" y="240872"/>
                    <a:pt x="118871" y="234615"/>
                  </a:cubicBezTo>
                  <a:cubicBezTo>
                    <a:pt x="108444" y="231487"/>
                    <a:pt x="104273" y="224188"/>
                    <a:pt x="100102" y="213761"/>
                  </a:cubicBezTo>
                  <a:cubicBezTo>
                    <a:pt x="96974" y="206461"/>
                    <a:pt x="98017" y="197077"/>
                    <a:pt x="100102" y="188735"/>
                  </a:cubicBezTo>
                  <a:moveTo>
                    <a:pt x="100102" y="201248"/>
                  </a:moveTo>
                  <a:cubicBezTo>
                    <a:pt x="81333" y="199162"/>
                    <a:pt x="60478" y="207504"/>
                    <a:pt x="42752" y="201248"/>
                  </a:cubicBezTo>
                  <a:cubicBezTo>
                    <a:pt x="23982" y="193949"/>
                    <a:pt x="0" y="183521"/>
                    <a:pt x="6256" y="164752"/>
                  </a:cubicBezTo>
                  <a:cubicBezTo>
                    <a:pt x="12512" y="145983"/>
                    <a:pt x="22940" y="127213"/>
                    <a:pt x="42752" y="128256"/>
                  </a:cubicBezTo>
                  <a:cubicBezTo>
                    <a:pt x="96974" y="130342"/>
                    <a:pt x="151196" y="132427"/>
                    <a:pt x="204376" y="128256"/>
                  </a:cubicBezTo>
                  <a:cubicBezTo>
                    <a:pt x="227316" y="126171"/>
                    <a:pt x="244000" y="109487"/>
                    <a:pt x="246085" y="86547"/>
                  </a:cubicBezTo>
                  <a:cubicBezTo>
                    <a:pt x="248171" y="63606"/>
                    <a:pt x="227316" y="49008"/>
                    <a:pt x="204376" y="44837"/>
                  </a:cubicBezTo>
                  <a:cubicBezTo>
                    <a:pt x="187692" y="41709"/>
                    <a:pt x="169966" y="45880"/>
                    <a:pt x="152239" y="44837"/>
                  </a:cubicBezTo>
                  <a:moveTo>
                    <a:pt x="37538" y="44837"/>
                  </a:moveTo>
                  <a:cubicBezTo>
                    <a:pt x="27111" y="43794"/>
                    <a:pt x="16683" y="47965"/>
                    <a:pt x="6256" y="44837"/>
                  </a:cubicBezTo>
                  <a:moveTo>
                    <a:pt x="37538" y="13555"/>
                  </a:moveTo>
                  <a:cubicBezTo>
                    <a:pt x="27111" y="11470"/>
                    <a:pt x="16683" y="7299"/>
                    <a:pt x="6256" y="3128"/>
                  </a:cubicBezTo>
                  <a:moveTo>
                    <a:pt x="37538" y="76119"/>
                  </a:moveTo>
                  <a:cubicBezTo>
                    <a:pt x="27111" y="77162"/>
                    <a:pt x="16683" y="85504"/>
                    <a:pt x="6256" y="86547"/>
                  </a:cubicBezTo>
                  <a:moveTo>
                    <a:pt x="246085" y="201248"/>
                  </a:moveTo>
                  <a:cubicBezTo>
                    <a:pt x="235658" y="203333"/>
                    <a:pt x="225231" y="198120"/>
                    <a:pt x="214803" y="201248"/>
                  </a:cubicBezTo>
                  <a:moveTo>
                    <a:pt x="214803" y="232530"/>
                  </a:moveTo>
                  <a:cubicBezTo>
                    <a:pt x="225231" y="234615"/>
                    <a:pt x="237744" y="235658"/>
                    <a:pt x="246085" y="242957"/>
                  </a:cubicBezTo>
                  <a:moveTo>
                    <a:pt x="214803" y="169966"/>
                  </a:moveTo>
                  <a:cubicBezTo>
                    <a:pt x="225231" y="168923"/>
                    <a:pt x="236701" y="165795"/>
                    <a:pt x="246085" y="159538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51646" y="4655800"/>
              <a:ext cx="410569" cy="271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Interfaces &amp;
Protocols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794675" y="4727727"/>
              <a:ext cx="307955" cy="476217"/>
            </a:xfrm>
            <a:custGeom>
              <a:avLst/>
              <a:gdLst/>
              <a:ahLst/>
              <a:cxnLst/>
              <a:rect l="0" t="0" r="0" b="0"/>
              <a:pathLst>
                <a:path w="249620" h="251299">
                  <a:moveTo>
                    <a:pt x="187515" y="189204"/>
                  </a:moveTo>
                  <a:lnTo>
                    <a:pt x="249620" y="251299"/>
                  </a:lnTo>
                  <a:moveTo>
                    <a:pt x="9384" y="115587"/>
                  </a:moveTo>
                  <a:cubicBezTo>
                    <a:pt x="9384" y="57998"/>
                    <a:pt x="56069" y="11313"/>
                    <a:pt x="113658" y="11313"/>
                  </a:cubicBezTo>
                  <a:cubicBezTo>
                    <a:pt x="171247" y="11313"/>
                    <a:pt x="217931" y="57998"/>
                    <a:pt x="217931" y="115587"/>
                  </a:cubicBezTo>
                  <a:cubicBezTo>
                    <a:pt x="217931" y="173176"/>
                    <a:pt x="171247" y="219861"/>
                    <a:pt x="113658" y="219861"/>
                  </a:cubicBezTo>
                  <a:cubicBezTo>
                    <a:pt x="56069" y="219861"/>
                    <a:pt x="9384" y="173176"/>
                    <a:pt x="9384" y="115587"/>
                  </a:cubicBezTo>
                  <a:moveTo>
                    <a:pt x="82782" y="74034"/>
                  </a:moveTo>
                  <a:cubicBezTo>
                    <a:pt x="72355" y="74034"/>
                    <a:pt x="72355" y="84461"/>
                    <a:pt x="72355" y="84461"/>
                  </a:cubicBezTo>
                  <a:lnTo>
                    <a:pt x="72355" y="147025"/>
                  </a:lnTo>
                  <a:cubicBezTo>
                    <a:pt x="72355" y="157453"/>
                    <a:pt x="82782" y="157453"/>
                    <a:pt x="82782" y="157453"/>
                  </a:cubicBezTo>
                  <a:lnTo>
                    <a:pt x="145347" y="157453"/>
                  </a:lnTo>
                  <a:cubicBezTo>
                    <a:pt x="155774" y="157453"/>
                    <a:pt x="155774" y="147025"/>
                    <a:pt x="155774" y="147025"/>
                  </a:cubicBezTo>
                  <a:lnTo>
                    <a:pt x="155774" y="84461"/>
                  </a:lnTo>
                  <a:cubicBezTo>
                    <a:pt x="155774" y="74034"/>
                    <a:pt x="145347" y="74034"/>
                    <a:pt x="145347" y="74034"/>
                  </a:cubicBezTo>
                  <a:lnTo>
                    <a:pt x="82782" y="74034"/>
                  </a:lnTo>
                  <a:moveTo>
                    <a:pt x="134919" y="183521"/>
                  </a:moveTo>
                  <a:lnTo>
                    <a:pt x="134919" y="157453"/>
                  </a:lnTo>
                  <a:moveTo>
                    <a:pt x="134919" y="74034"/>
                  </a:moveTo>
                  <a:lnTo>
                    <a:pt x="134919" y="47965"/>
                  </a:lnTo>
                  <a:moveTo>
                    <a:pt x="93210" y="183521"/>
                  </a:moveTo>
                  <a:lnTo>
                    <a:pt x="93210" y="157453"/>
                  </a:lnTo>
                  <a:moveTo>
                    <a:pt x="93210" y="74034"/>
                  </a:moveTo>
                  <a:lnTo>
                    <a:pt x="93210" y="47965"/>
                  </a:lnTo>
                  <a:moveTo>
                    <a:pt x="181842" y="136598"/>
                  </a:moveTo>
                  <a:lnTo>
                    <a:pt x="155774" y="136598"/>
                  </a:lnTo>
                  <a:moveTo>
                    <a:pt x="72355" y="94889"/>
                  </a:moveTo>
                  <a:lnTo>
                    <a:pt x="46287" y="94889"/>
                  </a:lnTo>
                  <a:moveTo>
                    <a:pt x="181842" y="94889"/>
                  </a:moveTo>
                  <a:lnTo>
                    <a:pt x="155774" y="94889"/>
                  </a:lnTo>
                  <a:moveTo>
                    <a:pt x="72355" y="136598"/>
                  </a:moveTo>
                  <a:lnTo>
                    <a:pt x="46287" y="136598"/>
                  </a:lnTo>
                  <a:moveTo>
                    <a:pt x="114064" y="136598"/>
                  </a:moveTo>
                  <a:lnTo>
                    <a:pt x="134919" y="136598"/>
                  </a:lnTo>
                  <a:moveTo>
                    <a:pt x="187692" y="188735"/>
                  </a:moveTo>
                  <a:cubicBezTo>
                    <a:pt x="207504" y="210632"/>
                    <a:pt x="228359" y="231487"/>
                    <a:pt x="249214" y="251299"/>
                  </a:cubicBezTo>
                  <a:moveTo>
                    <a:pt x="9384" y="115743"/>
                  </a:moveTo>
                  <a:cubicBezTo>
                    <a:pt x="8341" y="173094"/>
                    <a:pt x="56307" y="222102"/>
                    <a:pt x="113658" y="220017"/>
                  </a:cubicBezTo>
                  <a:cubicBezTo>
                    <a:pt x="171008" y="217931"/>
                    <a:pt x="213761" y="173094"/>
                    <a:pt x="217931" y="115743"/>
                  </a:cubicBezTo>
                  <a:cubicBezTo>
                    <a:pt x="222102" y="58393"/>
                    <a:pt x="169966" y="0"/>
                    <a:pt x="113658" y="11470"/>
                  </a:cubicBezTo>
                  <a:cubicBezTo>
                    <a:pt x="57350" y="22940"/>
                    <a:pt x="0" y="58393"/>
                    <a:pt x="9384" y="115743"/>
                  </a:cubicBezTo>
                  <a:moveTo>
                    <a:pt x="82376" y="74034"/>
                  </a:moveTo>
                  <a:cubicBezTo>
                    <a:pt x="103230" y="77162"/>
                    <a:pt x="124085" y="74034"/>
                    <a:pt x="144940" y="74034"/>
                  </a:cubicBezTo>
                  <a:cubicBezTo>
                    <a:pt x="144940" y="74034"/>
                    <a:pt x="155367" y="74034"/>
                    <a:pt x="155367" y="84461"/>
                  </a:cubicBezTo>
                  <a:cubicBezTo>
                    <a:pt x="155367" y="105316"/>
                    <a:pt x="158495" y="126171"/>
                    <a:pt x="155367" y="147025"/>
                  </a:cubicBezTo>
                  <a:cubicBezTo>
                    <a:pt x="155367" y="147025"/>
                    <a:pt x="155367" y="157453"/>
                    <a:pt x="144940" y="157453"/>
                  </a:cubicBezTo>
                  <a:cubicBezTo>
                    <a:pt x="124085" y="156410"/>
                    <a:pt x="102188" y="150154"/>
                    <a:pt x="82376" y="157453"/>
                  </a:cubicBezTo>
                  <a:cubicBezTo>
                    <a:pt x="82376" y="157453"/>
                    <a:pt x="70906" y="157453"/>
                    <a:pt x="71948" y="147025"/>
                  </a:cubicBezTo>
                  <a:cubicBezTo>
                    <a:pt x="75077" y="126171"/>
                    <a:pt x="75077" y="105316"/>
                    <a:pt x="71948" y="84461"/>
                  </a:cubicBezTo>
                  <a:cubicBezTo>
                    <a:pt x="71948" y="84461"/>
                    <a:pt x="71948" y="75077"/>
                    <a:pt x="82376" y="74034"/>
                  </a:cubicBezTo>
                  <a:moveTo>
                    <a:pt x="134513" y="183521"/>
                  </a:moveTo>
                  <a:cubicBezTo>
                    <a:pt x="134513" y="175179"/>
                    <a:pt x="133470" y="165795"/>
                    <a:pt x="134513" y="157453"/>
                  </a:cubicBezTo>
                  <a:moveTo>
                    <a:pt x="134513" y="74034"/>
                  </a:moveTo>
                  <a:cubicBezTo>
                    <a:pt x="135555" y="65692"/>
                    <a:pt x="136598" y="56307"/>
                    <a:pt x="134513" y="47965"/>
                  </a:cubicBezTo>
                  <a:moveTo>
                    <a:pt x="92803" y="183521"/>
                  </a:moveTo>
                  <a:cubicBezTo>
                    <a:pt x="92803" y="175179"/>
                    <a:pt x="95931" y="165795"/>
                    <a:pt x="92803" y="157453"/>
                  </a:cubicBezTo>
                  <a:moveTo>
                    <a:pt x="92803" y="74034"/>
                  </a:moveTo>
                  <a:cubicBezTo>
                    <a:pt x="90718" y="65692"/>
                    <a:pt x="92803" y="56307"/>
                    <a:pt x="92803" y="47965"/>
                  </a:cubicBezTo>
                  <a:moveTo>
                    <a:pt x="181436" y="136598"/>
                  </a:moveTo>
                  <a:cubicBezTo>
                    <a:pt x="174137" y="139726"/>
                    <a:pt x="164752" y="138684"/>
                    <a:pt x="155367" y="136598"/>
                  </a:cubicBezTo>
                  <a:moveTo>
                    <a:pt x="71948" y="94889"/>
                  </a:moveTo>
                  <a:cubicBezTo>
                    <a:pt x="63606" y="95931"/>
                    <a:pt x="54222" y="96974"/>
                    <a:pt x="45880" y="94889"/>
                  </a:cubicBezTo>
                  <a:moveTo>
                    <a:pt x="181436" y="94889"/>
                  </a:moveTo>
                  <a:cubicBezTo>
                    <a:pt x="173094" y="94889"/>
                    <a:pt x="164752" y="93846"/>
                    <a:pt x="155367" y="94889"/>
                  </a:cubicBezTo>
                  <a:moveTo>
                    <a:pt x="71948" y="136598"/>
                  </a:moveTo>
                  <a:cubicBezTo>
                    <a:pt x="63606" y="135555"/>
                    <a:pt x="54222" y="139726"/>
                    <a:pt x="45880" y="136598"/>
                  </a:cubicBezTo>
                  <a:moveTo>
                    <a:pt x="113658" y="136598"/>
                  </a:moveTo>
                  <a:cubicBezTo>
                    <a:pt x="120957" y="138684"/>
                    <a:pt x="128256" y="134513"/>
                    <a:pt x="134513" y="136598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77967" y="4382551"/>
              <a:ext cx="427522" cy="271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Validation &amp;
Debugging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96452" y="4989749"/>
              <a:ext cx="647683" cy="904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0" dirty="0">
                  <a:solidFill>
                    <a:srgbClr val="484848"/>
                  </a:solidFill>
                  <a:latin typeface="Shantell Sans"/>
                </a:rPr>
                <a:t>Ethernet MAC/PHY,
CAN-FD, USB, BLE, SPI /
I2C / UART, RS-232 /
RS-422 / RS-485,
TCP/IP, RFID testing,
firmware/interface
validation, protocol
analysis.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68170" y="2011057"/>
              <a:ext cx="1092270" cy="1085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System integration,
requirements</a:t>
              </a:r>
              <a:r>
                <a:rPr lang="en-IN" sz="120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engineering, system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definition,
requirements-to-test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traceability, system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architecture support,
V&amp;V, test</a:t>
              </a:r>
              <a:r>
                <a:rPr lang="en-IN" sz="1200" b="0" dirty="0">
                  <a:solidFill>
                    <a:srgbClr val="484848"/>
                  </a:solidFill>
                  <a:latin typeface="Shantell Sans"/>
                </a:rPr>
                <a:t> </a:t>
              </a:r>
              <a:r>
                <a:rPr sz="1200" b="0" dirty="0">
                  <a:solidFill>
                    <a:srgbClr val="484848"/>
                  </a:solidFill>
                  <a:latin typeface="Shantell Sans"/>
                </a:rPr>
                <a:t>planning/protocols,
IQ/OQ/PQ, TMV,
DFMEA/risk support.</a:t>
              </a:r>
            </a:p>
          </p:txBody>
        </p:sp>
        <p:sp>
          <p:nvSpPr>
            <p:cNvPr id="34" name="Rounded Rectangle 14">
              <a:extLst>
                <a:ext uri="{FF2B5EF4-FFF2-40B4-BE49-F238E27FC236}">
                  <a16:creationId xmlns:a16="http://schemas.microsoft.com/office/drawing/2014/main" id="{AC7A3CF3-5E22-03AF-7E32-73428519D336}"/>
                </a:ext>
              </a:extLst>
            </p:cNvPr>
            <p:cNvSpPr/>
            <p:nvPr/>
          </p:nvSpPr>
          <p:spPr>
            <a:xfrm>
              <a:off x="3744135" y="2209879"/>
              <a:ext cx="353691" cy="432641"/>
            </a:xfrm>
            <a:custGeom>
              <a:avLst/>
              <a:gdLst/>
              <a:ahLst/>
              <a:cxnLst/>
              <a:rect l="0" t="0" r="0" b="0"/>
              <a:pathLst>
                <a:path w="251734" h="249546">
                  <a:moveTo>
                    <a:pt x="7299" y="4170"/>
                  </a:moveTo>
                  <a:moveTo>
                    <a:pt x="143549" y="75376"/>
                  </a:moveTo>
                  <a:lnTo>
                    <a:pt x="147720" y="88932"/>
                  </a:lnTo>
                  <a:cubicBezTo>
                    <a:pt x="148763" y="94145"/>
                    <a:pt x="153976" y="96231"/>
                    <a:pt x="159190" y="95188"/>
                  </a:cubicBezTo>
                  <a:lnTo>
                    <a:pt x="172746" y="92060"/>
                  </a:lnTo>
                  <a:cubicBezTo>
                    <a:pt x="185258" y="88932"/>
                    <a:pt x="193600" y="103530"/>
                    <a:pt x="185258" y="112914"/>
                  </a:cubicBezTo>
                  <a:lnTo>
                    <a:pt x="175874" y="123342"/>
                  </a:lnTo>
                  <a:cubicBezTo>
                    <a:pt x="172746" y="127513"/>
                    <a:pt x="172746" y="132726"/>
                    <a:pt x="175874" y="135855"/>
                  </a:cubicBezTo>
                  <a:lnTo>
                    <a:pt x="185258" y="146282"/>
                  </a:lnTo>
                  <a:cubicBezTo>
                    <a:pt x="193600" y="155667"/>
                    <a:pt x="185258" y="170265"/>
                    <a:pt x="172746" y="167137"/>
                  </a:cubicBezTo>
                  <a:lnTo>
                    <a:pt x="159190" y="164008"/>
                  </a:lnTo>
                  <a:cubicBezTo>
                    <a:pt x="153976" y="162966"/>
                    <a:pt x="149805" y="166094"/>
                    <a:pt x="147720" y="170265"/>
                  </a:cubicBezTo>
                  <a:lnTo>
                    <a:pt x="143549" y="183820"/>
                  </a:lnTo>
                  <a:cubicBezTo>
                    <a:pt x="139378" y="196333"/>
                    <a:pt x="122694" y="196333"/>
                    <a:pt x="119566" y="183820"/>
                  </a:cubicBezTo>
                  <a:lnTo>
                    <a:pt x="115395" y="170265"/>
                  </a:lnTo>
                  <a:cubicBezTo>
                    <a:pt x="114352" y="165051"/>
                    <a:pt x="109139" y="162966"/>
                    <a:pt x="103925" y="164008"/>
                  </a:cubicBezTo>
                  <a:lnTo>
                    <a:pt x="90369" y="167137"/>
                  </a:lnTo>
                  <a:cubicBezTo>
                    <a:pt x="77857" y="170265"/>
                    <a:pt x="69515" y="155667"/>
                    <a:pt x="77856" y="146282"/>
                  </a:cubicBezTo>
                  <a:lnTo>
                    <a:pt x="87241" y="135855"/>
                  </a:lnTo>
                  <a:cubicBezTo>
                    <a:pt x="90369" y="131684"/>
                    <a:pt x="90369" y="126470"/>
                    <a:pt x="87241" y="123342"/>
                  </a:cubicBezTo>
                  <a:lnTo>
                    <a:pt x="77856" y="112914"/>
                  </a:lnTo>
                  <a:cubicBezTo>
                    <a:pt x="69515" y="103530"/>
                    <a:pt x="77857" y="88932"/>
                    <a:pt x="90369" y="92060"/>
                  </a:cubicBezTo>
                  <a:lnTo>
                    <a:pt x="103925" y="95188"/>
                  </a:lnTo>
                  <a:cubicBezTo>
                    <a:pt x="109139" y="96231"/>
                    <a:pt x="113310" y="93102"/>
                    <a:pt x="115395" y="88932"/>
                  </a:cubicBezTo>
                  <a:lnTo>
                    <a:pt x="119566" y="75376"/>
                  </a:lnTo>
                  <a:cubicBezTo>
                    <a:pt x="122694" y="62863"/>
                    <a:pt x="140421" y="62863"/>
                    <a:pt x="143549" y="75376"/>
                  </a:cubicBezTo>
                  <a:close/>
                  <a:moveTo>
                    <a:pt x="217324" y="162999"/>
                  </a:moveTo>
                  <a:cubicBezTo>
                    <a:pt x="218366" y="167170"/>
                    <a:pt x="222537" y="169255"/>
                    <a:pt x="225665" y="168213"/>
                  </a:cubicBezTo>
                  <a:lnTo>
                    <a:pt x="236093" y="166127"/>
                  </a:lnTo>
                  <a:cubicBezTo>
                    <a:pt x="245477" y="164042"/>
                    <a:pt x="251734" y="175512"/>
                    <a:pt x="245477" y="182811"/>
                  </a:cubicBezTo>
                  <a:lnTo>
                    <a:pt x="238178" y="191153"/>
                  </a:lnTo>
                  <a:cubicBezTo>
                    <a:pt x="235050" y="194281"/>
                    <a:pt x="235050" y="198452"/>
                    <a:pt x="238178" y="201580"/>
                  </a:cubicBezTo>
                  <a:lnTo>
                    <a:pt x="245477" y="209922"/>
                  </a:lnTo>
                  <a:cubicBezTo>
                    <a:pt x="251734" y="217221"/>
                    <a:pt x="245477" y="228692"/>
                    <a:pt x="236093" y="226606"/>
                  </a:cubicBezTo>
                  <a:lnTo>
                    <a:pt x="225665" y="224521"/>
                  </a:lnTo>
                  <a:cubicBezTo>
                    <a:pt x="221495" y="223478"/>
                    <a:pt x="218366" y="225563"/>
                    <a:pt x="217324" y="229734"/>
                  </a:cubicBezTo>
                  <a:lnTo>
                    <a:pt x="214195" y="240162"/>
                  </a:lnTo>
                  <a:cubicBezTo>
                    <a:pt x="211067" y="249546"/>
                    <a:pt x="198554" y="249546"/>
                    <a:pt x="195426" y="240162"/>
                  </a:cubicBezTo>
                  <a:lnTo>
                    <a:pt x="192298" y="229734"/>
                  </a:lnTo>
                  <a:cubicBezTo>
                    <a:pt x="191255" y="225563"/>
                    <a:pt x="187084" y="223478"/>
                    <a:pt x="183956" y="224521"/>
                  </a:cubicBezTo>
                  <a:lnTo>
                    <a:pt x="173529" y="226606"/>
                  </a:lnTo>
                  <a:cubicBezTo>
                    <a:pt x="164144" y="228692"/>
                    <a:pt x="157888" y="217221"/>
                    <a:pt x="164144" y="209922"/>
                  </a:cubicBezTo>
                  <a:lnTo>
                    <a:pt x="171443" y="201580"/>
                  </a:lnTo>
                  <a:moveTo>
                    <a:pt x="48747" y="208430"/>
                  </a:moveTo>
                  <a:cubicBezTo>
                    <a:pt x="3910" y="163592"/>
                    <a:pt x="3910" y="90601"/>
                    <a:pt x="48747" y="45763"/>
                  </a:cubicBezTo>
                  <a:cubicBezTo>
                    <a:pt x="83158" y="11353"/>
                    <a:pt x="133209" y="3011"/>
                    <a:pt x="174919" y="21780"/>
                  </a:cubicBezTo>
                  <a:moveTo>
                    <a:pt x="7299" y="4170"/>
                  </a:moveTo>
                  <a:moveTo>
                    <a:pt x="239568" y="48892"/>
                  </a:moveTo>
                  <a:lnTo>
                    <a:pt x="210372" y="46807"/>
                  </a:lnTo>
                  <a:lnTo>
                    <a:pt x="208286" y="76003"/>
                  </a:lnTo>
                  <a:moveTo>
                    <a:pt x="7299" y="4170"/>
                  </a:moveTo>
                  <a:moveTo>
                    <a:pt x="51875" y="179237"/>
                  </a:moveTo>
                  <a:lnTo>
                    <a:pt x="48747" y="208433"/>
                  </a:lnTo>
                  <a:lnTo>
                    <a:pt x="19550" y="205305"/>
                  </a:lnTo>
                  <a:moveTo>
                    <a:pt x="210372" y="46807"/>
                  </a:moveTo>
                  <a:cubicBezTo>
                    <a:pt x="234355" y="70790"/>
                    <a:pt x="245825" y="102072"/>
                    <a:pt x="243739" y="133354"/>
                  </a:cubicBezTo>
                  <a:moveTo>
                    <a:pt x="132166" y="242846"/>
                  </a:moveTo>
                  <a:cubicBezTo>
                    <a:pt x="115483" y="242846"/>
                    <a:pt x="99842" y="239717"/>
                    <a:pt x="84200" y="233461"/>
                  </a:cubicBezTo>
                  <a:moveTo>
                    <a:pt x="131557" y="144395"/>
                  </a:moveTo>
                  <a:cubicBezTo>
                    <a:pt x="139728" y="144395"/>
                    <a:pt x="146353" y="137770"/>
                    <a:pt x="146353" y="129599"/>
                  </a:cubicBezTo>
                  <a:cubicBezTo>
                    <a:pt x="146353" y="121427"/>
                    <a:pt x="139728" y="114804"/>
                    <a:pt x="131557" y="114804"/>
                  </a:cubicBezTo>
                  <a:cubicBezTo>
                    <a:pt x="123387" y="114804"/>
                    <a:pt x="116762" y="121427"/>
                    <a:pt x="116762" y="129599"/>
                  </a:cubicBezTo>
                  <a:cubicBezTo>
                    <a:pt x="116762" y="137770"/>
                    <a:pt x="123387" y="144395"/>
                    <a:pt x="131557" y="144395"/>
                  </a:cubicBezTo>
                  <a:close/>
                  <a:moveTo>
                    <a:pt x="204811" y="207571"/>
                  </a:moveTo>
                  <a:cubicBezTo>
                    <a:pt x="210870" y="207571"/>
                    <a:pt x="215782" y="202659"/>
                    <a:pt x="215782" y="196598"/>
                  </a:cubicBezTo>
                  <a:cubicBezTo>
                    <a:pt x="215782" y="190539"/>
                    <a:pt x="210870" y="185626"/>
                    <a:pt x="204811" y="185626"/>
                  </a:cubicBezTo>
                  <a:cubicBezTo>
                    <a:pt x="198750" y="185626"/>
                    <a:pt x="193838" y="190539"/>
                    <a:pt x="193838" y="196598"/>
                  </a:cubicBezTo>
                  <a:cubicBezTo>
                    <a:pt x="193838" y="202659"/>
                    <a:pt x="198750" y="207571"/>
                    <a:pt x="204811" y="207571"/>
                  </a:cubicBezTo>
                  <a:close/>
                  <a:moveTo>
                    <a:pt x="7299" y="4170"/>
                  </a:moveTo>
                  <a:moveTo>
                    <a:pt x="143897" y="75077"/>
                  </a:moveTo>
                  <a:cubicBezTo>
                    <a:pt x="143897" y="80290"/>
                    <a:pt x="145983" y="84461"/>
                    <a:pt x="148068" y="88632"/>
                  </a:cubicBezTo>
                  <a:cubicBezTo>
                    <a:pt x="148068" y="93846"/>
                    <a:pt x="154325" y="98017"/>
                    <a:pt x="159538" y="94889"/>
                  </a:cubicBezTo>
                  <a:cubicBezTo>
                    <a:pt x="162666" y="92803"/>
                    <a:pt x="167880" y="93846"/>
                    <a:pt x="173094" y="91760"/>
                  </a:cubicBezTo>
                  <a:cubicBezTo>
                    <a:pt x="184564" y="87589"/>
                    <a:pt x="196034" y="106359"/>
                    <a:pt x="185607" y="112615"/>
                  </a:cubicBezTo>
                  <a:cubicBezTo>
                    <a:pt x="181436" y="115743"/>
                    <a:pt x="179350" y="120957"/>
                    <a:pt x="176222" y="123042"/>
                  </a:cubicBezTo>
                  <a:cubicBezTo>
                    <a:pt x="172051" y="126171"/>
                    <a:pt x="172051" y="133470"/>
                    <a:pt x="176222" y="135555"/>
                  </a:cubicBezTo>
                  <a:cubicBezTo>
                    <a:pt x="180393" y="137641"/>
                    <a:pt x="183521" y="141812"/>
                    <a:pt x="185607" y="145983"/>
                  </a:cubicBezTo>
                  <a:cubicBezTo>
                    <a:pt x="190820" y="157453"/>
                    <a:pt x="185607" y="165795"/>
                    <a:pt x="173094" y="166837"/>
                  </a:cubicBezTo>
                  <a:cubicBezTo>
                    <a:pt x="167880" y="167880"/>
                    <a:pt x="163709" y="163709"/>
                    <a:pt x="159538" y="163709"/>
                  </a:cubicBezTo>
                  <a:cubicBezTo>
                    <a:pt x="154325" y="164752"/>
                    <a:pt x="150154" y="165795"/>
                    <a:pt x="148068" y="169966"/>
                  </a:cubicBezTo>
                  <a:cubicBezTo>
                    <a:pt x="147025" y="175179"/>
                    <a:pt x="145983" y="179350"/>
                    <a:pt x="143897" y="183521"/>
                  </a:cubicBezTo>
                  <a:cubicBezTo>
                    <a:pt x="136598" y="194991"/>
                    <a:pt x="117829" y="197077"/>
                    <a:pt x="119914" y="183521"/>
                  </a:cubicBezTo>
                  <a:cubicBezTo>
                    <a:pt x="117829" y="179350"/>
                    <a:pt x="116786" y="175179"/>
                    <a:pt x="115743" y="169966"/>
                  </a:cubicBezTo>
                  <a:cubicBezTo>
                    <a:pt x="114701" y="164752"/>
                    <a:pt x="109487" y="162666"/>
                    <a:pt x="104273" y="163709"/>
                  </a:cubicBezTo>
                  <a:cubicBezTo>
                    <a:pt x="99060" y="164752"/>
                    <a:pt x="94889" y="164752"/>
                    <a:pt x="90718" y="166837"/>
                  </a:cubicBezTo>
                  <a:cubicBezTo>
                    <a:pt x="79247" y="173094"/>
                    <a:pt x="72991" y="157453"/>
                    <a:pt x="78205" y="145983"/>
                  </a:cubicBezTo>
                  <a:cubicBezTo>
                    <a:pt x="80290" y="141812"/>
                    <a:pt x="83418" y="138683"/>
                    <a:pt x="87589" y="135555"/>
                  </a:cubicBezTo>
                  <a:cubicBezTo>
                    <a:pt x="89675" y="131384"/>
                    <a:pt x="89675" y="126171"/>
                    <a:pt x="87589" y="123042"/>
                  </a:cubicBezTo>
                  <a:cubicBezTo>
                    <a:pt x="84461" y="119914"/>
                    <a:pt x="81333" y="115743"/>
                    <a:pt x="78205" y="112615"/>
                  </a:cubicBezTo>
                  <a:cubicBezTo>
                    <a:pt x="67777" y="106359"/>
                    <a:pt x="77162" y="91760"/>
                    <a:pt x="90718" y="91760"/>
                  </a:cubicBezTo>
                  <a:cubicBezTo>
                    <a:pt x="94889" y="91760"/>
                    <a:pt x="99060" y="93846"/>
                    <a:pt x="104273" y="94889"/>
                  </a:cubicBezTo>
                  <a:cubicBezTo>
                    <a:pt x="109487" y="96974"/>
                    <a:pt x="114701" y="93846"/>
                    <a:pt x="115743" y="88632"/>
                  </a:cubicBezTo>
                  <a:cubicBezTo>
                    <a:pt x="115743" y="84461"/>
                    <a:pt x="119914" y="80290"/>
                    <a:pt x="119914" y="75077"/>
                  </a:cubicBezTo>
                  <a:cubicBezTo>
                    <a:pt x="120957" y="62564"/>
                    <a:pt x="139726" y="62564"/>
                    <a:pt x="143897" y="75077"/>
                  </a:cubicBezTo>
                  <a:moveTo>
                    <a:pt x="216889" y="162666"/>
                  </a:moveTo>
                  <a:cubicBezTo>
                    <a:pt x="218974" y="166837"/>
                    <a:pt x="222102" y="168923"/>
                    <a:pt x="225231" y="167880"/>
                  </a:cubicBezTo>
                  <a:cubicBezTo>
                    <a:pt x="229402" y="167880"/>
                    <a:pt x="232530" y="166837"/>
                    <a:pt x="235658" y="165795"/>
                  </a:cubicBezTo>
                  <a:cubicBezTo>
                    <a:pt x="245043" y="164752"/>
                    <a:pt x="251299" y="175179"/>
                    <a:pt x="245043" y="182478"/>
                  </a:cubicBezTo>
                  <a:cubicBezTo>
                    <a:pt x="242957" y="185607"/>
                    <a:pt x="240872" y="188735"/>
                    <a:pt x="237744" y="190820"/>
                  </a:cubicBezTo>
                  <a:cubicBezTo>
                    <a:pt x="234615" y="193949"/>
                    <a:pt x="234615" y="200205"/>
                    <a:pt x="237744" y="201248"/>
                  </a:cubicBezTo>
                  <a:cubicBezTo>
                    <a:pt x="240872" y="204376"/>
                    <a:pt x="244000" y="206461"/>
                    <a:pt x="245043" y="209590"/>
                  </a:cubicBezTo>
                  <a:cubicBezTo>
                    <a:pt x="250256" y="218974"/>
                    <a:pt x="246085" y="228359"/>
                    <a:pt x="235658" y="226273"/>
                  </a:cubicBezTo>
                  <a:cubicBezTo>
                    <a:pt x="232530" y="226273"/>
                    <a:pt x="228359" y="226273"/>
                    <a:pt x="225231" y="224188"/>
                  </a:cubicBezTo>
                  <a:cubicBezTo>
                    <a:pt x="222102" y="222102"/>
                    <a:pt x="216889" y="225231"/>
                    <a:pt x="216889" y="229402"/>
                  </a:cubicBezTo>
                  <a:cubicBezTo>
                    <a:pt x="217932" y="233573"/>
                    <a:pt x="215846" y="237743"/>
                    <a:pt x="213761" y="239829"/>
                  </a:cubicBezTo>
                  <a:cubicBezTo>
                    <a:pt x="208547" y="248171"/>
                    <a:pt x="198119" y="249214"/>
                    <a:pt x="194991" y="239829"/>
                  </a:cubicBezTo>
                  <a:cubicBezTo>
                    <a:pt x="193949" y="236701"/>
                    <a:pt x="192906" y="233573"/>
                    <a:pt x="191863" y="229402"/>
                  </a:cubicBezTo>
                  <a:cubicBezTo>
                    <a:pt x="190820" y="225231"/>
                    <a:pt x="187692" y="224188"/>
                    <a:pt x="183521" y="224188"/>
                  </a:cubicBezTo>
                  <a:cubicBezTo>
                    <a:pt x="180393" y="226273"/>
                    <a:pt x="177265" y="226273"/>
                    <a:pt x="173094" y="226273"/>
                  </a:cubicBezTo>
                  <a:cubicBezTo>
                    <a:pt x="163709" y="228359"/>
                    <a:pt x="157453" y="215846"/>
                    <a:pt x="163709" y="209590"/>
                  </a:cubicBezTo>
                  <a:cubicBezTo>
                    <a:pt x="166837" y="207504"/>
                    <a:pt x="167880" y="203333"/>
                    <a:pt x="171008" y="201248"/>
                  </a:cubicBezTo>
                  <a:moveTo>
                    <a:pt x="49008" y="208547"/>
                  </a:moveTo>
                  <a:cubicBezTo>
                    <a:pt x="0" y="167880"/>
                    <a:pt x="9384" y="95931"/>
                    <a:pt x="49008" y="45880"/>
                  </a:cubicBezTo>
                  <a:cubicBezTo>
                    <a:pt x="79247" y="7299"/>
                    <a:pt x="134513" y="0"/>
                    <a:pt x="175179" y="21897"/>
                  </a:cubicBezTo>
                  <a:moveTo>
                    <a:pt x="7299" y="4170"/>
                  </a:moveTo>
                  <a:moveTo>
                    <a:pt x="239829" y="49008"/>
                  </a:moveTo>
                  <a:cubicBezTo>
                    <a:pt x="230444" y="50051"/>
                    <a:pt x="220017" y="45880"/>
                    <a:pt x="210632" y="46923"/>
                  </a:cubicBezTo>
                  <a:cubicBezTo>
                    <a:pt x="212718" y="56307"/>
                    <a:pt x="209590" y="66735"/>
                    <a:pt x="208547" y="76119"/>
                  </a:cubicBezTo>
                  <a:moveTo>
                    <a:pt x="7299" y="4170"/>
                  </a:moveTo>
                  <a:moveTo>
                    <a:pt x="19811" y="205419"/>
                  </a:moveTo>
                  <a:cubicBezTo>
                    <a:pt x="29196" y="206461"/>
                    <a:pt x="39624" y="210632"/>
                    <a:pt x="49008" y="208547"/>
                  </a:cubicBezTo>
                  <a:cubicBezTo>
                    <a:pt x="50051" y="198120"/>
                    <a:pt x="51094" y="188735"/>
                    <a:pt x="52136" y="179350"/>
                  </a:cubicBezTo>
                  <a:moveTo>
                    <a:pt x="210632" y="46923"/>
                  </a:moveTo>
                  <a:cubicBezTo>
                    <a:pt x="237744" y="66735"/>
                    <a:pt x="245043" y="102188"/>
                    <a:pt x="244000" y="133470"/>
                  </a:cubicBezTo>
                  <a:moveTo>
                    <a:pt x="132427" y="242957"/>
                  </a:moveTo>
                  <a:cubicBezTo>
                    <a:pt x="115743" y="238786"/>
                    <a:pt x="100102" y="238786"/>
                    <a:pt x="84461" y="233573"/>
                  </a:cubicBezTo>
                  <a:moveTo>
                    <a:pt x="131384" y="143897"/>
                  </a:moveTo>
                  <a:cubicBezTo>
                    <a:pt x="138684" y="147025"/>
                    <a:pt x="147025" y="137641"/>
                    <a:pt x="145983" y="129299"/>
                  </a:cubicBezTo>
                  <a:cubicBezTo>
                    <a:pt x="145983" y="120957"/>
                    <a:pt x="139726" y="114701"/>
                    <a:pt x="131384" y="114701"/>
                  </a:cubicBezTo>
                  <a:cubicBezTo>
                    <a:pt x="123042" y="114701"/>
                    <a:pt x="115743" y="122000"/>
                    <a:pt x="116786" y="129299"/>
                  </a:cubicBezTo>
                  <a:cubicBezTo>
                    <a:pt x="117829" y="137641"/>
                    <a:pt x="123042" y="143897"/>
                    <a:pt x="131384" y="143897"/>
                  </a:cubicBezTo>
                  <a:moveTo>
                    <a:pt x="204376" y="207504"/>
                  </a:moveTo>
                  <a:cubicBezTo>
                    <a:pt x="210632" y="207504"/>
                    <a:pt x="217932" y="202290"/>
                    <a:pt x="215846" y="197077"/>
                  </a:cubicBezTo>
                  <a:cubicBezTo>
                    <a:pt x="213761" y="190820"/>
                    <a:pt x="210632" y="186649"/>
                    <a:pt x="204376" y="185607"/>
                  </a:cubicBezTo>
                  <a:cubicBezTo>
                    <a:pt x="199162" y="184564"/>
                    <a:pt x="193949" y="190820"/>
                    <a:pt x="193949" y="197077"/>
                  </a:cubicBezTo>
                  <a:cubicBezTo>
                    <a:pt x="193949" y="202290"/>
                    <a:pt x="199162" y="207504"/>
                    <a:pt x="204376" y="207504"/>
                  </a:cubicBezTo>
                </a:path>
              </a:pathLst>
            </a:custGeom>
            <a:noFill/>
            <a:ln w="782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026A8F3-E0A8-3D0D-9907-9BC981F17A73}"/>
                </a:ext>
              </a:extLst>
            </p:cNvPr>
            <p:cNvSpPr txBox="1"/>
            <p:nvPr/>
          </p:nvSpPr>
          <p:spPr>
            <a:xfrm>
              <a:off x="3132545" y="1688326"/>
              <a:ext cx="414337" cy="2713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1" u="sng" dirty="0">
                  <a:solidFill>
                    <a:srgbClr val="484848"/>
                  </a:solidFill>
                  <a:latin typeface="Shantell Sans"/>
                </a:rPr>
                <a:t>Systems
Engineering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white device with green lights&#10;&#10;Description automatically generated">
            <a:extLst>
              <a:ext uri="{FF2B5EF4-FFF2-40B4-BE49-F238E27FC236}">
                <a16:creationId xmlns:a16="http://schemas.microsoft.com/office/drawing/2014/main" id="{78E7A4FE-8DAC-690B-FF01-2C2C516EF4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99" b="7315"/>
          <a:stretch/>
        </p:blipFill>
        <p:spPr>
          <a:xfrm>
            <a:off x="1946019" y="1058397"/>
            <a:ext cx="3621052" cy="162354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AD8AB1-43AC-97AB-16EB-9687931A7F2E}"/>
              </a:ext>
            </a:extLst>
          </p:cNvPr>
          <p:cNvSpPr/>
          <p:nvPr/>
        </p:nvSpPr>
        <p:spPr>
          <a:xfrm>
            <a:off x="2935577" y="3898450"/>
            <a:ext cx="3226893" cy="2300138"/>
          </a:xfrm>
          <a:custGeom>
            <a:avLst/>
            <a:gdLst/>
            <a:ahLst/>
            <a:cxnLst/>
            <a:rect l="0" t="0" r="0" b="0"/>
            <a:pathLst>
              <a:path w="3226893" h="2300138">
                <a:moveTo>
                  <a:pt x="3169347" y="2294985"/>
                </a:moveTo>
                <a:lnTo>
                  <a:pt x="3164193" y="2300138"/>
                </a:lnTo>
                <a:lnTo>
                  <a:pt x="3103211" y="2106885"/>
                </a:lnTo>
                <a:lnTo>
                  <a:pt x="3037935" y="2184187"/>
                </a:lnTo>
                <a:lnTo>
                  <a:pt x="3169347" y="2294985"/>
                </a:lnTo>
                <a:moveTo>
                  <a:pt x="3103211" y="2106885"/>
                </a:moveTo>
                <a:lnTo>
                  <a:pt x="2881615" y="2048480"/>
                </a:lnTo>
                <a:lnTo>
                  <a:pt x="2952045" y="2245169"/>
                </a:lnTo>
                <a:lnTo>
                  <a:pt x="3164193" y="2300138"/>
                </a:lnTo>
                <a:lnTo>
                  <a:pt x="3103211" y="2106885"/>
                </a:lnTo>
                <a:moveTo>
                  <a:pt x="2952045" y="2245169"/>
                </a:moveTo>
                <a:lnTo>
                  <a:pt x="2881615" y="2048480"/>
                </a:lnTo>
                <a:lnTo>
                  <a:pt x="3086033" y="1765901"/>
                </a:lnTo>
                <a:lnTo>
                  <a:pt x="3207139" y="1891301"/>
                </a:lnTo>
                <a:lnTo>
                  <a:pt x="2952045" y="2245169"/>
                </a:lnTo>
                <a:moveTo>
                  <a:pt x="3086033" y="1765901"/>
                </a:moveTo>
                <a:lnTo>
                  <a:pt x="3207139" y="1891301"/>
                </a:lnTo>
                <a:lnTo>
                  <a:pt x="2721000" y="2215107"/>
                </a:lnTo>
                <a:lnTo>
                  <a:pt x="2601613" y="2087990"/>
                </a:lnTo>
                <a:lnTo>
                  <a:pt x="3086033" y="1765901"/>
                </a:lnTo>
                <a:moveTo>
                  <a:pt x="2721000" y="2215107"/>
                </a:moveTo>
                <a:lnTo>
                  <a:pt x="2601613" y="2087990"/>
                </a:lnTo>
                <a:lnTo>
                  <a:pt x="3097199" y="1438660"/>
                </a:lnTo>
                <a:lnTo>
                  <a:pt x="3226893" y="1552035"/>
                </a:lnTo>
                <a:lnTo>
                  <a:pt x="2721000" y="2215107"/>
                </a:lnTo>
                <a:moveTo>
                  <a:pt x="3097199" y="1438660"/>
                </a:moveTo>
                <a:lnTo>
                  <a:pt x="2403207" y="2141242"/>
                </a:lnTo>
                <a:lnTo>
                  <a:pt x="2536336" y="2249463"/>
                </a:lnTo>
                <a:lnTo>
                  <a:pt x="3226893" y="1552035"/>
                </a:lnTo>
                <a:lnTo>
                  <a:pt x="3097199" y="1438660"/>
                </a:lnTo>
                <a:moveTo>
                  <a:pt x="2536336" y="2249463"/>
                </a:moveTo>
                <a:lnTo>
                  <a:pt x="3226034" y="1210192"/>
                </a:lnTo>
                <a:lnTo>
                  <a:pt x="3091187" y="1103688"/>
                </a:lnTo>
                <a:lnTo>
                  <a:pt x="2403207" y="2141242"/>
                </a:lnTo>
                <a:lnTo>
                  <a:pt x="2536336" y="2249463"/>
                </a:lnTo>
                <a:moveTo>
                  <a:pt x="3091187" y="1103688"/>
                </a:moveTo>
                <a:lnTo>
                  <a:pt x="2139524" y="2121487"/>
                </a:lnTo>
                <a:lnTo>
                  <a:pt x="2272653" y="2230567"/>
                </a:lnTo>
                <a:lnTo>
                  <a:pt x="3226034" y="1210192"/>
                </a:lnTo>
                <a:lnTo>
                  <a:pt x="3091187" y="1103688"/>
                </a:lnTo>
                <a:moveTo>
                  <a:pt x="2272653" y="2230567"/>
                </a:moveTo>
                <a:lnTo>
                  <a:pt x="2139524" y="2121487"/>
                </a:lnTo>
                <a:lnTo>
                  <a:pt x="3026769" y="898411"/>
                </a:lnTo>
                <a:lnTo>
                  <a:pt x="3162476" y="1004056"/>
                </a:lnTo>
                <a:lnTo>
                  <a:pt x="2272653" y="2230567"/>
                </a:lnTo>
                <a:moveTo>
                  <a:pt x="3026769" y="898411"/>
                </a:moveTo>
                <a:lnTo>
                  <a:pt x="1966884" y="2158420"/>
                </a:lnTo>
                <a:lnTo>
                  <a:pt x="2106885" y="2259770"/>
                </a:lnTo>
                <a:lnTo>
                  <a:pt x="3162476" y="1004056"/>
                </a:lnTo>
                <a:lnTo>
                  <a:pt x="3026769" y="898411"/>
                </a:lnTo>
                <a:moveTo>
                  <a:pt x="2106885" y="2259770"/>
                </a:moveTo>
                <a:lnTo>
                  <a:pt x="1966884" y="2158420"/>
                </a:lnTo>
                <a:lnTo>
                  <a:pt x="2715847" y="932767"/>
                </a:lnTo>
                <a:lnTo>
                  <a:pt x="2855848" y="1034976"/>
                </a:lnTo>
                <a:lnTo>
                  <a:pt x="2106885" y="2259770"/>
                </a:lnTo>
                <a:moveTo>
                  <a:pt x="2715847" y="932767"/>
                </a:moveTo>
                <a:lnTo>
                  <a:pt x="1680011" y="2137806"/>
                </a:lnTo>
                <a:lnTo>
                  <a:pt x="1817436" y="2241733"/>
                </a:lnTo>
                <a:lnTo>
                  <a:pt x="2855848" y="1034976"/>
                </a:lnTo>
                <a:lnTo>
                  <a:pt x="2715847" y="932767"/>
                </a:lnTo>
                <a:moveTo>
                  <a:pt x="1817436" y="2241733"/>
                </a:moveTo>
                <a:lnTo>
                  <a:pt x="1680011" y="2137806"/>
                </a:lnTo>
                <a:lnTo>
                  <a:pt x="2456458" y="959393"/>
                </a:lnTo>
                <a:lnTo>
                  <a:pt x="2593024" y="1064179"/>
                </a:lnTo>
                <a:lnTo>
                  <a:pt x="1817436" y="2241733"/>
                </a:lnTo>
                <a:moveTo>
                  <a:pt x="2456458" y="959393"/>
                </a:moveTo>
                <a:lnTo>
                  <a:pt x="1452402" y="2101732"/>
                </a:lnTo>
                <a:lnTo>
                  <a:pt x="1586391" y="2209095"/>
                </a:lnTo>
                <a:lnTo>
                  <a:pt x="2593024" y="1064179"/>
                </a:lnTo>
                <a:lnTo>
                  <a:pt x="2456458" y="959393"/>
                </a:lnTo>
                <a:moveTo>
                  <a:pt x="1586391" y="2209095"/>
                </a:moveTo>
                <a:lnTo>
                  <a:pt x="1452402" y="2101732"/>
                </a:lnTo>
                <a:lnTo>
                  <a:pt x="2271795" y="978289"/>
                </a:lnTo>
                <a:lnTo>
                  <a:pt x="2406642" y="1085651"/>
                </a:lnTo>
                <a:lnTo>
                  <a:pt x="1586391" y="2209095"/>
                </a:lnTo>
                <a:moveTo>
                  <a:pt x="2271795" y="978289"/>
                </a:moveTo>
                <a:lnTo>
                  <a:pt x="1283199" y="2123205"/>
                </a:lnTo>
                <a:lnTo>
                  <a:pt x="1420623" y="2227132"/>
                </a:lnTo>
                <a:lnTo>
                  <a:pt x="2406642" y="1085651"/>
                </a:lnTo>
                <a:lnTo>
                  <a:pt x="2271795" y="978289"/>
                </a:lnTo>
                <a:moveTo>
                  <a:pt x="1420623" y="2227132"/>
                </a:moveTo>
                <a:lnTo>
                  <a:pt x="1283199" y="2123205"/>
                </a:lnTo>
                <a:lnTo>
                  <a:pt x="2055351" y="973135"/>
                </a:lnTo>
                <a:lnTo>
                  <a:pt x="2190199" y="1079639"/>
                </a:lnTo>
                <a:lnTo>
                  <a:pt x="1420623" y="2227132"/>
                </a:lnTo>
                <a:moveTo>
                  <a:pt x="2055351" y="973135"/>
                </a:moveTo>
                <a:lnTo>
                  <a:pt x="990313" y="2140383"/>
                </a:lnTo>
                <a:lnTo>
                  <a:pt x="1123443" y="2249463"/>
                </a:lnTo>
                <a:lnTo>
                  <a:pt x="2190199" y="1079639"/>
                </a:lnTo>
                <a:lnTo>
                  <a:pt x="2055351" y="973135"/>
                </a:lnTo>
                <a:moveTo>
                  <a:pt x="1123443" y="2249463"/>
                </a:moveTo>
                <a:lnTo>
                  <a:pt x="990313" y="2140383"/>
                </a:lnTo>
                <a:lnTo>
                  <a:pt x="1852651" y="949945"/>
                </a:lnTo>
                <a:lnTo>
                  <a:pt x="1988357" y="1055590"/>
                </a:lnTo>
                <a:lnTo>
                  <a:pt x="1123443" y="2249463"/>
                </a:lnTo>
                <a:moveTo>
                  <a:pt x="1852651" y="949945"/>
                </a:moveTo>
                <a:lnTo>
                  <a:pt x="819392" y="2167009"/>
                </a:lnTo>
                <a:lnTo>
                  <a:pt x="958534" y="2268359"/>
                </a:lnTo>
                <a:lnTo>
                  <a:pt x="1988357" y="1055590"/>
                </a:lnTo>
                <a:lnTo>
                  <a:pt x="1852651" y="949945"/>
                </a:lnTo>
                <a:moveTo>
                  <a:pt x="958534" y="2268359"/>
                </a:moveTo>
                <a:lnTo>
                  <a:pt x="819392" y="2167009"/>
                </a:lnTo>
                <a:lnTo>
                  <a:pt x="1596698" y="917307"/>
                </a:lnTo>
                <a:lnTo>
                  <a:pt x="1737558" y="1016939"/>
                </a:lnTo>
                <a:lnTo>
                  <a:pt x="958534" y="2268359"/>
                </a:lnTo>
                <a:moveTo>
                  <a:pt x="1596698" y="917307"/>
                </a:moveTo>
                <a:lnTo>
                  <a:pt x="592642" y="2167009"/>
                </a:lnTo>
                <a:lnTo>
                  <a:pt x="730925" y="2269218"/>
                </a:lnTo>
                <a:lnTo>
                  <a:pt x="1737558" y="1016939"/>
                </a:lnTo>
                <a:lnTo>
                  <a:pt x="1596698" y="917307"/>
                </a:lnTo>
                <a:moveTo>
                  <a:pt x="730925" y="2269218"/>
                </a:moveTo>
                <a:lnTo>
                  <a:pt x="592642" y="2167009"/>
                </a:lnTo>
                <a:lnTo>
                  <a:pt x="1406881" y="979147"/>
                </a:lnTo>
                <a:lnTo>
                  <a:pt x="1542587" y="1085651"/>
                </a:lnTo>
                <a:lnTo>
                  <a:pt x="730925" y="2269218"/>
                </a:lnTo>
                <a:moveTo>
                  <a:pt x="1406881" y="979147"/>
                </a:moveTo>
                <a:lnTo>
                  <a:pt x="346996" y="2156702"/>
                </a:lnTo>
                <a:lnTo>
                  <a:pt x="481843" y="2264064"/>
                </a:lnTo>
                <a:lnTo>
                  <a:pt x="1542587" y="1085651"/>
                </a:lnTo>
                <a:lnTo>
                  <a:pt x="1406881" y="979147"/>
                </a:lnTo>
                <a:moveTo>
                  <a:pt x="481843" y="2264064"/>
                </a:moveTo>
                <a:lnTo>
                  <a:pt x="346996" y="2156702"/>
                </a:lnTo>
                <a:lnTo>
                  <a:pt x="1173259" y="973994"/>
                </a:lnTo>
                <a:lnTo>
                  <a:pt x="1306389" y="1083075"/>
                </a:lnTo>
                <a:lnTo>
                  <a:pt x="481843" y="2264064"/>
                </a:lnTo>
                <a:moveTo>
                  <a:pt x="1173259" y="973994"/>
                </a:moveTo>
                <a:lnTo>
                  <a:pt x="38650" y="2168726"/>
                </a:lnTo>
                <a:lnTo>
                  <a:pt x="170921" y="2278666"/>
                </a:lnTo>
                <a:lnTo>
                  <a:pt x="1306389" y="1083075"/>
                </a:lnTo>
                <a:lnTo>
                  <a:pt x="1173259" y="973994"/>
                </a:lnTo>
                <a:moveTo>
                  <a:pt x="170921" y="2278666"/>
                </a:moveTo>
                <a:lnTo>
                  <a:pt x="1034117" y="1068473"/>
                </a:lnTo>
                <a:lnTo>
                  <a:pt x="900987" y="959393"/>
                </a:lnTo>
                <a:lnTo>
                  <a:pt x="38650" y="2168726"/>
                </a:lnTo>
                <a:lnTo>
                  <a:pt x="170921" y="2278666"/>
                </a:lnTo>
                <a:moveTo>
                  <a:pt x="900987" y="959393"/>
                </a:moveTo>
                <a:lnTo>
                  <a:pt x="0" y="1910197"/>
                </a:lnTo>
                <a:lnTo>
                  <a:pt x="135706" y="2016701"/>
                </a:lnTo>
                <a:lnTo>
                  <a:pt x="1034117" y="1068473"/>
                </a:lnTo>
                <a:lnTo>
                  <a:pt x="900987" y="959393"/>
                </a:lnTo>
                <a:moveTo>
                  <a:pt x="135706" y="2016701"/>
                </a:moveTo>
                <a:lnTo>
                  <a:pt x="769575" y="1028964"/>
                </a:lnTo>
                <a:lnTo>
                  <a:pt x="631292" y="927613"/>
                </a:lnTo>
                <a:lnTo>
                  <a:pt x="0" y="1910197"/>
                </a:lnTo>
                <a:lnTo>
                  <a:pt x="135706" y="2016701"/>
                </a:lnTo>
                <a:moveTo>
                  <a:pt x="631292" y="927613"/>
                </a:moveTo>
                <a:lnTo>
                  <a:pt x="769575" y="1028964"/>
                </a:lnTo>
                <a:lnTo>
                  <a:pt x="199265" y="1710932"/>
                </a:lnTo>
                <a:lnTo>
                  <a:pt x="59264" y="1611299"/>
                </a:lnTo>
                <a:lnTo>
                  <a:pt x="631292" y="927613"/>
                </a:lnTo>
                <a:moveTo>
                  <a:pt x="199265" y="1710932"/>
                </a:moveTo>
                <a:lnTo>
                  <a:pt x="59264" y="1611299"/>
                </a:lnTo>
                <a:lnTo>
                  <a:pt x="465524" y="937920"/>
                </a:lnTo>
                <a:lnTo>
                  <a:pt x="586629" y="1069332"/>
                </a:lnTo>
                <a:lnTo>
                  <a:pt x="199265" y="1710932"/>
                </a:lnTo>
                <a:moveTo>
                  <a:pt x="465524" y="937920"/>
                </a:moveTo>
                <a:lnTo>
                  <a:pt x="586629" y="1069332"/>
                </a:lnTo>
                <a:lnTo>
                  <a:pt x="147731" y="1289211"/>
                </a:lnTo>
                <a:lnTo>
                  <a:pt x="34356" y="1153505"/>
                </a:lnTo>
                <a:lnTo>
                  <a:pt x="465524" y="937920"/>
                </a:lnTo>
                <a:moveTo>
                  <a:pt x="147731" y="1289211"/>
                </a:moveTo>
                <a:lnTo>
                  <a:pt x="310922" y="1036694"/>
                </a:lnTo>
                <a:lnTo>
                  <a:pt x="316934" y="876079"/>
                </a:lnTo>
                <a:lnTo>
                  <a:pt x="273130" y="770434"/>
                </a:lnTo>
                <a:lnTo>
                  <a:pt x="303192" y="675955"/>
                </a:lnTo>
                <a:lnTo>
                  <a:pt x="309204" y="566016"/>
                </a:lnTo>
                <a:lnTo>
                  <a:pt x="293744" y="480984"/>
                </a:lnTo>
                <a:lnTo>
                  <a:pt x="343560" y="432886"/>
                </a:lnTo>
                <a:lnTo>
                  <a:pt x="306627" y="231903"/>
                </a:lnTo>
                <a:lnTo>
                  <a:pt x="189817" y="341842"/>
                </a:lnTo>
                <a:lnTo>
                  <a:pt x="145154" y="568592"/>
                </a:lnTo>
                <a:lnTo>
                  <a:pt x="164909" y="613255"/>
                </a:lnTo>
                <a:lnTo>
                  <a:pt x="135706" y="663931"/>
                </a:lnTo>
                <a:lnTo>
                  <a:pt x="140859" y="882950"/>
                </a:lnTo>
                <a:lnTo>
                  <a:pt x="184663" y="951663"/>
                </a:lnTo>
                <a:lnTo>
                  <a:pt x="34356" y="1153505"/>
                </a:lnTo>
                <a:lnTo>
                  <a:pt x="147731" y="1289211"/>
                </a:lnTo>
                <a:moveTo>
                  <a:pt x="306627" y="231903"/>
                </a:moveTo>
                <a:lnTo>
                  <a:pt x="35214" y="118528"/>
                </a:lnTo>
                <a:lnTo>
                  <a:pt x="107362" y="334112"/>
                </a:lnTo>
                <a:lnTo>
                  <a:pt x="343560" y="432886"/>
                </a:lnTo>
                <a:lnTo>
                  <a:pt x="306627" y="231903"/>
                </a:lnTo>
                <a:moveTo>
                  <a:pt x="107362" y="334112"/>
                </a:moveTo>
                <a:lnTo>
                  <a:pt x="206136" y="165768"/>
                </a:lnTo>
                <a:lnTo>
                  <a:pt x="58405" y="79018"/>
                </a:lnTo>
                <a:lnTo>
                  <a:pt x="35214" y="118528"/>
                </a:lnTo>
                <a:lnTo>
                  <a:pt x="107362" y="334112"/>
                </a:lnTo>
                <a:moveTo>
                  <a:pt x="3025910" y="840864"/>
                </a:moveTo>
                <a:lnTo>
                  <a:pt x="3121248" y="698287"/>
                </a:lnTo>
                <a:lnTo>
                  <a:pt x="2977812" y="602949"/>
                </a:lnTo>
                <a:lnTo>
                  <a:pt x="2882474" y="745526"/>
                </a:lnTo>
                <a:lnTo>
                  <a:pt x="3025910" y="840864"/>
                </a:lnTo>
                <a:moveTo>
                  <a:pt x="3033640" y="417426"/>
                </a:moveTo>
                <a:lnTo>
                  <a:pt x="3125543" y="285155"/>
                </a:lnTo>
                <a:lnTo>
                  <a:pt x="2983824" y="187240"/>
                </a:lnTo>
                <a:lnTo>
                  <a:pt x="2892781" y="319511"/>
                </a:lnTo>
                <a:lnTo>
                  <a:pt x="3033640" y="417426"/>
                </a:lnTo>
                <a:moveTo>
                  <a:pt x="3049101" y="328959"/>
                </a:moveTo>
                <a:lnTo>
                  <a:pt x="3156463" y="219878"/>
                </a:lnTo>
                <a:lnTo>
                  <a:pt x="3032782" y="99632"/>
                </a:lnTo>
                <a:lnTo>
                  <a:pt x="2926278" y="209572"/>
                </a:lnTo>
                <a:lnTo>
                  <a:pt x="3049101" y="328959"/>
                </a:lnTo>
                <a:moveTo>
                  <a:pt x="2440998" y="275707"/>
                </a:moveTo>
                <a:lnTo>
                  <a:pt x="2319034" y="154602"/>
                </a:lnTo>
                <a:lnTo>
                  <a:pt x="2460753" y="12024"/>
                </a:lnTo>
                <a:lnTo>
                  <a:pt x="2560386" y="155461"/>
                </a:lnTo>
                <a:lnTo>
                  <a:pt x="2440998" y="275707"/>
                </a:lnTo>
                <a:moveTo>
                  <a:pt x="2460753" y="12024"/>
                </a:moveTo>
                <a:lnTo>
                  <a:pt x="2116333" y="168344"/>
                </a:lnTo>
                <a:lnTo>
                  <a:pt x="2250322" y="296321"/>
                </a:lnTo>
                <a:lnTo>
                  <a:pt x="2560386" y="155461"/>
                </a:lnTo>
                <a:lnTo>
                  <a:pt x="2460753" y="12024"/>
                </a:lnTo>
                <a:moveTo>
                  <a:pt x="2250322" y="296321"/>
                </a:moveTo>
                <a:lnTo>
                  <a:pt x="2116333" y="168344"/>
                </a:lnTo>
                <a:lnTo>
                  <a:pt x="2184187" y="0"/>
                </a:lnTo>
                <a:lnTo>
                  <a:pt x="2325046" y="109939"/>
                </a:lnTo>
                <a:lnTo>
                  <a:pt x="2250322" y="296321"/>
                </a:lnTo>
                <a:moveTo>
                  <a:pt x="2184187" y="0"/>
                </a:moveTo>
                <a:lnTo>
                  <a:pt x="1899890" y="204418"/>
                </a:lnTo>
                <a:lnTo>
                  <a:pt x="2026149" y="324664"/>
                </a:lnTo>
                <a:lnTo>
                  <a:pt x="2325046" y="109939"/>
                </a:lnTo>
                <a:lnTo>
                  <a:pt x="2184187" y="0"/>
                </a:lnTo>
                <a:moveTo>
                  <a:pt x="2026149" y="324664"/>
                </a:moveTo>
                <a:lnTo>
                  <a:pt x="1899890" y="204418"/>
                </a:lnTo>
                <a:lnTo>
                  <a:pt x="2021854" y="18036"/>
                </a:lnTo>
                <a:lnTo>
                  <a:pt x="2129217" y="167485"/>
                </a:lnTo>
                <a:lnTo>
                  <a:pt x="2026149" y="324664"/>
                </a:lnTo>
                <a:moveTo>
                  <a:pt x="2021854" y="18036"/>
                </a:moveTo>
                <a:lnTo>
                  <a:pt x="1692895" y="104786"/>
                </a:lnTo>
                <a:lnTo>
                  <a:pt x="1817436" y="249081"/>
                </a:lnTo>
                <a:lnTo>
                  <a:pt x="2129217" y="167485"/>
                </a:lnTo>
                <a:lnTo>
                  <a:pt x="2021854" y="18036"/>
                </a:lnTo>
                <a:moveTo>
                  <a:pt x="1817436" y="249081"/>
                </a:moveTo>
                <a:lnTo>
                  <a:pt x="1692895" y="104786"/>
                </a:lnTo>
                <a:lnTo>
                  <a:pt x="1726392" y="27484"/>
                </a:lnTo>
                <a:lnTo>
                  <a:pt x="1884430" y="95338"/>
                </a:lnTo>
                <a:lnTo>
                  <a:pt x="1817436" y="249081"/>
                </a:lnTo>
                <a:moveTo>
                  <a:pt x="1296941" y="310063"/>
                </a:moveTo>
                <a:lnTo>
                  <a:pt x="1171541" y="193252"/>
                </a:lnTo>
                <a:lnTo>
                  <a:pt x="1324426" y="30061"/>
                </a:lnTo>
                <a:lnTo>
                  <a:pt x="1424917" y="173498"/>
                </a:lnTo>
                <a:lnTo>
                  <a:pt x="1296941" y="310063"/>
                </a:lnTo>
                <a:moveTo>
                  <a:pt x="1324426" y="30061"/>
                </a:moveTo>
                <a:lnTo>
                  <a:pt x="978289" y="175215"/>
                </a:lnTo>
                <a:lnTo>
                  <a:pt x="1071050" y="322088"/>
                </a:lnTo>
                <a:lnTo>
                  <a:pt x="1424917" y="173498"/>
                </a:lnTo>
                <a:lnTo>
                  <a:pt x="1324426" y="30061"/>
                </a:lnTo>
                <a:moveTo>
                  <a:pt x="1071050" y="322088"/>
                </a:moveTo>
                <a:lnTo>
                  <a:pt x="1232523" y="178651"/>
                </a:lnTo>
                <a:lnTo>
                  <a:pt x="1147492" y="24908"/>
                </a:lnTo>
                <a:lnTo>
                  <a:pt x="978289" y="175215"/>
                </a:lnTo>
                <a:lnTo>
                  <a:pt x="1071050" y="322088"/>
                </a:lnTo>
                <a:moveTo>
                  <a:pt x="1147492" y="24908"/>
                </a:moveTo>
                <a:lnTo>
                  <a:pt x="698287" y="157179"/>
                </a:lnTo>
                <a:lnTo>
                  <a:pt x="788471" y="309204"/>
                </a:lnTo>
                <a:lnTo>
                  <a:pt x="1232523" y="178651"/>
                </a:lnTo>
                <a:lnTo>
                  <a:pt x="1147492" y="24908"/>
                </a:lnTo>
                <a:moveTo>
                  <a:pt x="788471" y="309204"/>
                </a:moveTo>
                <a:lnTo>
                  <a:pt x="927613" y="172639"/>
                </a:lnTo>
                <a:lnTo>
                  <a:pt x="839146" y="18036"/>
                </a:lnTo>
                <a:lnTo>
                  <a:pt x="698287" y="157179"/>
                </a:lnTo>
                <a:lnTo>
                  <a:pt x="788471" y="309204"/>
                </a:lnTo>
                <a:moveTo>
                  <a:pt x="839146" y="18036"/>
                </a:moveTo>
                <a:lnTo>
                  <a:pt x="541108" y="96196"/>
                </a:lnTo>
                <a:lnTo>
                  <a:pt x="614973" y="254234"/>
                </a:lnTo>
                <a:lnTo>
                  <a:pt x="927613" y="172639"/>
                </a:lnTo>
                <a:lnTo>
                  <a:pt x="839146" y="18036"/>
                </a:lnTo>
                <a:moveTo>
                  <a:pt x="614973" y="254234"/>
                </a:moveTo>
                <a:lnTo>
                  <a:pt x="541108" y="96196"/>
                </a:lnTo>
                <a:lnTo>
                  <a:pt x="619268" y="39509"/>
                </a:lnTo>
                <a:lnTo>
                  <a:pt x="718900" y="179510"/>
                </a:lnTo>
                <a:lnTo>
                  <a:pt x="614973" y="254234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A2A6A-453C-FEFD-0C77-51FF5DADCB6B}"/>
              </a:ext>
            </a:extLst>
          </p:cNvPr>
          <p:cNvSpPr/>
          <p:nvPr/>
        </p:nvSpPr>
        <p:spPr>
          <a:xfrm>
            <a:off x="2970792" y="3942254"/>
            <a:ext cx="3153887" cy="2222837"/>
          </a:xfrm>
          <a:custGeom>
            <a:avLst/>
            <a:gdLst/>
            <a:ahLst/>
            <a:cxnLst/>
            <a:rect l="0" t="0" r="0" b="0"/>
            <a:pathLst>
              <a:path w="3153887" h="2222837">
                <a:moveTo>
                  <a:pt x="2576777" y="17178"/>
                </a:moveTo>
                <a:lnTo>
                  <a:pt x="2538469" y="81218"/>
                </a:lnTo>
                <a:lnTo>
                  <a:pt x="2456363" y="218474"/>
                </a:lnTo>
                <a:lnTo>
                  <a:pt x="1694339" y="218474"/>
                </a:lnTo>
                <a:lnTo>
                  <a:pt x="1687410" y="81218"/>
                </a:lnTo>
                <a:lnTo>
                  <a:pt x="1686807" y="69273"/>
                </a:lnTo>
                <a:cubicBezTo>
                  <a:pt x="1699083" y="64331"/>
                  <a:pt x="1710928" y="58527"/>
                  <a:pt x="1722262" y="51945"/>
                </a:cubicBezTo>
                <a:cubicBezTo>
                  <a:pt x="1739304" y="42046"/>
                  <a:pt x="1755191" y="30370"/>
                  <a:pt x="1769677" y="17178"/>
                </a:cubicBezTo>
                <a:close/>
                <a:moveTo>
                  <a:pt x="1397750" y="17178"/>
                </a:moveTo>
                <a:cubicBezTo>
                  <a:pt x="1410795" y="29060"/>
                  <a:pt x="1424979" y="39723"/>
                  <a:pt x="1440133" y="48959"/>
                </a:cubicBezTo>
                <a:cubicBezTo>
                  <a:pt x="1449520" y="54680"/>
                  <a:pt x="1459281" y="59861"/>
                  <a:pt x="1469364" y="64451"/>
                </a:cubicBezTo>
                <a:lnTo>
                  <a:pt x="1468606" y="81218"/>
                </a:lnTo>
                <a:lnTo>
                  <a:pt x="1462403" y="218474"/>
                </a:lnTo>
                <a:lnTo>
                  <a:pt x="634736" y="218474"/>
                </a:lnTo>
                <a:lnTo>
                  <a:pt x="528601" y="81218"/>
                </a:lnTo>
                <a:lnTo>
                  <a:pt x="492338" y="34322"/>
                </a:lnTo>
                <a:lnTo>
                  <a:pt x="480696" y="17178"/>
                </a:lnTo>
                <a:close/>
                <a:moveTo>
                  <a:pt x="2891258" y="218474"/>
                </a:moveTo>
                <a:lnTo>
                  <a:pt x="2891258" y="935825"/>
                </a:lnTo>
                <a:lnTo>
                  <a:pt x="2891258" y="1340832"/>
                </a:lnTo>
                <a:lnTo>
                  <a:pt x="2891258" y="1755616"/>
                </a:lnTo>
                <a:lnTo>
                  <a:pt x="2891258" y="2158200"/>
                </a:lnTo>
                <a:lnTo>
                  <a:pt x="2891258" y="2172644"/>
                </a:lnTo>
                <a:cubicBezTo>
                  <a:pt x="2891258" y="2191618"/>
                  <a:pt x="2906639" y="2207000"/>
                  <a:pt x="2925614" y="2207000"/>
                </a:cubicBezTo>
                <a:lnTo>
                  <a:pt x="3112659" y="2207000"/>
                </a:lnTo>
                <a:cubicBezTo>
                  <a:pt x="3131633" y="2207000"/>
                  <a:pt x="3147015" y="2191618"/>
                  <a:pt x="3147015" y="2172644"/>
                </a:cubicBezTo>
                <a:lnTo>
                  <a:pt x="3147015" y="923805"/>
                </a:lnTo>
                <a:cubicBezTo>
                  <a:pt x="3147015" y="904831"/>
                  <a:pt x="3131633" y="889449"/>
                  <a:pt x="3112659" y="889449"/>
                </a:cubicBezTo>
                <a:lnTo>
                  <a:pt x="3061763" y="889449"/>
                </a:lnTo>
                <a:lnTo>
                  <a:pt x="3061763" y="218474"/>
                </a:lnTo>
                <a:lnTo>
                  <a:pt x="3061763" y="209183"/>
                </a:lnTo>
                <a:cubicBezTo>
                  <a:pt x="3047111" y="220991"/>
                  <a:pt x="3026086" y="223109"/>
                  <a:pt x="3008962" y="212930"/>
                </a:cubicBezTo>
                <a:lnTo>
                  <a:pt x="2891258" y="144006"/>
                </a:lnTo>
                <a:close/>
                <a:moveTo>
                  <a:pt x="284960" y="1340832"/>
                </a:moveTo>
                <a:lnTo>
                  <a:pt x="284960" y="1755616"/>
                </a:lnTo>
                <a:lnTo>
                  <a:pt x="2891258" y="1755616"/>
                </a:lnTo>
                <a:lnTo>
                  <a:pt x="2891258" y="1340832"/>
                </a:lnTo>
                <a:lnTo>
                  <a:pt x="2635499" y="1340832"/>
                </a:lnTo>
                <a:lnTo>
                  <a:pt x="2544157" y="1340832"/>
                </a:lnTo>
                <a:close/>
                <a:moveTo>
                  <a:pt x="2891258" y="935825"/>
                </a:moveTo>
                <a:lnTo>
                  <a:pt x="1148115" y="935825"/>
                </a:lnTo>
                <a:lnTo>
                  <a:pt x="1046145" y="935825"/>
                </a:lnTo>
                <a:lnTo>
                  <a:pt x="954803" y="935825"/>
                </a:lnTo>
                <a:lnTo>
                  <a:pt x="284960" y="935825"/>
                </a:lnTo>
                <a:lnTo>
                  <a:pt x="284960" y="1340832"/>
                </a:lnTo>
                <a:lnTo>
                  <a:pt x="2544157" y="1340832"/>
                </a:lnTo>
                <a:lnTo>
                  <a:pt x="2635499" y="1340832"/>
                </a:lnTo>
                <a:lnTo>
                  <a:pt x="2891258" y="1340832"/>
                </a:lnTo>
                <a:close/>
                <a:moveTo>
                  <a:pt x="284960" y="2158200"/>
                </a:moveTo>
                <a:lnTo>
                  <a:pt x="284960" y="1755616"/>
                </a:lnTo>
                <a:lnTo>
                  <a:pt x="2891258" y="1755616"/>
                </a:lnTo>
                <a:lnTo>
                  <a:pt x="2891258" y="2158200"/>
                </a:lnTo>
                <a:close/>
                <a:moveTo>
                  <a:pt x="235615" y="24676"/>
                </a:moveTo>
                <a:lnTo>
                  <a:pt x="144961" y="86226"/>
                </a:lnTo>
                <a:cubicBezTo>
                  <a:pt x="135660" y="92540"/>
                  <a:pt x="124486" y="93985"/>
                  <a:pt x="114455" y="91138"/>
                </a:cubicBezTo>
                <a:lnTo>
                  <a:pt x="114455" y="218474"/>
                </a:lnTo>
                <a:lnTo>
                  <a:pt x="114455" y="889449"/>
                </a:lnTo>
                <a:lnTo>
                  <a:pt x="63558" y="889449"/>
                </a:lnTo>
                <a:cubicBezTo>
                  <a:pt x="44584" y="889449"/>
                  <a:pt x="29202" y="904831"/>
                  <a:pt x="29202" y="923805"/>
                </a:cubicBezTo>
                <a:lnTo>
                  <a:pt x="29202" y="2172644"/>
                </a:lnTo>
                <a:cubicBezTo>
                  <a:pt x="29202" y="2191618"/>
                  <a:pt x="44584" y="2207000"/>
                  <a:pt x="63558" y="2207000"/>
                </a:cubicBezTo>
                <a:lnTo>
                  <a:pt x="250604" y="2207000"/>
                </a:lnTo>
                <a:cubicBezTo>
                  <a:pt x="269579" y="2207000"/>
                  <a:pt x="284960" y="2191618"/>
                  <a:pt x="284960" y="2172644"/>
                </a:cubicBezTo>
                <a:lnTo>
                  <a:pt x="284960" y="2158200"/>
                </a:lnTo>
                <a:lnTo>
                  <a:pt x="284960" y="1755616"/>
                </a:lnTo>
                <a:lnTo>
                  <a:pt x="284960" y="1340832"/>
                </a:lnTo>
                <a:lnTo>
                  <a:pt x="284960" y="935825"/>
                </a:lnTo>
                <a:lnTo>
                  <a:pt x="284960" y="218474"/>
                </a:lnTo>
                <a:lnTo>
                  <a:pt x="284960" y="97353"/>
                </a:lnTo>
                <a:close/>
                <a:moveTo>
                  <a:pt x="63558" y="218474"/>
                </a:moveTo>
                <a:cubicBezTo>
                  <a:pt x="47744" y="218474"/>
                  <a:pt x="34433" y="207788"/>
                  <a:pt x="30436" y="193244"/>
                </a:cubicBezTo>
                <a:cubicBezTo>
                  <a:pt x="50384" y="177581"/>
                  <a:pt x="55089" y="148930"/>
                  <a:pt x="40626" y="127627"/>
                </a:cubicBezTo>
                <a:lnTo>
                  <a:pt x="29202" y="110801"/>
                </a:lnTo>
                <a:lnTo>
                  <a:pt x="29202" y="105945"/>
                </a:lnTo>
                <a:lnTo>
                  <a:pt x="87388" y="66455"/>
                </a:lnTo>
                <a:lnTo>
                  <a:pt x="94224" y="76521"/>
                </a:lnTo>
                <a:cubicBezTo>
                  <a:pt x="99240" y="83908"/>
                  <a:pt x="106487" y="88877"/>
                  <a:pt x="114455" y="91138"/>
                </a:cubicBezTo>
                <a:lnTo>
                  <a:pt x="114455" y="218474"/>
                </a:lnTo>
                <a:close/>
                <a:moveTo>
                  <a:pt x="359452" y="218474"/>
                </a:moveTo>
                <a:lnTo>
                  <a:pt x="284960" y="218474"/>
                </a:lnTo>
                <a:lnTo>
                  <a:pt x="284960" y="97353"/>
                </a:lnTo>
                <a:lnTo>
                  <a:pt x="321103" y="150584"/>
                </a:lnTo>
                <a:close/>
                <a:moveTo>
                  <a:pt x="2780666" y="218474"/>
                </a:moveTo>
                <a:lnTo>
                  <a:pt x="2891258" y="218474"/>
                </a:lnTo>
                <a:lnTo>
                  <a:pt x="2891258" y="144006"/>
                </a:lnTo>
                <a:lnTo>
                  <a:pt x="2727194" y="47936"/>
                </a:lnTo>
                <a:lnTo>
                  <a:pt x="2841762" y="116043"/>
                </a:lnTo>
                <a:close/>
                <a:moveTo>
                  <a:pt x="3147015" y="184118"/>
                </a:moveTo>
                <a:cubicBezTo>
                  <a:pt x="3147015" y="203092"/>
                  <a:pt x="3131633" y="218474"/>
                  <a:pt x="3112659" y="218474"/>
                </a:cubicBezTo>
                <a:lnTo>
                  <a:pt x="3061763" y="218474"/>
                </a:lnTo>
                <a:lnTo>
                  <a:pt x="3061763" y="209183"/>
                </a:lnTo>
                <a:cubicBezTo>
                  <a:pt x="3065942" y="205816"/>
                  <a:pt x="3069603" y="201659"/>
                  <a:pt x="3072507" y="196776"/>
                </a:cubicBezTo>
                <a:lnTo>
                  <a:pt x="3147015" y="71454"/>
                </a:lnTo>
                <a:close/>
                <a:moveTo>
                  <a:pt x="954803" y="935825"/>
                </a:moveTo>
                <a:cubicBezTo>
                  <a:pt x="693213" y="935825"/>
                  <a:pt x="284960" y="935825"/>
                  <a:pt x="284960" y="935825"/>
                </a:cubicBezTo>
                <a:moveTo>
                  <a:pt x="2891258" y="935825"/>
                </a:moveTo>
                <a:lnTo>
                  <a:pt x="1046145" y="935825"/>
                </a:lnTo>
                <a:moveTo>
                  <a:pt x="1468606" y="81218"/>
                </a:moveTo>
                <a:lnTo>
                  <a:pt x="528601" y="81218"/>
                </a:lnTo>
                <a:moveTo>
                  <a:pt x="1687410" y="81218"/>
                </a:moveTo>
                <a:lnTo>
                  <a:pt x="2147141" y="81218"/>
                </a:lnTo>
                <a:moveTo>
                  <a:pt x="2366161" y="81218"/>
                </a:moveTo>
                <a:lnTo>
                  <a:pt x="2538469" y="81218"/>
                </a:lnTo>
                <a:moveTo>
                  <a:pt x="205797" y="889449"/>
                </a:moveTo>
                <a:lnTo>
                  <a:pt x="163171" y="889449"/>
                </a:lnTo>
                <a:moveTo>
                  <a:pt x="2958242" y="889449"/>
                </a:moveTo>
                <a:lnTo>
                  <a:pt x="3006958" y="889449"/>
                </a:lnTo>
                <a:moveTo>
                  <a:pt x="954803" y="1194437"/>
                </a:moveTo>
                <a:lnTo>
                  <a:pt x="406750" y="1194437"/>
                </a:lnTo>
                <a:moveTo>
                  <a:pt x="1131398" y="1237136"/>
                </a:moveTo>
                <a:lnTo>
                  <a:pt x="686866" y="1237136"/>
                </a:lnTo>
                <a:moveTo>
                  <a:pt x="2739020" y="1017544"/>
                </a:moveTo>
                <a:lnTo>
                  <a:pt x="1709898" y="1017544"/>
                </a:lnTo>
                <a:moveTo>
                  <a:pt x="2739020" y="2054505"/>
                </a:moveTo>
                <a:lnTo>
                  <a:pt x="2032641" y="2054505"/>
                </a:lnTo>
                <a:moveTo>
                  <a:pt x="2799915" y="2103304"/>
                </a:moveTo>
                <a:lnTo>
                  <a:pt x="2404099" y="2103304"/>
                </a:lnTo>
                <a:moveTo>
                  <a:pt x="1588109" y="2103304"/>
                </a:moveTo>
                <a:lnTo>
                  <a:pt x="1916941" y="2103304"/>
                </a:lnTo>
                <a:moveTo>
                  <a:pt x="625971" y="2054505"/>
                </a:moveTo>
                <a:lnTo>
                  <a:pt x="406750" y="2054505"/>
                </a:lnTo>
                <a:moveTo>
                  <a:pt x="954803" y="935825"/>
                </a:moveTo>
                <a:cubicBezTo>
                  <a:pt x="954803" y="973939"/>
                  <a:pt x="954803" y="1035844"/>
                  <a:pt x="954803" y="1035844"/>
                </a:cubicBezTo>
                <a:moveTo>
                  <a:pt x="1046145" y="935825"/>
                </a:moveTo>
                <a:cubicBezTo>
                  <a:pt x="1046145" y="935825"/>
                  <a:pt x="990475" y="935825"/>
                  <a:pt x="954803" y="935825"/>
                </a:cubicBezTo>
                <a:moveTo>
                  <a:pt x="1046145" y="935825"/>
                </a:moveTo>
                <a:lnTo>
                  <a:pt x="1046145" y="1133440"/>
                </a:lnTo>
                <a:moveTo>
                  <a:pt x="2635499" y="1597022"/>
                </a:moveTo>
                <a:lnTo>
                  <a:pt x="2635499" y="1340832"/>
                </a:lnTo>
                <a:moveTo>
                  <a:pt x="2544157" y="1493326"/>
                </a:moveTo>
                <a:lnTo>
                  <a:pt x="2544157" y="1340832"/>
                </a:lnTo>
                <a:moveTo>
                  <a:pt x="2576705" y="17178"/>
                </a:moveTo>
                <a:cubicBezTo>
                  <a:pt x="2558668" y="34356"/>
                  <a:pt x="2554373" y="61840"/>
                  <a:pt x="2538054" y="81595"/>
                </a:cubicBezTo>
                <a:cubicBezTo>
                  <a:pt x="2503698" y="121964"/>
                  <a:pt x="2473636" y="168344"/>
                  <a:pt x="2456458" y="218161"/>
                </a:cubicBezTo>
                <a:cubicBezTo>
                  <a:pt x="2202224" y="221596"/>
                  <a:pt x="1947989" y="230185"/>
                  <a:pt x="1694613" y="218161"/>
                </a:cubicBezTo>
                <a:cubicBezTo>
                  <a:pt x="1695472" y="172639"/>
                  <a:pt x="1697189" y="126258"/>
                  <a:pt x="1687741" y="81595"/>
                </a:cubicBezTo>
                <a:cubicBezTo>
                  <a:pt x="1686883" y="77301"/>
                  <a:pt x="1687741" y="73006"/>
                  <a:pt x="1686883" y="69571"/>
                </a:cubicBezTo>
                <a:cubicBezTo>
                  <a:pt x="1699766" y="68712"/>
                  <a:pt x="1709214" y="54110"/>
                  <a:pt x="1722097" y="51534"/>
                </a:cubicBezTo>
                <a:cubicBezTo>
                  <a:pt x="1741852" y="48957"/>
                  <a:pt x="1753018" y="27484"/>
                  <a:pt x="1769337" y="17178"/>
                </a:cubicBezTo>
                <a:cubicBezTo>
                  <a:pt x="2038173" y="858"/>
                  <a:pt x="2308727" y="0"/>
                  <a:pt x="2576705" y="17178"/>
                </a:cubicBezTo>
                <a:moveTo>
                  <a:pt x="1397433" y="17178"/>
                </a:moveTo>
                <a:cubicBezTo>
                  <a:pt x="1412034" y="26625"/>
                  <a:pt x="1426635" y="36932"/>
                  <a:pt x="1440378" y="48957"/>
                </a:cubicBezTo>
                <a:cubicBezTo>
                  <a:pt x="1448108" y="56687"/>
                  <a:pt x="1460991" y="57546"/>
                  <a:pt x="1469580" y="64417"/>
                </a:cubicBezTo>
                <a:cubicBezTo>
                  <a:pt x="1467863" y="69571"/>
                  <a:pt x="1471298" y="76442"/>
                  <a:pt x="1468721" y="81595"/>
                </a:cubicBezTo>
                <a:cubicBezTo>
                  <a:pt x="1449826" y="122822"/>
                  <a:pt x="1461850" y="172639"/>
                  <a:pt x="1462709" y="218161"/>
                </a:cubicBezTo>
                <a:cubicBezTo>
                  <a:pt x="1187002" y="206136"/>
                  <a:pt x="910435" y="229326"/>
                  <a:pt x="634728" y="218161"/>
                </a:cubicBezTo>
                <a:cubicBezTo>
                  <a:pt x="602090" y="170921"/>
                  <a:pt x="566875" y="124540"/>
                  <a:pt x="528224" y="81595"/>
                </a:cubicBezTo>
                <a:cubicBezTo>
                  <a:pt x="515341" y="66135"/>
                  <a:pt x="504175" y="50675"/>
                  <a:pt x="492150" y="34356"/>
                </a:cubicBezTo>
                <a:cubicBezTo>
                  <a:pt x="490432" y="27484"/>
                  <a:pt x="485279" y="22331"/>
                  <a:pt x="480984" y="17178"/>
                </a:cubicBezTo>
                <a:cubicBezTo>
                  <a:pt x="785895" y="29202"/>
                  <a:pt x="1092523" y="19754"/>
                  <a:pt x="1397433" y="17178"/>
                </a:cubicBezTo>
                <a:moveTo>
                  <a:pt x="2891063" y="218161"/>
                </a:moveTo>
                <a:cubicBezTo>
                  <a:pt x="2890204" y="457794"/>
                  <a:pt x="2897075" y="696569"/>
                  <a:pt x="2891063" y="936202"/>
                </a:cubicBezTo>
                <a:cubicBezTo>
                  <a:pt x="2887627" y="1071050"/>
                  <a:pt x="2907382" y="1206756"/>
                  <a:pt x="2891063" y="1340745"/>
                </a:cubicBezTo>
                <a:cubicBezTo>
                  <a:pt x="2874744" y="1478169"/>
                  <a:pt x="2876461" y="1618170"/>
                  <a:pt x="2891063" y="1755595"/>
                </a:cubicBezTo>
                <a:cubicBezTo>
                  <a:pt x="2905664" y="1888724"/>
                  <a:pt x="2907382" y="2025290"/>
                  <a:pt x="2891063" y="2158420"/>
                </a:cubicBezTo>
                <a:cubicBezTo>
                  <a:pt x="2891063" y="2162714"/>
                  <a:pt x="2892781" y="2167867"/>
                  <a:pt x="2891063" y="2173021"/>
                </a:cubicBezTo>
                <a:cubicBezTo>
                  <a:pt x="2885050" y="2190199"/>
                  <a:pt x="2906523" y="2203082"/>
                  <a:pt x="2925419" y="2207377"/>
                </a:cubicBezTo>
                <a:cubicBezTo>
                  <a:pt x="2986401" y="2219402"/>
                  <a:pt x="3051677" y="2193635"/>
                  <a:pt x="3112659" y="2207377"/>
                </a:cubicBezTo>
                <a:cubicBezTo>
                  <a:pt x="3131555" y="2210813"/>
                  <a:pt x="3147874" y="2191917"/>
                  <a:pt x="3147015" y="2173021"/>
                </a:cubicBezTo>
                <a:cubicBezTo>
                  <a:pt x="3133273" y="1970320"/>
                  <a:pt x="3141003" y="1767619"/>
                  <a:pt x="3147015" y="1564918"/>
                </a:cubicBezTo>
                <a:cubicBezTo>
                  <a:pt x="3153887" y="1351052"/>
                  <a:pt x="3135850" y="1137185"/>
                  <a:pt x="3147015" y="924178"/>
                </a:cubicBezTo>
                <a:cubicBezTo>
                  <a:pt x="3147874" y="905282"/>
                  <a:pt x="3131555" y="888963"/>
                  <a:pt x="3112659" y="889822"/>
                </a:cubicBezTo>
                <a:cubicBezTo>
                  <a:pt x="3095481" y="889822"/>
                  <a:pt x="3077444" y="895834"/>
                  <a:pt x="3061984" y="889822"/>
                </a:cubicBezTo>
                <a:cubicBezTo>
                  <a:pt x="3049101" y="666507"/>
                  <a:pt x="3060266" y="442334"/>
                  <a:pt x="3061984" y="218161"/>
                </a:cubicBezTo>
                <a:cubicBezTo>
                  <a:pt x="3061984" y="215584"/>
                  <a:pt x="3061984" y="212148"/>
                  <a:pt x="3061984" y="209572"/>
                </a:cubicBezTo>
                <a:cubicBezTo>
                  <a:pt x="3047383" y="221596"/>
                  <a:pt x="3027628" y="219878"/>
                  <a:pt x="3008732" y="213007"/>
                </a:cubicBezTo>
                <a:cubicBezTo>
                  <a:pt x="2978671" y="178651"/>
                  <a:pt x="2931431" y="165768"/>
                  <a:pt x="2891063" y="144295"/>
                </a:cubicBezTo>
                <a:cubicBezTo>
                  <a:pt x="2893639" y="168344"/>
                  <a:pt x="2890204" y="193252"/>
                  <a:pt x="2891063" y="218161"/>
                </a:cubicBezTo>
                <a:moveTo>
                  <a:pt x="285155" y="1340745"/>
                </a:moveTo>
                <a:cubicBezTo>
                  <a:pt x="273130" y="1478169"/>
                  <a:pt x="287732" y="1617311"/>
                  <a:pt x="285155" y="1755595"/>
                </a:cubicBezTo>
                <a:cubicBezTo>
                  <a:pt x="515341" y="1738417"/>
                  <a:pt x="747244" y="1771914"/>
                  <a:pt x="976571" y="1755595"/>
                </a:cubicBezTo>
                <a:cubicBezTo>
                  <a:pt x="1202462" y="1739276"/>
                  <a:pt x="1430071" y="1757312"/>
                  <a:pt x="1655962" y="1755595"/>
                </a:cubicBezTo>
                <a:cubicBezTo>
                  <a:pt x="1876700" y="1753877"/>
                  <a:pt x="2098296" y="1764184"/>
                  <a:pt x="2318175" y="1755595"/>
                </a:cubicBezTo>
                <a:cubicBezTo>
                  <a:pt x="2508851" y="1747865"/>
                  <a:pt x="2700387" y="1767619"/>
                  <a:pt x="2891063" y="1755595"/>
                </a:cubicBezTo>
                <a:cubicBezTo>
                  <a:pt x="2886768" y="1617311"/>
                  <a:pt x="2889345" y="1479028"/>
                  <a:pt x="2891063" y="1340745"/>
                </a:cubicBezTo>
                <a:cubicBezTo>
                  <a:pt x="2806890" y="1330438"/>
                  <a:pt x="2721000" y="1336451"/>
                  <a:pt x="2635110" y="1340745"/>
                </a:cubicBezTo>
                <a:cubicBezTo>
                  <a:pt x="2605048" y="1342463"/>
                  <a:pt x="2574128" y="1345899"/>
                  <a:pt x="2544066" y="1340745"/>
                </a:cubicBezTo>
                <a:cubicBezTo>
                  <a:pt x="2373145" y="1309825"/>
                  <a:pt x="2196211" y="1329579"/>
                  <a:pt x="2022713" y="1340745"/>
                </a:cubicBezTo>
                <a:cubicBezTo>
                  <a:pt x="1824307" y="1353629"/>
                  <a:pt x="1624183" y="1327862"/>
                  <a:pt x="1425776" y="1340745"/>
                </a:cubicBezTo>
                <a:cubicBezTo>
                  <a:pt x="1239395" y="1352770"/>
                  <a:pt x="1052154" y="1345040"/>
                  <a:pt x="865772" y="1340745"/>
                </a:cubicBezTo>
                <a:cubicBezTo>
                  <a:pt x="671661" y="1336451"/>
                  <a:pt x="478408" y="1350193"/>
                  <a:pt x="285155" y="1340745"/>
                </a:cubicBezTo>
                <a:moveTo>
                  <a:pt x="2891063" y="936202"/>
                </a:moveTo>
                <a:cubicBezTo>
                  <a:pt x="2681491" y="925896"/>
                  <a:pt x="2471060" y="938779"/>
                  <a:pt x="2260629" y="936202"/>
                </a:cubicBezTo>
                <a:cubicBezTo>
                  <a:pt x="2061364" y="932767"/>
                  <a:pt x="1862098" y="933626"/>
                  <a:pt x="1662833" y="936202"/>
                </a:cubicBezTo>
                <a:cubicBezTo>
                  <a:pt x="1491053" y="937920"/>
                  <a:pt x="1319273" y="943074"/>
                  <a:pt x="1148351" y="936202"/>
                </a:cubicBezTo>
                <a:cubicBezTo>
                  <a:pt x="1113995" y="934485"/>
                  <a:pt x="1080498" y="937061"/>
                  <a:pt x="1046142" y="936202"/>
                </a:cubicBezTo>
                <a:cubicBezTo>
                  <a:pt x="1016080" y="934485"/>
                  <a:pt x="984301" y="943074"/>
                  <a:pt x="955098" y="936202"/>
                </a:cubicBezTo>
                <a:cubicBezTo>
                  <a:pt x="736937" y="885527"/>
                  <a:pt x="508469" y="930190"/>
                  <a:pt x="285155" y="936202"/>
                </a:cubicBezTo>
                <a:cubicBezTo>
                  <a:pt x="275707" y="1070191"/>
                  <a:pt x="278284" y="1205898"/>
                  <a:pt x="285155" y="1340745"/>
                </a:cubicBezTo>
                <a:cubicBezTo>
                  <a:pt x="488715" y="1347616"/>
                  <a:pt x="693133" y="1339886"/>
                  <a:pt x="896693" y="1340745"/>
                </a:cubicBezTo>
                <a:cubicBezTo>
                  <a:pt x="1081357" y="1341604"/>
                  <a:pt x="1266021" y="1353629"/>
                  <a:pt x="1449826" y="1340745"/>
                </a:cubicBezTo>
                <a:cubicBezTo>
                  <a:pt x="1645655" y="1327003"/>
                  <a:pt x="1841485" y="1345040"/>
                  <a:pt x="2037314" y="1340745"/>
                </a:cubicBezTo>
                <a:cubicBezTo>
                  <a:pt x="2206518" y="1337310"/>
                  <a:pt x="2375722" y="1335592"/>
                  <a:pt x="2544066" y="1340745"/>
                </a:cubicBezTo>
                <a:cubicBezTo>
                  <a:pt x="2574987" y="1341604"/>
                  <a:pt x="2605907" y="1333015"/>
                  <a:pt x="2635110" y="1340745"/>
                </a:cubicBezTo>
                <a:cubicBezTo>
                  <a:pt x="2717565" y="1363935"/>
                  <a:pt x="2806031" y="1335592"/>
                  <a:pt x="2891063" y="1340745"/>
                </a:cubicBezTo>
                <a:cubicBezTo>
                  <a:pt x="2877320" y="1206756"/>
                  <a:pt x="2888486" y="1071050"/>
                  <a:pt x="2891063" y="936202"/>
                </a:cubicBezTo>
                <a:moveTo>
                  <a:pt x="285155" y="2158420"/>
                </a:moveTo>
                <a:cubicBezTo>
                  <a:pt x="517917" y="2167009"/>
                  <a:pt x="751539" y="2160996"/>
                  <a:pt x="984301" y="2158420"/>
                </a:cubicBezTo>
                <a:cubicBezTo>
                  <a:pt x="1214487" y="2154984"/>
                  <a:pt x="1444672" y="2172162"/>
                  <a:pt x="1674858" y="2158420"/>
                </a:cubicBezTo>
                <a:cubicBezTo>
                  <a:pt x="1876700" y="2146395"/>
                  <a:pt x="2080260" y="2171303"/>
                  <a:pt x="2282101" y="2158420"/>
                </a:cubicBezTo>
                <a:cubicBezTo>
                  <a:pt x="2484802" y="2144677"/>
                  <a:pt x="2688362" y="2161855"/>
                  <a:pt x="2891063" y="2158420"/>
                </a:cubicBezTo>
                <a:cubicBezTo>
                  <a:pt x="2907382" y="2025290"/>
                  <a:pt x="2889345" y="1889583"/>
                  <a:pt x="2891063" y="1755595"/>
                </a:cubicBezTo>
                <a:cubicBezTo>
                  <a:pt x="2658300" y="1740134"/>
                  <a:pt x="2423820" y="1767619"/>
                  <a:pt x="2190199" y="1755595"/>
                </a:cubicBezTo>
                <a:cubicBezTo>
                  <a:pt x="1992652" y="1745288"/>
                  <a:pt x="1793386" y="1771055"/>
                  <a:pt x="1595839" y="1755595"/>
                </a:cubicBezTo>
                <a:cubicBezTo>
                  <a:pt x="1380255" y="1739276"/>
                  <a:pt x="1163811" y="1753018"/>
                  <a:pt x="947368" y="1755595"/>
                </a:cubicBezTo>
                <a:cubicBezTo>
                  <a:pt x="726630" y="1758171"/>
                  <a:pt x="505034" y="1768478"/>
                  <a:pt x="285155" y="1755595"/>
                </a:cubicBezTo>
                <a:cubicBezTo>
                  <a:pt x="297180" y="1889583"/>
                  <a:pt x="281719" y="2024431"/>
                  <a:pt x="285155" y="2158420"/>
                </a:cubicBezTo>
                <a:moveTo>
                  <a:pt x="235339" y="24908"/>
                </a:moveTo>
                <a:cubicBezTo>
                  <a:pt x="204418" y="43803"/>
                  <a:pt x="176933" y="68712"/>
                  <a:pt x="145154" y="85890"/>
                </a:cubicBezTo>
                <a:cubicBezTo>
                  <a:pt x="134847" y="91902"/>
                  <a:pt x="124540" y="94479"/>
                  <a:pt x="114233" y="91043"/>
                </a:cubicBezTo>
                <a:cubicBezTo>
                  <a:pt x="109939" y="133129"/>
                  <a:pt x="103927" y="176933"/>
                  <a:pt x="114233" y="218161"/>
                </a:cubicBezTo>
                <a:cubicBezTo>
                  <a:pt x="144295" y="335830"/>
                  <a:pt x="116810" y="461230"/>
                  <a:pt x="114233" y="582335"/>
                </a:cubicBezTo>
                <a:cubicBezTo>
                  <a:pt x="112516" y="684544"/>
                  <a:pt x="115951" y="787612"/>
                  <a:pt x="114233" y="889822"/>
                </a:cubicBezTo>
                <a:cubicBezTo>
                  <a:pt x="98773" y="895834"/>
                  <a:pt x="79877" y="892398"/>
                  <a:pt x="63558" y="889822"/>
                </a:cubicBezTo>
                <a:cubicBezTo>
                  <a:pt x="44662" y="886386"/>
                  <a:pt x="31779" y="905282"/>
                  <a:pt x="29202" y="924178"/>
                </a:cubicBezTo>
                <a:cubicBezTo>
                  <a:pt x="0" y="1126020"/>
                  <a:pt x="19754" y="1332156"/>
                  <a:pt x="29202" y="1536575"/>
                </a:cubicBezTo>
                <a:cubicBezTo>
                  <a:pt x="39509" y="1748723"/>
                  <a:pt x="36073" y="1960872"/>
                  <a:pt x="29202" y="2173021"/>
                </a:cubicBezTo>
                <a:cubicBezTo>
                  <a:pt x="28343" y="2191917"/>
                  <a:pt x="45521" y="2212530"/>
                  <a:pt x="63558" y="2207377"/>
                </a:cubicBezTo>
                <a:cubicBezTo>
                  <a:pt x="122822" y="2187622"/>
                  <a:pt x="190676" y="2222837"/>
                  <a:pt x="250799" y="2207377"/>
                </a:cubicBezTo>
                <a:cubicBezTo>
                  <a:pt x="268836" y="2202224"/>
                  <a:pt x="286873" y="2191058"/>
                  <a:pt x="285155" y="2173021"/>
                </a:cubicBezTo>
                <a:cubicBezTo>
                  <a:pt x="284296" y="2167867"/>
                  <a:pt x="284296" y="2162714"/>
                  <a:pt x="285155" y="2158420"/>
                </a:cubicBezTo>
                <a:cubicBezTo>
                  <a:pt x="313499" y="2027008"/>
                  <a:pt x="271412" y="1888724"/>
                  <a:pt x="285155" y="1755595"/>
                </a:cubicBezTo>
                <a:cubicBezTo>
                  <a:pt x="298897" y="1618170"/>
                  <a:pt x="280001" y="1479028"/>
                  <a:pt x="285155" y="1340745"/>
                </a:cubicBezTo>
                <a:cubicBezTo>
                  <a:pt x="289449" y="1205898"/>
                  <a:pt x="294603" y="1070191"/>
                  <a:pt x="285155" y="936202"/>
                </a:cubicBezTo>
                <a:cubicBezTo>
                  <a:pt x="267977" y="697428"/>
                  <a:pt x="286873" y="457794"/>
                  <a:pt x="285155" y="218161"/>
                </a:cubicBezTo>
                <a:cubicBezTo>
                  <a:pt x="284296" y="177792"/>
                  <a:pt x="284296" y="137424"/>
                  <a:pt x="285155" y="97055"/>
                </a:cubicBezTo>
                <a:cubicBezTo>
                  <a:pt x="273130" y="70429"/>
                  <a:pt x="257670" y="43803"/>
                  <a:pt x="235339" y="24908"/>
                </a:cubicBezTo>
                <a:moveTo>
                  <a:pt x="63558" y="218161"/>
                </a:moveTo>
                <a:cubicBezTo>
                  <a:pt x="48957" y="224173"/>
                  <a:pt x="36073" y="206995"/>
                  <a:pt x="30061" y="193252"/>
                </a:cubicBezTo>
                <a:cubicBezTo>
                  <a:pt x="53251" y="182087"/>
                  <a:pt x="55828" y="148590"/>
                  <a:pt x="40368" y="127976"/>
                </a:cubicBezTo>
                <a:cubicBezTo>
                  <a:pt x="36932" y="121964"/>
                  <a:pt x="31779" y="116810"/>
                  <a:pt x="29202" y="110798"/>
                </a:cubicBezTo>
                <a:cubicBezTo>
                  <a:pt x="29202" y="109080"/>
                  <a:pt x="29202" y="107362"/>
                  <a:pt x="29202" y="105644"/>
                </a:cubicBezTo>
                <a:cubicBezTo>
                  <a:pt x="49816" y="95338"/>
                  <a:pt x="69571" y="81595"/>
                  <a:pt x="87607" y="66135"/>
                </a:cubicBezTo>
                <a:cubicBezTo>
                  <a:pt x="88466" y="70429"/>
                  <a:pt x="91902" y="73006"/>
                  <a:pt x="94479" y="76442"/>
                </a:cubicBezTo>
                <a:cubicBezTo>
                  <a:pt x="98773" y="84172"/>
                  <a:pt x="106503" y="90184"/>
                  <a:pt x="114233" y="91043"/>
                </a:cubicBezTo>
                <a:cubicBezTo>
                  <a:pt x="112516" y="133988"/>
                  <a:pt x="127117" y="177792"/>
                  <a:pt x="114233" y="218161"/>
                </a:cubicBezTo>
                <a:cubicBezTo>
                  <a:pt x="98773" y="224173"/>
                  <a:pt x="80736" y="217302"/>
                  <a:pt x="63558" y="218161"/>
                </a:cubicBezTo>
                <a:moveTo>
                  <a:pt x="359879" y="218161"/>
                </a:moveTo>
                <a:cubicBezTo>
                  <a:pt x="340125" y="201841"/>
                  <a:pt x="338407" y="170062"/>
                  <a:pt x="321229" y="150307"/>
                </a:cubicBezTo>
                <a:cubicBezTo>
                  <a:pt x="314358" y="130553"/>
                  <a:pt x="295462" y="115951"/>
                  <a:pt x="285155" y="97055"/>
                </a:cubicBezTo>
                <a:cubicBezTo>
                  <a:pt x="286014" y="137424"/>
                  <a:pt x="273989" y="179510"/>
                  <a:pt x="285155" y="218161"/>
                </a:cubicBezTo>
                <a:cubicBezTo>
                  <a:pt x="308345" y="226750"/>
                  <a:pt x="334971" y="213007"/>
                  <a:pt x="359879" y="218161"/>
                </a:cubicBezTo>
                <a:moveTo>
                  <a:pt x="2780264" y="218161"/>
                </a:moveTo>
                <a:cubicBezTo>
                  <a:pt x="2816338" y="210430"/>
                  <a:pt x="2854989" y="210430"/>
                  <a:pt x="2891063" y="218161"/>
                </a:cubicBezTo>
                <a:cubicBezTo>
                  <a:pt x="2887627" y="194111"/>
                  <a:pt x="2882474" y="167485"/>
                  <a:pt x="2891063" y="144295"/>
                </a:cubicBezTo>
                <a:cubicBezTo>
                  <a:pt x="2834375" y="116810"/>
                  <a:pt x="2781123" y="80736"/>
                  <a:pt x="2727013" y="48098"/>
                </a:cubicBezTo>
                <a:cubicBezTo>
                  <a:pt x="2768240" y="65276"/>
                  <a:pt x="2804314" y="91902"/>
                  <a:pt x="2842105" y="115951"/>
                </a:cubicBezTo>
                <a:cubicBezTo>
                  <a:pt x="2815479" y="145154"/>
                  <a:pt x="2799160" y="182946"/>
                  <a:pt x="2780264" y="218161"/>
                </a:cubicBezTo>
                <a:moveTo>
                  <a:pt x="3147015" y="183804"/>
                </a:moveTo>
                <a:cubicBezTo>
                  <a:pt x="3138426" y="147731"/>
                  <a:pt x="3149592" y="109080"/>
                  <a:pt x="3147015" y="71288"/>
                </a:cubicBezTo>
                <a:cubicBezTo>
                  <a:pt x="3117813" y="110798"/>
                  <a:pt x="3097199" y="155461"/>
                  <a:pt x="3072291" y="196688"/>
                </a:cubicBezTo>
                <a:cubicBezTo>
                  <a:pt x="3069714" y="201841"/>
                  <a:pt x="3064561" y="205277"/>
                  <a:pt x="3061984" y="209572"/>
                </a:cubicBezTo>
                <a:cubicBezTo>
                  <a:pt x="3061125" y="212148"/>
                  <a:pt x="3061125" y="215584"/>
                  <a:pt x="3061984" y="218161"/>
                </a:cubicBezTo>
                <a:cubicBezTo>
                  <a:pt x="3078303" y="221596"/>
                  <a:pt x="3096340" y="214725"/>
                  <a:pt x="3112659" y="218161"/>
                </a:cubicBezTo>
                <a:cubicBezTo>
                  <a:pt x="3130696" y="223314"/>
                  <a:pt x="3147015" y="202700"/>
                  <a:pt x="3147015" y="183804"/>
                </a:cubicBezTo>
                <a:moveTo>
                  <a:pt x="955098" y="936202"/>
                </a:moveTo>
                <a:cubicBezTo>
                  <a:pt x="693133" y="949086"/>
                  <a:pt x="285155" y="936202"/>
                  <a:pt x="285155" y="936202"/>
                </a:cubicBezTo>
                <a:moveTo>
                  <a:pt x="2891063" y="936202"/>
                </a:moveTo>
                <a:cubicBezTo>
                  <a:pt x="2776829" y="937920"/>
                  <a:pt x="2660877" y="923319"/>
                  <a:pt x="2547502" y="936202"/>
                </a:cubicBezTo>
                <a:cubicBezTo>
                  <a:pt x="2432409" y="948227"/>
                  <a:pt x="2315599" y="926754"/>
                  <a:pt x="2199647" y="936202"/>
                </a:cubicBezTo>
                <a:cubicBezTo>
                  <a:pt x="2075965" y="945650"/>
                  <a:pt x="1949706" y="945650"/>
                  <a:pt x="1826025" y="936202"/>
                </a:cubicBezTo>
                <a:cubicBezTo>
                  <a:pt x="1692895" y="925037"/>
                  <a:pt x="1558047" y="919883"/>
                  <a:pt x="1425776" y="936202"/>
                </a:cubicBezTo>
                <a:cubicBezTo>
                  <a:pt x="1300377" y="950804"/>
                  <a:pt x="1172400" y="931908"/>
                  <a:pt x="1046142" y="936202"/>
                </a:cubicBezTo>
                <a:moveTo>
                  <a:pt x="528224" y="81595"/>
                </a:moveTo>
                <a:cubicBezTo>
                  <a:pt x="841723" y="79018"/>
                  <a:pt x="1155222" y="80736"/>
                  <a:pt x="1468721" y="81595"/>
                </a:cubicBezTo>
                <a:moveTo>
                  <a:pt x="1687741" y="81595"/>
                </a:moveTo>
                <a:cubicBezTo>
                  <a:pt x="1840626" y="79877"/>
                  <a:pt x="1995228" y="64417"/>
                  <a:pt x="2147254" y="81595"/>
                </a:cubicBezTo>
                <a:moveTo>
                  <a:pt x="2366274" y="81595"/>
                </a:moveTo>
                <a:cubicBezTo>
                  <a:pt x="2423820" y="85031"/>
                  <a:pt x="2481367" y="77301"/>
                  <a:pt x="2538054" y="81595"/>
                </a:cubicBezTo>
                <a:moveTo>
                  <a:pt x="206136" y="889822"/>
                </a:moveTo>
                <a:cubicBezTo>
                  <a:pt x="191535" y="888963"/>
                  <a:pt x="176933" y="887245"/>
                  <a:pt x="163191" y="889822"/>
                </a:cubicBezTo>
                <a:moveTo>
                  <a:pt x="3007014" y="889822"/>
                </a:moveTo>
                <a:cubicBezTo>
                  <a:pt x="2990695" y="890681"/>
                  <a:pt x="2974376" y="885527"/>
                  <a:pt x="2958057" y="889822"/>
                </a:cubicBezTo>
                <a:moveTo>
                  <a:pt x="955098" y="1194732"/>
                </a:moveTo>
                <a:cubicBezTo>
                  <a:pt x="772152" y="1206756"/>
                  <a:pt x="589206" y="1204180"/>
                  <a:pt x="407119" y="1194732"/>
                </a:cubicBezTo>
                <a:moveTo>
                  <a:pt x="1131173" y="1236818"/>
                </a:moveTo>
                <a:cubicBezTo>
                  <a:pt x="983442" y="1225652"/>
                  <a:pt x="833993" y="1252278"/>
                  <a:pt x="687121" y="1236818"/>
                </a:cubicBezTo>
                <a:moveTo>
                  <a:pt x="2739037" y="1017798"/>
                </a:moveTo>
                <a:cubicBezTo>
                  <a:pt x="2564680" y="1028105"/>
                  <a:pt x="2389464" y="1006632"/>
                  <a:pt x="2215107" y="1017798"/>
                </a:cubicBezTo>
                <a:cubicBezTo>
                  <a:pt x="2047621" y="1028105"/>
                  <a:pt x="1877559" y="1033258"/>
                  <a:pt x="1710073" y="1017798"/>
                </a:cubicBezTo>
                <a:moveTo>
                  <a:pt x="2739037" y="2054492"/>
                </a:moveTo>
                <a:cubicBezTo>
                  <a:pt x="2503698" y="2051916"/>
                  <a:pt x="2267500" y="2038173"/>
                  <a:pt x="2033020" y="2054492"/>
                </a:cubicBezTo>
                <a:moveTo>
                  <a:pt x="2800019" y="2103450"/>
                </a:moveTo>
                <a:cubicBezTo>
                  <a:pt x="2668607" y="2092284"/>
                  <a:pt x="2536336" y="2107744"/>
                  <a:pt x="2404065" y="2103450"/>
                </a:cubicBezTo>
                <a:moveTo>
                  <a:pt x="1917068" y="2103450"/>
                </a:moveTo>
                <a:cubicBezTo>
                  <a:pt x="1807988" y="2094861"/>
                  <a:pt x="1697189" y="2096579"/>
                  <a:pt x="1588109" y="2103450"/>
                </a:cubicBezTo>
                <a:moveTo>
                  <a:pt x="626139" y="2054492"/>
                </a:moveTo>
                <a:cubicBezTo>
                  <a:pt x="553132" y="2051916"/>
                  <a:pt x="480126" y="2057069"/>
                  <a:pt x="407119" y="2054492"/>
                </a:cubicBezTo>
                <a:moveTo>
                  <a:pt x="955098" y="936202"/>
                </a:moveTo>
                <a:cubicBezTo>
                  <a:pt x="963687" y="973135"/>
                  <a:pt x="955098" y="1035835"/>
                  <a:pt x="955098" y="1035835"/>
                </a:cubicBezTo>
                <a:moveTo>
                  <a:pt x="1046142" y="936202"/>
                </a:moveTo>
                <a:cubicBezTo>
                  <a:pt x="1046142" y="936202"/>
                  <a:pt x="989454" y="926754"/>
                  <a:pt x="955098" y="936202"/>
                </a:cubicBezTo>
                <a:moveTo>
                  <a:pt x="1046142" y="936202"/>
                </a:moveTo>
                <a:cubicBezTo>
                  <a:pt x="1051295" y="1001479"/>
                  <a:pt x="1047001" y="1067614"/>
                  <a:pt x="1046142" y="1133750"/>
                </a:cubicBezTo>
                <a:moveTo>
                  <a:pt x="2635110" y="1596698"/>
                </a:moveTo>
                <a:cubicBezTo>
                  <a:pt x="2647994" y="1512525"/>
                  <a:pt x="2629957" y="1425776"/>
                  <a:pt x="2635110" y="1340745"/>
                </a:cubicBezTo>
                <a:moveTo>
                  <a:pt x="2544066" y="1493630"/>
                </a:moveTo>
                <a:cubicBezTo>
                  <a:pt x="2545784" y="1442096"/>
                  <a:pt x="2537195" y="1391420"/>
                  <a:pt x="2544066" y="1340745"/>
                </a:cubicBezTo>
              </a:path>
            </a:pathLst>
          </a:custGeom>
          <a:noFill/>
          <a:ln w="25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3BB81B-C8A7-5A15-174D-E82499526AD8}"/>
              </a:ext>
            </a:extLst>
          </p:cNvPr>
          <p:cNvSpPr/>
          <p:nvPr/>
        </p:nvSpPr>
        <p:spPr>
          <a:xfrm>
            <a:off x="4980871" y="3393030"/>
            <a:ext cx="1172400" cy="1521973"/>
          </a:xfrm>
          <a:custGeom>
            <a:avLst/>
            <a:gdLst/>
            <a:ahLst/>
            <a:cxnLst/>
            <a:rect l="0" t="0" r="0" b="0"/>
            <a:pathLst>
              <a:path w="1172400" h="1521973">
                <a:moveTo>
                  <a:pt x="0" y="1503078"/>
                </a:moveTo>
                <a:lnTo>
                  <a:pt x="26625" y="1521973"/>
                </a:lnTo>
                <a:lnTo>
                  <a:pt x="213007" y="1442096"/>
                </a:lnTo>
                <a:lnTo>
                  <a:pt x="97055" y="1362218"/>
                </a:lnTo>
                <a:lnTo>
                  <a:pt x="0" y="1503078"/>
                </a:lnTo>
                <a:moveTo>
                  <a:pt x="213007" y="1442096"/>
                </a:moveTo>
                <a:lnTo>
                  <a:pt x="254234" y="1178413"/>
                </a:lnTo>
                <a:lnTo>
                  <a:pt x="64417" y="1278045"/>
                </a:lnTo>
                <a:lnTo>
                  <a:pt x="26625" y="1521973"/>
                </a:lnTo>
                <a:lnTo>
                  <a:pt x="213007" y="1442096"/>
                </a:lnTo>
                <a:moveTo>
                  <a:pt x="64417" y="1278045"/>
                </a:moveTo>
                <a:lnTo>
                  <a:pt x="346137" y="1412893"/>
                </a:lnTo>
                <a:lnTo>
                  <a:pt x="471537" y="1282340"/>
                </a:lnTo>
                <a:lnTo>
                  <a:pt x="254234" y="1178413"/>
                </a:lnTo>
                <a:lnTo>
                  <a:pt x="64417" y="1278045"/>
                </a:lnTo>
                <a:moveTo>
                  <a:pt x="471537" y="1282340"/>
                </a:moveTo>
                <a:lnTo>
                  <a:pt x="327241" y="1010068"/>
                </a:lnTo>
                <a:lnTo>
                  <a:pt x="205277" y="1146633"/>
                </a:lnTo>
                <a:lnTo>
                  <a:pt x="346137" y="1412893"/>
                </a:lnTo>
                <a:lnTo>
                  <a:pt x="471537" y="1282340"/>
                </a:lnTo>
                <a:moveTo>
                  <a:pt x="205277" y="1146633"/>
                </a:moveTo>
                <a:lnTo>
                  <a:pt x="458653" y="1247125"/>
                </a:lnTo>
                <a:lnTo>
                  <a:pt x="581476" y="1110559"/>
                </a:lnTo>
                <a:lnTo>
                  <a:pt x="327241" y="1010068"/>
                </a:lnTo>
                <a:lnTo>
                  <a:pt x="205277" y="1146633"/>
                </a:lnTo>
                <a:moveTo>
                  <a:pt x="581476" y="1110559"/>
                </a:moveTo>
                <a:lnTo>
                  <a:pt x="444911" y="850312"/>
                </a:lnTo>
                <a:lnTo>
                  <a:pt x="319511" y="980865"/>
                </a:lnTo>
                <a:lnTo>
                  <a:pt x="458653" y="1247125"/>
                </a:lnTo>
                <a:lnTo>
                  <a:pt x="581476" y="1110559"/>
                </a:lnTo>
                <a:moveTo>
                  <a:pt x="319511" y="980865"/>
                </a:moveTo>
                <a:lnTo>
                  <a:pt x="544543" y="1087369"/>
                </a:lnTo>
                <a:lnTo>
                  <a:pt x="651906" y="948227"/>
                </a:lnTo>
                <a:lnTo>
                  <a:pt x="444911" y="850312"/>
                </a:lnTo>
                <a:lnTo>
                  <a:pt x="319511" y="980865"/>
                </a:lnTo>
                <a:moveTo>
                  <a:pt x="651906" y="948227"/>
                </a:moveTo>
                <a:lnTo>
                  <a:pt x="474113" y="736078"/>
                </a:lnTo>
                <a:lnTo>
                  <a:pt x="379634" y="890681"/>
                </a:lnTo>
                <a:lnTo>
                  <a:pt x="544543" y="1087369"/>
                </a:lnTo>
                <a:lnTo>
                  <a:pt x="651906" y="948227"/>
                </a:lnTo>
                <a:moveTo>
                  <a:pt x="379634" y="890681"/>
                </a:moveTo>
                <a:lnTo>
                  <a:pt x="645894" y="952522"/>
                </a:lnTo>
                <a:lnTo>
                  <a:pt x="755833" y="802214"/>
                </a:lnTo>
                <a:lnTo>
                  <a:pt x="474113" y="736078"/>
                </a:lnTo>
                <a:lnTo>
                  <a:pt x="379634" y="890681"/>
                </a:lnTo>
                <a:moveTo>
                  <a:pt x="755833" y="802214"/>
                </a:moveTo>
                <a:lnTo>
                  <a:pt x="585770" y="520494"/>
                </a:lnTo>
                <a:lnTo>
                  <a:pt x="475831" y="669943"/>
                </a:lnTo>
                <a:lnTo>
                  <a:pt x="645894" y="952522"/>
                </a:lnTo>
                <a:lnTo>
                  <a:pt x="755833" y="802214"/>
                </a:lnTo>
                <a:moveTo>
                  <a:pt x="475831" y="669943"/>
                </a:moveTo>
                <a:lnTo>
                  <a:pt x="585770" y="520494"/>
                </a:lnTo>
                <a:lnTo>
                  <a:pt x="867490" y="590924"/>
                </a:lnTo>
                <a:lnTo>
                  <a:pt x="792766" y="748962"/>
                </a:lnTo>
                <a:lnTo>
                  <a:pt x="475831" y="669943"/>
                </a:lnTo>
                <a:moveTo>
                  <a:pt x="867490" y="590924"/>
                </a:moveTo>
                <a:lnTo>
                  <a:pt x="489573" y="308345"/>
                </a:lnTo>
                <a:lnTo>
                  <a:pt x="404542" y="459512"/>
                </a:lnTo>
                <a:lnTo>
                  <a:pt x="792766" y="748962"/>
                </a:lnTo>
                <a:lnTo>
                  <a:pt x="867490" y="590924"/>
                </a:lnTo>
                <a:moveTo>
                  <a:pt x="404542" y="459512"/>
                </a:moveTo>
                <a:lnTo>
                  <a:pt x="1046142" y="718041"/>
                </a:lnTo>
                <a:lnTo>
                  <a:pt x="1126020" y="565157"/>
                </a:lnTo>
                <a:lnTo>
                  <a:pt x="489573" y="308345"/>
                </a:lnTo>
                <a:lnTo>
                  <a:pt x="404542" y="459512"/>
                </a:lnTo>
                <a:moveTo>
                  <a:pt x="1126020" y="565157"/>
                </a:moveTo>
                <a:lnTo>
                  <a:pt x="495586" y="158896"/>
                </a:lnTo>
                <a:lnTo>
                  <a:pt x="420861" y="314358"/>
                </a:lnTo>
                <a:lnTo>
                  <a:pt x="1046142" y="718041"/>
                </a:lnTo>
                <a:lnTo>
                  <a:pt x="1126020" y="565157"/>
                </a:lnTo>
                <a:moveTo>
                  <a:pt x="420861" y="314358"/>
                </a:moveTo>
                <a:lnTo>
                  <a:pt x="1097676" y="539390"/>
                </a:lnTo>
                <a:lnTo>
                  <a:pt x="1172400" y="383070"/>
                </a:lnTo>
                <a:lnTo>
                  <a:pt x="495586" y="158896"/>
                </a:lnTo>
                <a:lnTo>
                  <a:pt x="420861" y="314358"/>
                </a:lnTo>
                <a:moveTo>
                  <a:pt x="1172400" y="383070"/>
                </a:moveTo>
                <a:lnTo>
                  <a:pt x="582335" y="0"/>
                </a:lnTo>
                <a:lnTo>
                  <a:pt x="492150" y="146872"/>
                </a:lnTo>
                <a:lnTo>
                  <a:pt x="1097676" y="539390"/>
                </a:lnTo>
                <a:lnTo>
                  <a:pt x="1172400" y="383070"/>
                </a:lnTo>
                <a:moveTo>
                  <a:pt x="492150" y="146872"/>
                </a:moveTo>
                <a:lnTo>
                  <a:pt x="582335" y="0"/>
                </a:lnTo>
                <a:lnTo>
                  <a:pt x="657918" y="44662"/>
                </a:lnTo>
                <a:lnTo>
                  <a:pt x="571169" y="193252"/>
                </a:lnTo>
                <a:lnTo>
                  <a:pt x="492150" y="146872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17C6A4-2E03-E59F-CD22-EEE529F09055}"/>
              </a:ext>
            </a:extLst>
          </p:cNvPr>
          <p:cNvSpPr/>
          <p:nvPr/>
        </p:nvSpPr>
        <p:spPr>
          <a:xfrm>
            <a:off x="4998049" y="3388735"/>
            <a:ext cx="1160376" cy="1493630"/>
          </a:xfrm>
          <a:custGeom>
            <a:avLst/>
            <a:gdLst/>
            <a:ahLst/>
            <a:cxnLst/>
            <a:rect l="0" t="0" r="0" b="0"/>
            <a:pathLst>
              <a:path w="1160376" h="1493630">
                <a:moveTo>
                  <a:pt x="1149458" y="527300"/>
                </a:moveTo>
                <a:cubicBezTo>
                  <a:pt x="1158235" y="541924"/>
                  <a:pt x="1158271" y="560186"/>
                  <a:pt x="1149555" y="574845"/>
                </a:cubicBezTo>
                <a:lnTo>
                  <a:pt x="1071902" y="705459"/>
                </a:lnTo>
                <a:lnTo>
                  <a:pt x="1045249" y="750290"/>
                </a:lnTo>
                <a:cubicBezTo>
                  <a:pt x="1032165" y="772298"/>
                  <a:pt x="1003716" y="779532"/>
                  <a:pt x="981709" y="766447"/>
                </a:cubicBezTo>
                <a:lnTo>
                  <a:pt x="699938" y="601449"/>
                </a:lnTo>
                <a:lnTo>
                  <a:pt x="670051" y="583681"/>
                </a:lnTo>
                <a:lnTo>
                  <a:pt x="615258" y="551104"/>
                </a:lnTo>
                <a:lnTo>
                  <a:pt x="356238" y="397110"/>
                </a:lnTo>
                <a:cubicBezTo>
                  <a:pt x="334230" y="384026"/>
                  <a:pt x="326996" y="355577"/>
                  <a:pt x="340081" y="333569"/>
                </a:cubicBezTo>
                <a:lnTo>
                  <a:pt x="476306" y="104436"/>
                </a:lnTo>
                <a:lnTo>
                  <a:pt x="526118" y="134050"/>
                </a:lnTo>
                <a:cubicBezTo>
                  <a:pt x="536348" y="107772"/>
                  <a:pt x="509018" y="83433"/>
                  <a:pt x="494075" y="74549"/>
                </a:cubicBezTo>
                <a:lnTo>
                  <a:pt x="517766" y="34700"/>
                </a:lnTo>
                <a:cubicBezTo>
                  <a:pt x="530851" y="12691"/>
                  <a:pt x="559299" y="5458"/>
                  <a:pt x="581307" y="18542"/>
                </a:cubicBezTo>
                <a:lnTo>
                  <a:pt x="1019565" y="279098"/>
                </a:lnTo>
                <a:cubicBezTo>
                  <a:pt x="1026159" y="283019"/>
                  <a:pt x="1031678" y="288515"/>
                  <a:pt x="1035625" y="295093"/>
                </a:cubicBezTo>
                <a:close/>
                <a:moveTo>
                  <a:pt x="615258" y="551104"/>
                </a:moveTo>
                <a:lnTo>
                  <a:pt x="575410" y="527413"/>
                </a:lnTo>
                <a:lnTo>
                  <a:pt x="0" y="1489341"/>
                </a:lnTo>
                <a:lnTo>
                  <a:pt x="325512" y="1489341"/>
                </a:lnTo>
                <a:lnTo>
                  <a:pt x="814505" y="669562"/>
                </a:lnTo>
                <a:lnTo>
                  <a:pt x="699938" y="601449"/>
                </a:lnTo>
                <a:lnTo>
                  <a:pt x="670051" y="583681"/>
                </a:lnTo>
                <a:close/>
                <a:moveTo>
                  <a:pt x="476306" y="104436"/>
                </a:moveTo>
                <a:cubicBezTo>
                  <a:pt x="484608" y="109372"/>
                  <a:pt x="506193" y="122205"/>
                  <a:pt x="526118" y="134050"/>
                </a:cubicBezTo>
                <a:moveTo>
                  <a:pt x="615258" y="551104"/>
                </a:moveTo>
                <a:lnTo>
                  <a:pt x="336884" y="1019334"/>
                </a:lnTo>
                <a:moveTo>
                  <a:pt x="262847" y="1143862"/>
                </a:moveTo>
                <a:lnTo>
                  <a:pt x="197696" y="1253448"/>
                </a:lnTo>
                <a:moveTo>
                  <a:pt x="670051" y="583681"/>
                </a:moveTo>
                <a:lnTo>
                  <a:pt x="495326" y="877569"/>
                </a:lnTo>
                <a:moveTo>
                  <a:pt x="622941" y="730959"/>
                </a:moveTo>
                <a:lnTo>
                  <a:pt x="699938" y="601449"/>
                </a:lnTo>
                <a:moveTo>
                  <a:pt x="455762" y="1170912"/>
                </a:moveTo>
                <a:lnTo>
                  <a:pt x="310652" y="1414989"/>
                </a:lnTo>
                <a:moveTo>
                  <a:pt x="502699" y="241480"/>
                </a:moveTo>
                <a:lnTo>
                  <a:pt x="703284" y="198930"/>
                </a:lnTo>
                <a:moveTo>
                  <a:pt x="467162" y="301254"/>
                </a:moveTo>
                <a:lnTo>
                  <a:pt x="604206" y="274861"/>
                </a:lnTo>
                <a:moveTo>
                  <a:pt x="864849" y="584882"/>
                </a:moveTo>
                <a:lnTo>
                  <a:pt x="904699" y="608573"/>
                </a:lnTo>
                <a:moveTo>
                  <a:pt x="949529" y="635227"/>
                </a:moveTo>
                <a:lnTo>
                  <a:pt x="1071902" y="705459"/>
                </a:lnTo>
                <a:moveTo>
                  <a:pt x="838320" y="414049"/>
                </a:moveTo>
                <a:lnTo>
                  <a:pt x="863226" y="428856"/>
                </a:lnTo>
                <a:moveTo>
                  <a:pt x="1149210" y="527365"/>
                </a:moveTo>
                <a:cubicBezTo>
                  <a:pt x="1153505" y="543684"/>
                  <a:pt x="1160376" y="561721"/>
                  <a:pt x="1149210" y="574605"/>
                </a:cubicBezTo>
                <a:cubicBezTo>
                  <a:pt x="1117431" y="614114"/>
                  <a:pt x="1105406" y="667366"/>
                  <a:pt x="1071909" y="705158"/>
                </a:cubicBezTo>
                <a:cubicBezTo>
                  <a:pt x="1060743" y="718900"/>
                  <a:pt x="1052154" y="734360"/>
                  <a:pt x="1045283" y="750680"/>
                </a:cubicBezTo>
                <a:cubicBezTo>
                  <a:pt x="1034976" y="773870"/>
                  <a:pt x="1006632" y="771293"/>
                  <a:pt x="981724" y="766140"/>
                </a:cubicBezTo>
                <a:cubicBezTo>
                  <a:pt x="884668" y="717182"/>
                  <a:pt x="798778" y="645894"/>
                  <a:pt x="700004" y="601231"/>
                </a:cubicBezTo>
                <a:cubicBezTo>
                  <a:pt x="689698" y="596936"/>
                  <a:pt x="680250" y="588347"/>
                  <a:pt x="669943" y="584053"/>
                </a:cubicBezTo>
                <a:cubicBezTo>
                  <a:pt x="651047" y="574605"/>
                  <a:pt x="633010" y="562580"/>
                  <a:pt x="614973" y="551414"/>
                </a:cubicBezTo>
                <a:cubicBezTo>
                  <a:pt x="529942" y="498163"/>
                  <a:pt x="439757" y="453500"/>
                  <a:pt x="356444" y="396812"/>
                </a:cubicBezTo>
                <a:cubicBezTo>
                  <a:pt x="334971" y="383070"/>
                  <a:pt x="322947" y="353008"/>
                  <a:pt x="340125" y="333253"/>
                </a:cubicBezTo>
                <a:cubicBezTo>
                  <a:pt x="398530" y="267118"/>
                  <a:pt x="432886" y="182087"/>
                  <a:pt x="476690" y="104786"/>
                </a:cubicBezTo>
                <a:cubicBezTo>
                  <a:pt x="489573" y="118528"/>
                  <a:pt x="508469" y="127117"/>
                  <a:pt x="526506" y="133988"/>
                </a:cubicBezTo>
                <a:cubicBezTo>
                  <a:pt x="538531" y="109080"/>
                  <a:pt x="510187" y="79877"/>
                  <a:pt x="493868" y="74724"/>
                </a:cubicBezTo>
                <a:cubicBezTo>
                  <a:pt x="500739" y="60982"/>
                  <a:pt x="510187" y="48098"/>
                  <a:pt x="517917" y="34356"/>
                </a:cubicBezTo>
                <a:cubicBezTo>
                  <a:pt x="529942" y="12024"/>
                  <a:pt x="564298" y="0"/>
                  <a:pt x="581476" y="18895"/>
                </a:cubicBezTo>
                <a:cubicBezTo>
                  <a:pt x="696569" y="143436"/>
                  <a:pt x="882092" y="179510"/>
                  <a:pt x="1019516" y="279143"/>
                </a:cubicBezTo>
                <a:cubicBezTo>
                  <a:pt x="1025528" y="283437"/>
                  <a:pt x="1029823" y="289449"/>
                  <a:pt x="1035835" y="295462"/>
                </a:cubicBezTo>
                <a:cubicBezTo>
                  <a:pt x="1059025" y="377916"/>
                  <a:pt x="1110559" y="450064"/>
                  <a:pt x="1149210" y="527365"/>
                </a:cubicBezTo>
                <a:moveTo>
                  <a:pt x="614973" y="551414"/>
                </a:moveTo>
                <a:cubicBezTo>
                  <a:pt x="603807" y="540249"/>
                  <a:pt x="588347" y="535954"/>
                  <a:pt x="575464" y="527365"/>
                </a:cubicBezTo>
                <a:cubicBezTo>
                  <a:pt x="485279" y="689698"/>
                  <a:pt x="371904" y="840005"/>
                  <a:pt x="288590" y="1006632"/>
                </a:cubicBezTo>
                <a:cubicBezTo>
                  <a:pt x="205277" y="1174118"/>
                  <a:pt x="83313" y="1320990"/>
                  <a:pt x="0" y="1489335"/>
                </a:cubicBezTo>
                <a:cubicBezTo>
                  <a:pt x="108221" y="1488476"/>
                  <a:pt x="217302" y="1493630"/>
                  <a:pt x="325523" y="1489335"/>
                </a:cubicBezTo>
                <a:cubicBezTo>
                  <a:pt x="405401" y="1353629"/>
                  <a:pt x="481843" y="1216204"/>
                  <a:pt x="566875" y="1084792"/>
                </a:cubicBezTo>
                <a:cubicBezTo>
                  <a:pt x="654483" y="949086"/>
                  <a:pt x="742091" y="813379"/>
                  <a:pt x="814238" y="669943"/>
                </a:cubicBezTo>
                <a:cubicBezTo>
                  <a:pt x="775588" y="648470"/>
                  <a:pt x="733502" y="631292"/>
                  <a:pt x="700004" y="601231"/>
                </a:cubicBezTo>
                <a:cubicBezTo>
                  <a:pt x="691415" y="593501"/>
                  <a:pt x="679391" y="590065"/>
                  <a:pt x="669943" y="584053"/>
                </a:cubicBezTo>
                <a:cubicBezTo>
                  <a:pt x="652765" y="571169"/>
                  <a:pt x="633869" y="560862"/>
                  <a:pt x="614973" y="551414"/>
                </a:cubicBezTo>
                <a:moveTo>
                  <a:pt x="476690" y="104786"/>
                </a:moveTo>
                <a:cubicBezTo>
                  <a:pt x="485279" y="107362"/>
                  <a:pt x="505034" y="123681"/>
                  <a:pt x="526506" y="133988"/>
                </a:cubicBezTo>
                <a:moveTo>
                  <a:pt x="614973" y="551414"/>
                </a:moveTo>
                <a:cubicBezTo>
                  <a:pt x="535954" y="714606"/>
                  <a:pt x="420861" y="858901"/>
                  <a:pt x="336689" y="1019516"/>
                </a:cubicBezTo>
                <a:moveTo>
                  <a:pt x="262823" y="1144057"/>
                </a:moveTo>
                <a:cubicBezTo>
                  <a:pt x="244786" y="1181848"/>
                  <a:pt x="225032" y="1221358"/>
                  <a:pt x="197547" y="1253137"/>
                </a:cubicBezTo>
                <a:moveTo>
                  <a:pt x="669943" y="584053"/>
                </a:moveTo>
                <a:cubicBezTo>
                  <a:pt x="618409" y="685403"/>
                  <a:pt x="547120" y="776447"/>
                  <a:pt x="495586" y="877797"/>
                </a:cubicBezTo>
                <a:moveTo>
                  <a:pt x="622703" y="730925"/>
                </a:moveTo>
                <a:cubicBezTo>
                  <a:pt x="649329" y="687980"/>
                  <a:pt x="686262" y="650188"/>
                  <a:pt x="700004" y="601231"/>
                </a:cubicBezTo>
                <a:moveTo>
                  <a:pt x="456076" y="1170683"/>
                </a:moveTo>
                <a:cubicBezTo>
                  <a:pt x="409696" y="1253137"/>
                  <a:pt x="372763" y="1343322"/>
                  <a:pt x="310922" y="1414611"/>
                </a:cubicBezTo>
                <a:moveTo>
                  <a:pt x="502457" y="241351"/>
                </a:moveTo>
                <a:cubicBezTo>
                  <a:pt x="569451" y="227608"/>
                  <a:pt x="634728" y="200983"/>
                  <a:pt x="703440" y="199265"/>
                </a:cubicBezTo>
                <a:moveTo>
                  <a:pt x="467242" y="301474"/>
                </a:moveTo>
                <a:cubicBezTo>
                  <a:pt x="511905" y="289449"/>
                  <a:pt x="558286" y="280001"/>
                  <a:pt x="603807" y="274848"/>
                </a:cubicBezTo>
                <a:moveTo>
                  <a:pt x="864914" y="584912"/>
                </a:moveTo>
                <a:cubicBezTo>
                  <a:pt x="876938" y="594359"/>
                  <a:pt x="891539" y="601231"/>
                  <a:pt x="904423" y="608961"/>
                </a:cubicBezTo>
                <a:moveTo>
                  <a:pt x="949945" y="635587"/>
                </a:moveTo>
                <a:cubicBezTo>
                  <a:pt x="993749" y="651906"/>
                  <a:pt x="1027246" y="692274"/>
                  <a:pt x="1071909" y="705158"/>
                </a:cubicBezTo>
                <a:moveTo>
                  <a:pt x="838288" y="413990"/>
                </a:moveTo>
                <a:cubicBezTo>
                  <a:pt x="846018" y="420002"/>
                  <a:pt x="856325" y="421720"/>
                  <a:pt x="863196" y="428591"/>
                </a:cubicBezTo>
              </a:path>
            </a:pathLst>
          </a:custGeom>
          <a:noFill/>
          <a:ln w="25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75D66A-DEF3-50CF-1DEE-35D65D4C2211}"/>
              </a:ext>
            </a:extLst>
          </p:cNvPr>
          <p:cNvSpPr/>
          <p:nvPr/>
        </p:nvSpPr>
        <p:spPr>
          <a:xfrm>
            <a:off x="4291130" y="3494139"/>
            <a:ext cx="531660" cy="1392279"/>
          </a:xfrm>
          <a:custGeom>
            <a:avLst/>
            <a:gdLst/>
            <a:ahLst/>
            <a:cxnLst/>
            <a:rect l="0" t="0" r="0" b="0"/>
            <a:pathLst>
              <a:path w="531660" h="1392279">
                <a:moveTo>
                  <a:pt x="70429" y="12024"/>
                </a:moveTo>
                <a:lnTo>
                  <a:pt x="110798" y="0"/>
                </a:lnTo>
                <a:lnTo>
                  <a:pt x="858" y="213007"/>
                </a:lnTo>
                <a:lnTo>
                  <a:pt x="7730" y="237915"/>
                </a:lnTo>
                <a:lnTo>
                  <a:pt x="0" y="243069"/>
                </a:lnTo>
                <a:lnTo>
                  <a:pt x="47239" y="420861"/>
                </a:lnTo>
                <a:lnTo>
                  <a:pt x="91902" y="388223"/>
                </a:lnTo>
                <a:lnTo>
                  <a:pt x="165768" y="167485"/>
                </a:lnTo>
                <a:lnTo>
                  <a:pt x="164050" y="162332"/>
                </a:lnTo>
                <a:lnTo>
                  <a:pt x="124540" y="175215"/>
                </a:lnTo>
                <a:lnTo>
                  <a:pt x="70429" y="12024"/>
                </a:lnTo>
                <a:moveTo>
                  <a:pt x="47239" y="420861"/>
                </a:moveTo>
                <a:lnTo>
                  <a:pt x="507610" y="467242"/>
                </a:lnTo>
                <a:lnTo>
                  <a:pt x="487856" y="292885"/>
                </a:lnTo>
                <a:lnTo>
                  <a:pt x="0" y="243069"/>
                </a:lnTo>
                <a:lnTo>
                  <a:pt x="47239" y="420861"/>
                </a:lnTo>
                <a:moveTo>
                  <a:pt x="487856" y="292885"/>
                </a:moveTo>
                <a:lnTo>
                  <a:pt x="139142" y="410555"/>
                </a:lnTo>
                <a:lnTo>
                  <a:pt x="122822" y="596936"/>
                </a:lnTo>
                <a:lnTo>
                  <a:pt x="507610" y="467242"/>
                </a:lnTo>
                <a:lnTo>
                  <a:pt x="487856" y="292885"/>
                </a:lnTo>
                <a:moveTo>
                  <a:pt x="122822" y="596936"/>
                </a:moveTo>
                <a:lnTo>
                  <a:pt x="320370" y="702581"/>
                </a:lnTo>
                <a:lnTo>
                  <a:pt x="332394" y="514482"/>
                </a:lnTo>
                <a:lnTo>
                  <a:pt x="139142" y="410555"/>
                </a:lnTo>
                <a:lnTo>
                  <a:pt x="122822" y="596936"/>
                </a:lnTo>
                <a:moveTo>
                  <a:pt x="332394" y="514482"/>
                </a:moveTo>
                <a:lnTo>
                  <a:pt x="174357" y="574605"/>
                </a:lnTo>
                <a:lnTo>
                  <a:pt x="143436" y="770434"/>
                </a:lnTo>
                <a:lnTo>
                  <a:pt x="320370" y="702581"/>
                </a:lnTo>
                <a:lnTo>
                  <a:pt x="332394" y="514482"/>
                </a:lnTo>
                <a:moveTo>
                  <a:pt x="143436" y="770434"/>
                </a:moveTo>
                <a:lnTo>
                  <a:pt x="315216" y="908718"/>
                </a:lnTo>
                <a:lnTo>
                  <a:pt x="380493" y="740373"/>
                </a:lnTo>
                <a:lnTo>
                  <a:pt x="174357" y="574605"/>
                </a:lnTo>
                <a:lnTo>
                  <a:pt x="143436" y="770434"/>
                </a:lnTo>
                <a:moveTo>
                  <a:pt x="380493" y="740373"/>
                </a:moveTo>
                <a:lnTo>
                  <a:pt x="315216" y="908718"/>
                </a:lnTo>
                <a:lnTo>
                  <a:pt x="102209" y="896693"/>
                </a:lnTo>
                <a:lnTo>
                  <a:pt x="164050" y="728348"/>
                </a:lnTo>
                <a:lnTo>
                  <a:pt x="380493" y="740373"/>
                </a:lnTo>
                <a:moveTo>
                  <a:pt x="102209" y="896693"/>
                </a:moveTo>
                <a:lnTo>
                  <a:pt x="352149" y="1083933"/>
                </a:lnTo>
                <a:lnTo>
                  <a:pt x="410555" y="913012"/>
                </a:lnTo>
                <a:lnTo>
                  <a:pt x="164050" y="728348"/>
                </a:lnTo>
                <a:lnTo>
                  <a:pt x="102209" y="896693"/>
                </a:lnTo>
                <a:moveTo>
                  <a:pt x="410555" y="913012"/>
                </a:moveTo>
                <a:lnTo>
                  <a:pt x="135706" y="909576"/>
                </a:lnTo>
                <a:lnTo>
                  <a:pt x="98773" y="1081357"/>
                </a:lnTo>
                <a:lnTo>
                  <a:pt x="352149" y="1083933"/>
                </a:lnTo>
                <a:lnTo>
                  <a:pt x="410555" y="913012"/>
                </a:lnTo>
                <a:moveTo>
                  <a:pt x="98773" y="1081357"/>
                </a:moveTo>
                <a:lnTo>
                  <a:pt x="380493" y="1205039"/>
                </a:lnTo>
                <a:lnTo>
                  <a:pt x="383929" y="1018657"/>
                </a:lnTo>
                <a:lnTo>
                  <a:pt x="135706" y="909576"/>
                </a:lnTo>
                <a:lnTo>
                  <a:pt x="98773" y="1081357"/>
                </a:lnTo>
                <a:moveTo>
                  <a:pt x="383929" y="1018657"/>
                </a:moveTo>
                <a:lnTo>
                  <a:pt x="119387" y="1123443"/>
                </a:lnTo>
                <a:lnTo>
                  <a:pt x="127976" y="1304671"/>
                </a:lnTo>
                <a:lnTo>
                  <a:pt x="380493" y="1205039"/>
                </a:lnTo>
                <a:lnTo>
                  <a:pt x="383929" y="1018657"/>
                </a:lnTo>
                <a:moveTo>
                  <a:pt x="127976" y="1304671"/>
                </a:moveTo>
                <a:lnTo>
                  <a:pt x="381352" y="1378537"/>
                </a:lnTo>
                <a:lnTo>
                  <a:pt x="394235" y="1203321"/>
                </a:lnTo>
                <a:lnTo>
                  <a:pt x="119387" y="1123443"/>
                </a:lnTo>
                <a:lnTo>
                  <a:pt x="127976" y="1304671"/>
                </a:lnTo>
                <a:moveTo>
                  <a:pt x="394235" y="1203321"/>
                </a:moveTo>
                <a:lnTo>
                  <a:pt x="255952" y="1222217"/>
                </a:lnTo>
                <a:lnTo>
                  <a:pt x="278284" y="1392279"/>
                </a:lnTo>
                <a:lnTo>
                  <a:pt x="381352" y="1378537"/>
                </a:lnTo>
                <a:lnTo>
                  <a:pt x="394235" y="1203321"/>
                </a:lnTo>
                <a:moveTo>
                  <a:pt x="471537" y="89325"/>
                </a:moveTo>
                <a:lnTo>
                  <a:pt x="391659" y="118528"/>
                </a:lnTo>
                <a:lnTo>
                  <a:pt x="450923" y="280001"/>
                </a:lnTo>
                <a:lnTo>
                  <a:pt x="531660" y="249940"/>
                </a:lnTo>
                <a:lnTo>
                  <a:pt x="471537" y="89325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3B5409-5031-94E2-43BD-93EAE749A84A}"/>
              </a:ext>
            </a:extLst>
          </p:cNvPr>
          <p:cNvSpPr/>
          <p:nvPr/>
        </p:nvSpPr>
        <p:spPr>
          <a:xfrm>
            <a:off x="4277388" y="3509599"/>
            <a:ext cx="565157" cy="1370807"/>
          </a:xfrm>
          <a:custGeom>
            <a:avLst/>
            <a:gdLst/>
            <a:ahLst/>
            <a:cxnLst/>
            <a:rect l="0" t="0" r="0" b="0"/>
            <a:pathLst>
              <a:path w="565157" h="1370807">
                <a:moveTo>
                  <a:pt x="274194" y="521793"/>
                </a:moveTo>
                <a:cubicBezTo>
                  <a:pt x="311672" y="522190"/>
                  <a:pt x="347485" y="515106"/>
                  <a:pt x="380214" y="501931"/>
                </a:cubicBezTo>
                <a:cubicBezTo>
                  <a:pt x="392490" y="496988"/>
                  <a:pt x="404333" y="491189"/>
                  <a:pt x="415667" y="484606"/>
                </a:cubicBezTo>
                <a:cubicBezTo>
                  <a:pt x="497124" y="437296"/>
                  <a:pt x="552297" y="349506"/>
                  <a:pt x="553368" y="248473"/>
                </a:cubicBezTo>
                <a:cubicBezTo>
                  <a:pt x="554489" y="142624"/>
                  <a:pt x="495932" y="50049"/>
                  <a:pt x="409015" y="2739"/>
                </a:cubicBezTo>
                <a:lnTo>
                  <a:pt x="406241" y="264549"/>
                </a:lnTo>
                <a:cubicBezTo>
                  <a:pt x="405760" y="309994"/>
                  <a:pt x="368528" y="346445"/>
                  <a:pt x="323083" y="345963"/>
                </a:cubicBezTo>
                <a:lnTo>
                  <a:pt x="146756" y="344096"/>
                </a:lnTo>
                <a:lnTo>
                  <a:pt x="150401" y="0"/>
                </a:lnTo>
                <a:cubicBezTo>
                  <a:pt x="62502" y="45458"/>
                  <a:pt x="1996" y="136771"/>
                  <a:pt x="874" y="242620"/>
                </a:cubicBezTo>
                <a:cubicBezTo>
                  <a:pt x="501" y="277857"/>
                  <a:pt x="6741" y="311622"/>
                  <a:pt x="18440" y="342737"/>
                </a:cubicBezTo>
                <a:cubicBezTo>
                  <a:pt x="40284" y="400835"/>
                  <a:pt x="81159" y="449690"/>
                  <a:pt x="133542" y="481617"/>
                </a:cubicBezTo>
                <a:cubicBezTo>
                  <a:pt x="142929" y="487339"/>
                  <a:pt x="152686" y="492517"/>
                  <a:pt x="162769" y="497108"/>
                </a:cubicBezTo>
                <a:cubicBezTo>
                  <a:pt x="196757" y="512579"/>
                  <a:pt x="234451" y="521373"/>
                  <a:pt x="274194" y="521793"/>
                </a:cubicBezTo>
                <a:close/>
                <a:moveTo>
                  <a:pt x="320494" y="698617"/>
                </a:moveTo>
                <a:lnTo>
                  <a:pt x="346681" y="1368482"/>
                </a:lnTo>
                <a:lnTo>
                  <a:pt x="194658" y="1368482"/>
                </a:lnTo>
                <a:lnTo>
                  <a:pt x="224160" y="697597"/>
                </a:lnTo>
                <a:cubicBezTo>
                  <a:pt x="225074" y="671460"/>
                  <a:pt x="246673" y="650824"/>
                  <a:pt x="272824" y="651100"/>
                </a:cubicBezTo>
                <a:cubicBezTo>
                  <a:pt x="298977" y="651378"/>
                  <a:pt x="320134" y="672466"/>
                  <a:pt x="320494" y="698617"/>
                </a:cubicBezTo>
                <a:close/>
                <a:moveTo>
                  <a:pt x="274194" y="521793"/>
                </a:moveTo>
                <a:cubicBezTo>
                  <a:pt x="234451" y="521373"/>
                  <a:pt x="196757" y="512579"/>
                  <a:pt x="162769" y="497108"/>
                </a:cubicBezTo>
                <a:lnTo>
                  <a:pt x="123366" y="1368482"/>
                </a:lnTo>
                <a:lnTo>
                  <a:pt x="194658" y="1368482"/>
                </a:lnTo>
                <a:lnTo>
                  <a:pt x="224160" y="697597"/>
                </a:lnTo>
                <a:cubicBezTo>
                  <a:pt x="225074" y="671460"/>
                  <a:pt x="246673" y="650824"/>
                  <a:pt x="272824" y="651100"/>
                </a:cubicBezTo>
                <a:cubicBezTo>
                  <a:pt x="298977" y="651378"/>
                  <a:pt x="320134" y="672466"/>
                  <a:pt x="320494" y="698617"/>
                </a:cubicBezTo>
                <a:lnTo>
                  <a:pt x="346681" y="1368482"/>
                </a:lnTo>
                <a:lnTo>
                  <a:pt x="423982" y="1368482"/>
                </a:lnTo>
                <a:lnTo>
                  <a:pt x="380214" y="501931"/>
                </a:lnTo>
                <a:cubicBezTo>
                  <a:pt x="347485" y="515106"/>
                  <a:pt x="311672" y="522190"/>
                  <a:pt x="274194" y="521793"/>
                </a:cubicBezTo>
                <a:close/>
                <a:moveTo>
                  <a:pt x="93857" y="343535"/>
                </a:moveTo>
                <a:lnTo>
                  <a:pt x="146756" y="344096"/>
                </a:lnTo>
                <a:moveTo>
                  <a:pt x="18440" y="342737"/>
                </a:moveTo>
                <a:lnTo>
                  <a:pt x="56148" y="343136"/>
                </a:lnTo>
                <a:moveTo>
                  <a:pt x="146258" y="391117"/>
                </a:moveTo>
                <a:lnTo>
                  <a:pt x="316707" y="392922"/>
                </a:lnTo>
                <a:moveTo>
                  <a:pt x="363168" y="446319"/>
                </a:moveTo>
                <a:lnTo>
                  <a:pt x="263249" y="445260"/>
                </a:lnTo>
                <a:moveTo>
                  <a:pt x="453075" y="282680"/>
                </a:moveTo>
                <a:lnTo>
                  <a:pt x="454258" y="171006"/>
                </a:lnTo>
                <a:moveTo>
                  <a:pt x="95600" y="178963"/>
                </a:moveTo>
                <a:lnTo>
                  <a:pt x="93857" y="343535"/>
                </a:lnTo>
                <a:moveTo>
                  <a:pt x="56148" y="343136"/>
                </a:moveTo>
                <a:lnTo>
                  <a:pt x="93857" y="343535"/>
                </a:lnTo>
                <a:moveTo>
                  <a:pt x="56148" y="343136"/>
                </a:moveTo>
                <a:lnTo>
                  <a:pt x="56896" y="272605"/>
                </a:lnTo>
                <a:moveTo>
                  <a:pt x="273989" y="522212"/>
                </a:moveTo>
                <a:cubicBezTo>
                  <a:pt x="235339" y="513623"/>
                  <a:pt x="198406" y="508469"/>
                  <a:pt x="163191" y="497304"/>
                </a:cubicBezTo>
                <a:cubicBezTo>
                  <a:pt x="152025" y="493868"/>
                  <a:pt x="143436" y="486997"/>
                  <a:pt x="133129" y="481843"/>
                </a:cubicBezTo>
                <a:cubicBezTo>
                  <a:pt x="79018" y="452641"/>
                  <a:pt x="48957" y="396812"/>
                  <a:pt x="18036" y="342701"/>
                </a:cubicBezTo>
                <a:cubicBezTo>
                  <a:pt x="1717" y="313499"/>
                  <a:pt x="858" y="277425"/>
                  <a:pt x="858" y="242210"/>
                </a:cubicBezTo>
                <a:cubicBezTo>
                  <a:pt x="0" y="136565"/>
                  <a:pt x="65276" y="50675"/>
                  <a:pt x="150307" y="0"/>
                </a:cubicBezTo>
                <a:cubicBezTo>
                  <a:pt x="137424" y="114233"/>
                  <a:pt x="143436" y="229326"/>
                  <a:pt x="146872" y="344419"/>
                </a:cubicBezTo>
                <a:cubicBezTo>
                  <a:pt x="204418" y="356444"/>
                  <a:pt x="264541" y="352149"/>
                  <a:pt x="322947" y="346137"/>
                </a:cubicBezTo>
                <a:cubicBezTo>
                  <a:pt x="368468" y="340983"/>
                  <a:pt x="407119" y="310063"/>
                  <a:pt x="406260" y="264541"/>
                </a:cubicBezTo>
                <a:cubicBezTo>
                  <a:pt x="405401" y="176933"/>
                  <a:pt x="399389" y="89325"/>
                  <a:pt x="408837" y="2576"/>
                </a:cubicBezTo>
                <a:cubicBezTo>
                  <a:pt x="499880" y="41227"/>
                  <a:pt x="565157" y="143436"/>
                  <a:pt x="553132" y="248222"/>
                </a:cubicBezTo>
                <a:cubicBezTo>
                  <a:pt x="541966" y="348714"/>
                  <a:pt x="504175" y="452641"/>
                  <a:pt x="415708" y="484420"/>
                </a:cubicBezTo>
                <a:cubicBezTo>
                  <a:pt x="403683" y="488715"/>
                  <a:pt x="391659" y="496445"/>
                  <a:pt x="380493" y="501598"/>
                </a:cubicBezTo>
                <a:cubicBezTo>
                  <a:pt x="348714" y="517058"/>
                  <a:pt x="310922" y="515341"/>
                  <a:pt x="273989" y="522212"/>
                </a:cubicBezTo>
                <a:moveTo>
                  <a:pt x="320370" y="698287"/>
                </a:moveTo>
                <a:cubicBezTo>
                  <a:pt x="343560" y="920742"/>
                  <a:pt x="322947" y="1146633"/>
                  <a:pt x="346996" y="1368230"/>
                </a:cubicBezTo>
                <a:cubicBezTo>
                  <a:pt x="298038" y="1354488"/>
                  <a:pt x="243928" y="1357064"/>
                  <a:pt x="194970" y="1368230"/>
                </a:cubicBezTo>
                <a:cubicBezTo>
                  <a:pt x="190676" y="1144916"/>
                  <a:pt x="224173" y="921601"/>
                  <a:pt x="224173" y="697428"/>
                </a:cubicBezTo>
                <a:cubicBezTo>
                  <a:pt x="219019" y="671661"/>
                  <a:pt x="247363" y="646753"/>
                  <a:pt x="273130" y="651047"/>
                </a:cubicBezTo>
                <a:cubicBezTo>
                  <a:pt x="298897" y="655342"/>
                  <a:pt x="316075" y="672520"/>
                  <a:pt x="320370" y="698287"/>
                </a:cubicBezTo>
                <a:moveTo>
                  <a:pt x="273989" y="522212"/>
                </a:moveTo>
                <a:cubicBezTo>
                  <a:pt x="234480" y="521353"/>
                  <a:pt x="197547" y="511046"/>
                  <a:pt x="163191" y="497304"/>
                </a:cubicBezTo>
                <a:cubicBezTo>
                  <a:pt x="152884" y="642458"/>
                  <a:pt x="143436" y="788471"/>
                  <a:pt x="142577" y="934485"/>
                </a:cubicBezTo>
                <a:cubicBezTo>
                  <a:pt x="142577" y="1079639"/>
                  <a:pt x="132270" y="1223934"/>
                  <a:pt x="123681" y="1368230"/>
                </a:cubicBezTo>
                <a:cubicBezTo>
                  <a:pt x="146872" y="1369948"/>
                  <a:pt x="170921" y="1370807"/>
                  <a:pt x="194970" y="1368230"/>
                </a:cubicBezTo>
                <a:cubicBezTo>
                  <a:pt x="212148" y="1247125"/>
                  <a:pt x="208713" y="1122584"/>
                  <a:pt x="211289" y="999761"/>
                </a:cubicBezTo>
                <a:cubicBezTo>
                  <a:pt x="212148" y="899270"/>
                  <a:pt x="215584" y="797919"/>
                  <a:pt x="224173" y="697428"/>
                </a:cubicBezTo>
                <a:cubicBezTo>
                  <a:pt x="229326" y="671661"/>
                  <a:pt x="248222" y="643317"/>
                  <a:pt x="273130" y="651047"/>
                </a:cubicBezTo>
                <a:cubicBezTo>
                  <a:pt x="298038" y="658777"/>
                  <a:pt x="326382" y="673378"/>
                  <a:pt x="320370" y="698287"/>
                </a:cubicBezTo>
                <a:cubicBezTo>
                  <a:pt x="340125" y="921601"/>
                  <a:pt x="340125" y="1144916"/>
                  <a:pt x="346996" y="1368230"/>
                </a:cubicBezTo>
                <a:cubicBezTo>
                  <a:pt x="371904" y="1364794"/>
                  <a:pt x="398530" y="1363935"/>
                  <a:pt x="424297" y="1368230"/>
                </a:cubicBezTo>
                <a:cubicBezTo>
                  <a:pt x="401966" y="1231665"/>
                  <a:pt x="406260" y="1091664"/>
                  <a:pt x="402824" y="952522"/>
                </a:cubicBezTo>
                <a:cubicBezTo>
                  <a:pt x="399389" y="802214"/>
                  <a:pt x="401107" y="651047"/>
                  <a:pt x="380493" y="501598"/>
                </a:cubicBezTo>
                <a:cubicBezTo>
                  <a:pt x="347855" y="516199"/>
                  <a:pt x="311781" y="519635"/>
                  <a:pt x="273989" y="522212"/>
                </a:cubicBezTo>
                <a:moveTo>
                  <a:pt x="93620" y="343560"/>
                </a:moveTo>
                <a:cubicBezTo>
                  <a:pt x="110798" y="340125"/>
                  <a:pt x="129694" y="339266"/>
                  <a:pt x="146872" y="344419"/>
                </a:cubicBezTo>
                <a:moveTo>
                  <a:pt x="18036" y="342701"/>
                </a:moveTo>
                <a:cubicBezTo>
                  <a:pt x="30920" y="342701"/>
                  <a:pt x="44662" y="347855"/>
                  <a:pt x="55828" y="343560"/>
                </a:cubicBezTo>
                <a:moveTo>
                  <a:pt x="146013" y="390800"/>
                </a:moveTo>
                <a:cubicBezTo>
                  <a:pt x="202700" y="391659"/>
                  <a:pt x="261106" y="383070"/>
                  <a:pt x="316934" y="392518"/>
                </a:cubicBezTo>
                <a:moveTo>
                  <a:pt x="262823" y="444911"/>
                </a:moveTo>
                <a:cubicBezTo>
                  <a:pt x="296321" y="450064"/>
                  <a:pt x="330677" y="438039"/>
                  <a:pt x="363315" y="446628"/>
                </a:cubicBezTo>
                <a:moveTo>
                  <a:pt x="453500" y="282578"/>
                </a:moveTo>
                <a:cubicBezTo>
                  <a:pt x="462948" y="246504"/>
                  <a:pt x="450064" y="207854"/>
                  <a:pt x="454359" y="170921"/>
                </a:cubicBezTo>
                <a:moveTo>
                  <a:pt x="93620" y="343560"/>
                </a:moveTo>
                <a:cubicBezTo>
                  <a:pt x="110798" y="291167"/>
                  <a:pt x="94479" y="233621"/>
                  <a:pt x="95338" y="178651"/>
                </a:cubicBezTo>
                <a:moveTo>
                  <a:pt x="55828" y="343560"/>
                </a:moveTo>
                <a:cubicBezTo>
                  <a:pt x="67853" y="339266"/>
                  <a:pt x="82454" y="347855"/>
                  <a:pt x="93620" y="343560"/>
                </a:cubicBezTo>
                <a:moveTo>
                  <a:pt x="55828" y="343560"/>
                </a:moveTo>
                <a:cubicBezTo>
                  <a:pt x="52393" y="320370"/>
                  <a:pt x="51534" y="295462"/>
                  <a:pt x="56687" y="272271"/>
                </a:cubicBezTo>
              </a:path>
            </a:pathLst>
          </a:custGeom>
          <a:noFill/>
          <a:ln w="25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1E259B-8A3B-364B-150A-E891EEC95C94}"/>
              </a:ext>
            </a:extLst>
          </p:cNvPr>
          <p:cNvSpPr/>
          <p:nvPr/>
        </p:nvSpPr>
        <p:spPr>
          <a:xfrm>
            <a:off x="2805771" y="3517579"/>
            <a:ext cx="1255714" cy="1355346"/>
          </a:xfrm>
          <a:custGeom>
            <a:avLst/>
            <a:gdLst/>
            <a:ahLst/>
            <a:cxnLst/>
            <a:rect l="0" t="0" r="0" b="0"/>
            <a:pathLst>
              <a:path w="1255714" h="1355346">
                <a:moveTo>
                  <a:pt x="263682" y="67853"/>
                </a:moveTo>
                <a:lnTo>
                  <a:pt x="263682" y="239633"/>
                </a:lnTo>
                <a:lnTo>
                  <a:pt x="179510" y="239633"/>
                </a:lnTo>
                <a:lnTo>
                  <a:pt x="165768" y="67853"/>
                </a:lnTo>
                <a:lnTo>
                  <a:pt x="263682" y="67853"/>
                </a:lnTo>
                <a:moveTo>
                  <a:pt x="179510" y="239633"/>
                </a:moveTo>
                <a:lnTo>
                  <a:pt x="165768" y="67853"/>
                </a:lnTo>
                <a:lnTo>
                  <a:pt x="596077" y="0"/>
                </a:lnTo>
                <a:lnTo>
                  <a:pt x="667366" y="162332"/>
                </a:lnTo>
                <a:lnTo>
                  <a:pt x="179510" y="239633"/>
                </a:lnTo>
                <a:moveTo>
                  <a:pt x="596077" y="0"/>
                </a:moveTo>
                <a:lnTo>
                  <a:pt x="133129" y="365892"/>
                </a:lnTo>
                <a:lnTo>
                  <a:pt x="239633" y="500739"/>
                </a:lnTo>
                <a:lnTo>
                  <a:pt x="667366" y="162332"/>
                </a:lnTo>
                <a:lnTo>
                  <a:pt x="596077" y="0"/>
                </a:lnTo>
                <a:moveTo>
                  <a:pt x="178651" y="326382"/>
                </a:moveTo>
                <a:lnTo>
                  <a:pt x="104786" y="405401"/>
                </a:lnTo>
                <a:lnTo>
                  <a:pt x="230185" y="523071"/>
                </a:lnTo>
                <a:lnTo>
                  <a:pt x="304051" y="444052"/>
                </a:lnTo>
                <a:lnTo>
                  <a:pt x="178651" y="326382"/>
                </a:lnTo>
                <a:moveTo>
                  <a:pt x="42086" y="407978"/>
                </a:moveTo>
                <a:lnTo>
                  <a:pt x="0" y="526506"/>
                </a:lnTo>
                <a:lnTo>
                  <a:pt x="161473" y="584053"/>
                </a:lnTo>
                <a:lnTo>
                  <a:pt x="203559" y="465524"/>
                </a:lnTo>
                <a:lnTo>
                  <a:pt x="42086" y="407978"/>
                </a:lnTo>
                <a:moveTo>
                  <a:pt x="656200" y="421720"/>
                </a:moveTo>
                <a:lnTo>
                  <a:pt x="490432" y="513623"/>
                </a:lnTo>
                <a:lnTo>
                  <a:pt x="516199" y="695710"/>
                </a:lnTo>
                <a:lnTo>
                  <a:pt x="739514" y="572028"/>
                </a:lnTo>
                <a:lnTo>
                  <a:pt x="656200" y="421720"/>
                </a:lnTo>
                <a:moveTo>
                  <a:pt x="516199" y="695710"/>
                </a:moveTo>
                <a:lnTo>
                  <a:pt x="796201" y="760986"/>
                </a:lnTo>
                <a:lnTo>
                  <a:pt x="724054" y="567734"/>
                </a:lnTo>
                <a:lnTo>
                  <a:pt x="490432" y="513623"/>
                </a:lnTo>
                <a:lnTo>
                  <a:pt x="516199" y="695710"/>
                </a:lnTo>
                <a:moveTo>
                  <a:pt x="724054" y="567734"/>
                </a:moveTo>
                <a:lnTo>
                  <a:pt x="609820" y="724054"/>
                </a:lnTo>
                <a:lnTo>
                  <a:pt x="693133" y="900987"/>
                </a:lnTo>
                <a:lnTo>
                  <a:pt x="796201" y="760986"/>
                </a:lnTo>
                <a:lnTo>
                  <a:pt x="724054" y="567734"/>
                </a:lnTo>
                <a:moveTo>
                  <a:pt x="693133" y="900987"/>
                </a:moveTo>
                <a:lnTo>
                  <a:pt x="957675" y="917307"/>
                </a:lnTo>
                <a:lnTo>
                  <a:pt x="930190" y="743808"/>
                </a:lnTo>
                <a:lnTo>
                  <a:pt x="609820" y="724054"/>
                </a:lnTo>
                <a:lnTo>
                  <a:pt x="693133" y="900987"/>
                </a:lnTo>
                <a:moveTo>
                  <a:pt x="930190" y="743808"/>
                </a:moveTo>
                <a:lnTo>
                  <a:pt x="678532" y="842582"/>
                </a:lnTo>
                <a:lnTo>
                  <a:pt x="701722" y="1017798"/>
                </a:lnTo>
                <a:lnTo>
                  <a:pt x="957675" y="917307"/>
                </a:lnTo>
                <a:lnTo>
                  <a:pt x="930190" y="743808"/>
                </a:lnTo>
                <a:moveTo>
                  <a:pt x="701722" y="1017798"/>
                </a:moveTo>
                <a:lnTo>
                  <a:pt x="1028105" y="1054731"/>
                </a:lnTo>
                <a:lnTo>
                  <a:pt x="978289" y="876079"/>
                </a:lnTo>
                <a:lnTo>
                  <a:pt x="678532" y="842582"/>
                </a:lnTo>
                <a:lnTo>
                  <a:pt x="701722" y="1017798"/>
                </a:lnTo>
                <a:moveTo>
                  <a:pt x="978289" y="876079"/>
                </a:moveTo>
                <a:lnTo>
                  <a:pt x="760986" y="1043565"/>
                </a:lnTo>
                <a:lnTo>
                  <a:pt x="831416" y="1206756"/>
                </a:lnTo>
                <a:lnTo>
                  <a:pt x="1028105" y="1054731"/>
                </a:lnTo>
                <a:lnTo>
                  <a:pt x="978289" y="876079"/>
                </a:lnTo>
                <a:moveTo>
                  <a:pt x="831416" y="1206756"/>
                </a:moveTo>
                <a:lnTo>
                  <a:pt x="1167247" y="1152646"/>
                </a:lnTo>
                <a:lnTo>
                  <a:pt x="1096817" y="989454"/>
                </a:lnTo>
                <a:lnTo>
                  <a:pt x="760986" y="1043565"/>
                </a:lnTo>
                <a:lnTo>
                  <a:pt x="831416" y="1206756"/>
                </a:lnTo>
                <a:moveTo>
                  <a:pt x="1096817" y="989454"/>
                </a:moveTo>
                <a:lnTo>
                  <a:pt x="873503" y="1160376"/>
                </a:lnTo>
                <a:lnTo>
                  <a:pt x="930190" y="1333874"/>
                </a:lnTo>
                <a:lnTo>
                  <a:pt x="1167247" y="1152646"/>
                </a:lnTo>
                <a:lnTo>
                  <a:pt x="1096817" y="989454"/>
                </a:lnTo>
                <a:moveTo>
                  <a:pt x="930190" y="1333874"/>
                </a:moveTo>
                <a:lnTo>
                  <a:pt x="1255714" y="1341604"/>
                </a:lnTo>
                <a:lnTo>
                  <a:pt x="1144057" y="1167247"/>
                </a:lnTo>
                <a:lnTo>
                  <a:pt x="873503" y="1160376"/>
                </a:lnTo>
                <a:lnTo>
                  <a:pt x="930190" y="1333874"/>
                </a:lnTo>
                <a:moveTo>
                  <a:pt x="1144057" y="1167247"/>
                </a:moveTo>
                <a:lnTo>
                  <a:pt x="1092523" y="1286634"/>
                </a:lnTo>
                <a:lnTo>
                  <a:pt x="1249702" y="1355346"/>
                </a:lnTo>
                <a:lnTo>
                  <a:pt x="1255714" y="1341604"/>
                </a:lnTo>
                <a:lnTo>
                  <a:pt x="1144057" y="1167247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A2211A-B939-A276-B00C-9CC7819EC1F8}"/>
              </a:ext>
            </a:extLst>
          </p:cNvPr>
          <p:cNvSpPr/>
          <p:nvPr/>
        </p:nvSpPr>
        <p:spPr>
          <a:xfrm>
            <a:off x="2779146" y="3497321"/>
            <a:ext cx="1340783" cy="1397936"/>
          </a:xfrm>
          <a:custGeom>
            <a:avLst/>
            <a:gdLst/>
            <a:ahLst/>
            <a:cxnLst/>
            <a:rect l="0" t="0" r="0" b="0"/>
            <a:pathLst>
              <a:path w="1340783" h="1397936">
                <a:moveTo>
                  <a:pt x="681576" y="193934"/>
                </a:moveTo>
                <a:lnTo>
                  <a:pt x="585831" y="52915"/>
                </a:lnTo>
                <a:lnTo>
                  <a:pt x="459921" y="138400"/>
                </a:lnTo>
                <a:lnTo>
                  <a:pt x="278610" y="261500"/>
                </a:lnTo>
                <a:lnTo>
                  <a:pt x="192990" y="319630"/>
                </a:lnTo>
                <a:cubicBezTo>
                  <a:pt x="176301" y="330962"/>
                  <a:pt x="171958" y="353676"/>
                  <a:pt x="183288" y="370366"/>
                </a:cubicBezTo>
                <a:lnTo>
                  <a:pt x="285872" y="521458"/>
                </a:lnTo>
                <a:cubicBezTo>
                  <a:pt x="297203" y="538148"/>
                  <a:pt x="319918" y="542491"/>
                  <a:pt x="336607" y="531160"/>
                </a:cubicBezTo>
                <a:lnTo>
                  <a:pt x="598501" y="353349"/>
                </a:lnTo>
                <a:close/>
                <a:moveTo>
                  <a:pt x="279033" y="511385"/>
                </a:moveTo>
                <a:lnTo>
                  <a:pt x="190128" y="380439"/>
                </a:lnTo>
                <a:lnTo>
                  <a:pt x="129691" y="421472"/>
                </a:lnTo>
                <a:lnTo>
                  <a:pt x="218596" y="552418"/>
                </a:lnTo>
                <a:close/>
                <a:moveTo>
                  <a:pt x="937629" y="104567"/>
                </a:moveTo>
                <a:cubicBezTo>
                  <a:pt x="960409" y="103709"/>
                  <a:pt x="972019" y="76506"/>
                  <a:pt x="952833" y="64194"/>
                </a:cubicBezTo>
                <a:cubicBezTo>
                  <a:pt x="913789" y="39136"/>
                  <a:pt x="872125" y="25557"/>
                  <a:pt x="831400" y="19366"/>
                </a:cubicBezTo>
                <a:cubicBezTo>
                  <a:pt x="704016" y="0"/>
                  <a:pt x="585831" y="52915"/>
                  <a:pt x="585831" y="52915"/>
                </a:cubicBezTo>
                <a:lnTo>
                  <a:pt x="681576" y="193934"/>
                </a:lnTo>
                <a:cubicBezTo>
                  <a:pt x="681576" y="193934"/>
                  <a:pt x="712886" y="167179"/>
                  <a:pt x="768830" y="142892"/>
                </a:cubicBezTo>
                <a:cubicBezTo>
                  <a:pt x="811658" y="124299"/>
                  <a:pt x="868924" y="107154"/>
                  <a:pt x="937629" y="104567"/>
                </a:cubicBezTo>
                <a:close/>
                <a:moveTo>
                  <a:pt x="219338" y="640211"/>
                </a:moveTo>
                <a:cubicBezTo>
                  <a:pt x="241591" y="625103"/>
                  <a:pt x="247382" y="594816"/>
                  <a:pt x="232274" y="572564"/>
                </a:cubicBezTo>
                <a:lnTo>
                  <a:pt x="116013" y="401326"/>
                </a:lnTo>
                <a:cubicBezTo>
                  <a:pt x="100905" y="379074"/>
                  <a:pt x="70618" y="373282"/>
                  <a:pt x="48366" y="388391"/>
                </a:cubicBezTo>
                <a:lnTo>
                  <a:pt x="28220" y="402068"/>
                </a:lnTo>
                <a:cubicBezTo>
                  <a:pt x="5968" y="417176"/>
                  <a:pt x="176" y="447462"/>
                  <a:pt x="15285" y="469715"/>
                </a:cubicBezTo>
                <a:lnTo>
                  <a:pt x="131545" y="640953"/>
                </a:lnTo>
                <a:cubicBezTo>
                  <a:pt x="146654" y="663205"/>
                  <a:pt x="176940" y="668997"/>
                  <a:pt x="199193" y="653889"/>
                </a:cubicBezTo>
                <a:close/>
                <a:moveTo>
                  <a:pt x="459921" y="138400"/>
                </a:moveTo>
                <a:lnTo>
                  <a:pt x="278610" y="261500"/>
                </a:lnTo>
                <a:lnTo>
                  <a:pt x="268351" y="246391"/>
                </a:lnTo>
                <a:cubicBezTo>
                  <a:pt x="257021" y="229702"/>
                  <a:pt x="261364" y="206987"/>
                  <a:pt x="278053" y="195656"/>
                </a:cubicBezTo>
                <a:lnTo>
                  <a:pt x="398928" y="113589"/>
                </a:lnTo>
                <a:cubicBezTo>
                  <a:pt x="415617" y="102259"/>
                  <a:pt x="438331" y="106602"/>
                  <a:pt x="449663" y="123291"/>
                </a:cubicBezTo>
                <a:close/>
                <a:moveTo>
                  <a:pt x="427263" y="469610"/>
                </a:moveTo>
                <a:lnTo>
                  <a:pt x="598501" y="353349"/>
                </a:lnTo>
                <a:lnTo>
                  <a:pt x="639534" y="413787"/>
                </a:lnTo>
                <a:lnTo>
                  <a:pt x="683987" y="479260"/>
                </a:lnTo>
                <a:lnTo>
                  <a:pt x="1045890" y="947275"/>
                </a:lnTo>
                <a:lnTo>
                  <a:pt x="1086923" y="1007713"/>
                </a:lnTo>
                <a:lnTo>
                  <a:pt x="1046632" y="1035068"/>
                </a:lnTo>
                <a:lnTo>
                  <a:pt x="1001305" y="1065843"/>
                </a:lnTo>
                <a:lnTo>
                  <a:pt x="880430" y="1147910"/>
                </a:lnTo>
                <a:lnTo>
                  <a:pt x="845176" y="1171846"/>
                </a:lnTo>
                <a:lnTo>
                  <a:pt x="804143" y="1111409"/>
                </a:lnTo>
                <a:lnTo>
                  <a:pt x="512748" y="595521"/>
                </a:lnTo>
                <a:lnTo>
                  <a:pt x="468296" y="530048"/>
                </a:lnTo>
                <a:close/>
                <a:moveTo>
                  <a:pt x="1046632" y="1035068"/>
                </a:moveTo>
                <a:lnTo>
                  <a:pt x="1086923" y="1007713"/>
                </a:lnTo>
                <a:lnTo>
                  <a:pt x="1339559" y="1379813"/>
                </a:lnTo>
                <a:lnTo>
                  <a:pt x="1339937" y="1381617"/>
                </a:lnTo>
                <a:lnTo>
                  <a:pt x="1281919" y="1381617"/>
                </a:lnTo>
                <a:lnTo>
                  <a:pt x="1134758" y="1381617"/>
                </a:lnTo>
                <a:lnTo>
                  <a:pt x="987597" y="1381617"/>
                </a:lnTo>
                <a:lnTo>
                  <a:pt x="984852" y="1377573"/>
                </a:lnTo>
                <a:lnTo>
                  <a:pt x="845176" y="1171846"/>
                </a:lnTo>
                <a:lnTo>
                  <a:pt x="880430" y="1147910"/>
                </a:lnTo>
                <a:lnTo>
                  <a:pt x="1001305" y="1065843"/>
                </a:lnTo>
                <a:close/>
                <a:moveTo>
                  <a:pt x="89399" y="448827"/>
                </a:moveTo>
                <a:lnTo>
                  <a:pt x="48366" y="388391"/>
                </a:lnTo>
                <a:moveTo>
                  <a:pt x="219338" y="640211"/>
                </a:moveTo>
                <a:lnTo>
                  <a:pt x="147530" y="534446"/>
                </a:lnTo>
                <a:moveTo>
                  <a:pt x="567859" y="123981"/>
                </a:moveTo>
                <a:lnTo>
                  <a:pt x="441949" y="209467"/>
                </a:lnTo>
                <a:moveTo>
                  <a:pt x="386548" y="247081"/>
                </a:moveTo>
                <a:lnTo>
                  <a:pt x="326111" y="288114"/>
                </a:lnTo>
                <a:moveTo>
                  <a:pt x="1046632" y="1035068"/>
                </a:moveTo>
                <a:lnTo>
                  <a:pt x="1186829" y="1241562"/>
                </a:lnTo>
                <a:moveTo>
                  <a:pt x="1241540" y="1322144"/>
                </a:moveTo>
                <a:lnTo>
                  <a:pt x="1281919" y="1381617"/>
                </a:lnTo>
                <a:moveTo>
                  <a:pt x="1001305" y="1065843"/>
                </a:moveTo>
                <a:lnTo>
                  <a:pt x="1100468" y="1211900"/>
                </a:lnTo>
                <a:moveTo>
                  <a:pt x="880430" y="1147910"/>
                </a:moveTo>
                <a:lnTo>
                  <a:pt x="1020627" y="1354403"/>
                </a:lnTo>
                <a:moveTo>
                  <a:pt x="1051907" y="1259586"/>
                </a:moveTo>
                <a:lnTo>
                  <a:pt x="1134758" y="1381617"/>
                </a:lnTo>
                <a:moveTo>
                  <a:pt x="990357" y="1168930"/>
                </a:moveTo>
                <a:lnTo>
                  <a:pt x="1021131" y="1214258"/>
                </a:lnTo>
                <a:moveTo>
                  <a:pt x="468296" y="530048"/>
                </a:moveTo>
                <a:lnTo>
                  <a:pt x="639534" y="413787"/>
                </a:lnTo>
                <a:moveTo>
                  <a:pt x="804143" y="1111409"/>
                </a:moveTo>
                <a:lnTo>
                  <a:pt x="1045890" y="947275"/>
                </a:lnTo>
                <a:moveTo>
                  <a:pt x="987597" y="1381617"/>
                </a:moveTo>
                <a:lnTo>
                  <a:pt x="984852" y="1381617"/>
                </a:lnTo>
                <a:lnTo>
                  <a:pt x="984852" y="1377573"/>
                </a:lnTo>
                <a:moveTo>
                  <a:pt x="1339559" y="1379813"/>
                </a:moveTo>
                <a:lnTo>
                  <a:pt x="1340783" y="1381617"/>
                </a:lnTo>
                <a:lnTo>
                  <a:pt x="1339937" y="1381617"/>
                </a:lnTo>
                <a:moveTo>
                  <a:pt x="681967" y="193756"/>
                </a:moveTo>
                <a:cubicBezTo>
                  <a:pt x="648470" y="147375"/>
                  <a:pt x="616691" y="100994"/>
                  <a:pt x="585770" y="52896"/>
                </a:cubicBezTo>
                <a:cubicBezTo>
                  <a:pt x="541966" y="78663"/>
                  <a:pt x="506752" y="119031"/>
                  <a:pt x="459512" y="138786"/>
                </a:cubicBezTo>
                <a:cubicBezTo>
                  <a:pt x="392518" y="166271"/>
                  <a:pt x="344419" y="229830"/>
                  <a:pt x="278284" y="261609"/>
                </a:cubicBezTo>
                <a:cubicBezTo>
                  <a:pt x="247363" y="276210"/>
                  <a:pt x="220737" y="298542"/>
                  <a:pt x="193252" y="320014"/>
                </a:cubicBezTo>
                <a:cubicBezTo>
                  <a:pt x="176933" y="332039"/>
                  <a:pt x="173498" y="352653"/>
                  <a:pt x="182946" y="370689"/>
                </a:cubicBezTo>
                <a:cubicBezTo>
                  <a:pt x="212148" y="423941"/>
                  <a:pt x="242210" y="478911"/>
                  <a:pt x="286014" y="521856"/>
                </a:cubicBezTo>
                <a:cubicBezTo>
                  <a:pt x="300615" y="535599"/>
                  <a:pt x="316934" y="535599"/>
                  <a:pt x="336689" y="531304"/>
                </a:cubicBezTo>
                <a:cubicBezTo>
                  <a:pt x="438898" y="506396"/>
                  <a:pt x="505034" y="403328"/>
                  <a:pt x="598654" y="353511"/>
                </a:cubicBezTo>
                <a:cubicBezTo>
                  <a:pt x="626139" y="300260"/>
                  <a:pt x="657059" y="248725"/>
                  <a:pt x="681967" y="193756"/>
                </a:cubicBezTo>
                <a:moveTo>
                  <a:pt x="279143" y="511549"/>
                </a:moveTo>
                <a:cubicBezTo>
                  <a:pt x="243069" y="472899"/>
                  <a:pt x="208713" y="429954"/>
                  <a:pt x="189817" y="380137"/>
                </a:cubicBezTo>
                <a:cubicBezTo>
                  <a:pt x="166626" y="387009"/>
                  <a:pt x="147731" y="405904"/>
                  <a:pt x="129694" y="421365"/>
                </a:cubicBezTo>
                <a:cubicBezTo>
                  <a:pt x="169203" y="455721"/>
                  <a:pt x="204418" y="502101"/>
                  <a:pt x="219019" y="552777"/>
                </a:cubicBezTo>
                <a:cubicBezTo>
                  <a:pt x="234480" y="533881"/>
                  <a:pt x="259388" y="525292"/>
                  <a:pt x="279143" y="511549"/>
                </a:cubicBezTo>
                <a:moveTo>
                  <a:pt x="937920" y="104430"/>
                </a:moveTo>
                <a:cubicBezTo>
                  <a:pt x="960252" y="102712"/>
                  <a:pt x="969700" y="79522"/>
                  <a:pt x="952522" y="64062"/>
                </a:cubicBezTo>
                <a:cubicBezTo>
                  <a:pt x="918165" y="33141"/>
                  <a:pt x="872644" y="24552"/>
                  <a:pt x="831416" y="19399"/>
                </a:cubicBezTo>
                <a:cubicBezTo>
                  <a:pt x="703440" y="3938"/>
                  <a:pt x="585770" y="52896"/>
                  <a:pt x="585770" y="52896"/>
                </a:cubicBezTo>
                <a:cubicBezTo>
                  <a:pt x="614114" y="101853"/>
                  <a:pt x="645035" y="150811"/>
                  <a:pt x="681967" y="193756"/>
                </a:cubicBezTo>
                <a:cubicBezTo>
                  <a:pt x="681967" y="193756"/>
                  <a:pt x="708593" y="154246"/>
                  <a:pt x="768717" y="143081"/>
                </a:cubicBezTo>
                <a:cubicBezTo>
                  <a:pt x="815097" y="134491"/>
                  <a:pt x="869208" y="114737"/>
                  <a:pt x="937920" y="104430"/>
                </a:cubicBezTo>
                <a:moveTo>
                  <a:pt x="219019" y="640385"/>
                </a:moveTo>
                <a:cubicBezTo>
                  <a:pt x="244786" y="630937"/>
                  <a:pt x="243069" y="597440"/>
                  <a:pt x="231903" y="572531"/>
                </a:cubicBezTo>
                <a:cubicBezTo>
                  <a:pt x="204418" y="509832"/>
                  <a:pt x="166626" y="447991"/>
                  <a:pt x="115951" y="401610"/>
                </a:cubicBezTo>
                <a:cubicBezTo>
                  <a:pt x="96196" y="382714"/>
                  <a:pt x="70429" y="372407"/>
                  <a:pt x="48098" y="388726"/>
                </a:cubicBezTo>
                <a:cubicBezTo>
                  <a:pt x="42086" y="393021"/>
                  <a:pt x="35214" y="397315"/>
                  <a:pt x="28343" y="402469"/>
                </a:cubicBezTo>
                <a:cubicBezTo>
                  <a:pt x="6012" y="417929"/>
                  <a:pt x="0" y="447132"/>
                  <a:pt x="15460" y="469463"/>
                </a:cubicBezTo>
                <a:cubicBezTo>
                  <a:pt x="54110" y="526151"/>
                  <a:pt x="101350" y="579403"/>
                  <a:pt x="131411" y="641244"/>
                </a:cubicBezTo>
                <a:cubicBezTo>
                  <a:pt x="143436" y="665293"/>
                  <a:pt x="179510" y="672164"/>
                  <a:pt x="199265" y="654127"/>
                </a:cubicBezTo>
                <a:cubicBezTo>
                  <a:pt x="205277" y="648115"/>
                  <a:pt x="213007" y="644679"/>
                  <a:pt x="219019" y="640385"/>
                </a:cubicBezTo>
                <a:moveTo>
                  <a:pt x="459512" y="138786"/>
                </a:moveTo>
                <a:cubicBezTo>
                  <a:pt x="399389" y="180013"/>
                  <a:pt x="337548" y="218664"/>
                  <a:pt x="278284" y="261609"/>
                </a:cubicBezTo>
                <a:cubicBezTo>
                  <a:pt x="275707" y="255597"/>
                  <a:pt x="271412" y="252161"/>
                  <a:pt x="267977" y="246149"/>
                </a:cubicBezTo>
                <a:cubicBezTo>
                  <a:pt x="259388" y="228112"/>
                  <a:pt x="260247" y="205780"/>
                  <a:pt x="278284" y="195474"/>
                </a:cubicBezTo>
                <a:cubicBezTo>
                  <a:pt x="320370" y="171424"/>
                  <a:pt x="361597" y="144798"/>
                  <a:pt x="398530" y="113878"/>
                </a:cubicBezTo>
                <a:cubicBezTo>
                  <a:pt x="414849" y="100994"/>
                  <a:pt x="434604" y="109583"/>
                  <a:pt x="450064" y="123326"/>
                </a:cubicBezTo>
                <a:cubicBezTo>
                  <a:pt x="454359" y="127620"/>
                  <a:pt x="456076" y="133633"/>
                  <a:pt x="459512" y="138786"/>
                </a:cubicBezTo>
                <a:moveTo>
                  <a:pt x="426874" y="469463"/>
                </a:moveTo>
                <a:cubicBezTo>
                  <a:pt x="485279" y="432530"/>
                  <a:pt x="542825" y="393880"/>
                  <a:pt x="598654" y="353511"/>
                </a:cubicBezTo>
                <a:cubicBezTo>
                  <a:pt x="615832" y="370689"/>
                  <a:pt x="625280" y="393880"/>
                  <a:pt x="639881" y="413635"/>
                </a:cubicBezTo>
                <a:cubicBezTo>
                  <a:pt x="654483" y="435107"/>
                  <a:pt x="664789" y="460874"/>
                  <a:pt x="683685" y="478911"/>
                </a:cubicBezTo>
                <a:cubicBezTo>
                  <a:pt x="796201" y="641244"/>
                  <a:pt x="918165" y="797564"/>
                  <a:pt x="1046142" y="947013"/>
                </a:cubicBezTo>
                <a:cubicBezTo>
                  <a:pt x="1064179" y="963332"/>
                  <a:pt x="1079639" y="984804"/>
                  <a:pt x="1086510" y="1007995"/>
                </a:cubicBezTo>
                <a:cubicBezTo>
                  <a:pt x="1076203" y="1020019"/>
                  <a:pt x="1060743" y="1026890"/>
                  <a:pt x="1047001" y="1035479"/>
                </a:cubicBezTo>
                <a:cubicBezTo>
                  <a:pt x="1030682" y="1044068"/>
                  <a:pt x="1015221" y="1053516"/>
                  <a:pt x="1001479" y="1065541"/>
                </a:cubicBezTo>
                <a:cubicBezTo>
                  <a:pt x="964546" y="1098179"/>
                  <a:pt x="917307" y="1116216"/>
                  <a:pt x="880374" y="1147996"/>
                </a:cubicBezTo>
                <a:cubicBezTo>
                  <a:pt x="869208" y="1157443"/>
                  <a:pt x="856325" y="1163456"/>
                  <a:pt x="845159" y="1172045"/>
                </a:cubicBezTo>
                <a:cubicBezTo>
                  <a:pt x="825404" y="1158302"/>
                  <a:pt x="821110" y="1129100"/>
                  <a:pt x="803932" y="1111063"/>
                </a:cubicBezTo>
                <a:cubicBezTo>
                  <a:pt x="709452" y="938424"/>
                  <a:pt x="609820" y="767502"/>
                  <a:pt x="512764" y="595722"/>
                </a:cubicBezTo>
                <a:cubicBezTo>
                  <a:pt x="505034" y="569955"/>
                  <a:pt x="489573" y="545047"/>
                  <a:pt x="468101" y="530445"/>
                </a:cubicBezTo>
                <a:cubicBezTo>
                  <a:pt x="448346" y="515844"/>
                  <a:pt x="444911" y="486641"/>
                  <a:pt x="426874" y="469463"/>
                </a:cubicBezTo>
                <a:moveTo>
                  <a:pt x="1047001" y="1035479"/>
                </a:moveTo>
                <a:cubicBezTo>
                  <a:pt x="1060743" y="1026031"/>
                  <a:pt x="1072768" y="1016584"/>
                  <a:pt x="1086510" y="1007995"/>
                </a:cubicBezTo>
                <a:cubicBezTo>
                  <a:pt x="1169824" y="1132535"/>
                  <a:pt x="1249702" y="1259653"/>
                  <a:pt x="1339886" y="1379899"/>
                </a:cubicBezTo>
                <a:cubicBezTo>
                  <a:pt x="1339886" y="1380758"/>
                  <a:pt x="1339886" y="1380758"/>
                  <a:pt x="1339886" y="1381617"/>
                </a:cubicBezTo>
                <a:cubicBezTo>
                  <a:pt x="1320990" y="1385052"/>
                  <a:pt x="1300377" y="1385911"/>
                  <a:pt x="1282340" y="1381617"/>
                </a:cubicBezTo>
                <a:cubicBezTo>
                  <a:pt x="1234241" y="1369592"/>
                  <a:pt x="1180989" y="1397936"/>
                  <a:pt x="1134609" y="1381617"/>
                </a:cubicBezTo>
                <a:cubicBezTo>
                  <a:pt x="1088228" y="1365298"/>
                  <a:pt x="1035835" y="1392783"/>
                  <a:pt x="987736" y="1381617"/>
                </a:cubicBezTo>
                <a:cubicBezTo>
                  <a:pt x="986878" y="1380758"/>
                  <a:pt x="986019" y="1379040"/>
                  <a:pt x="985160" y="1377322"/>
                </a:cubicBezTo>
                <a:cubicBezTo>
                  <a:pt x="942215" y="1306033"/>
                  <a:pt x="885527" y="1244193"/>
                  <a:pt x="845159" y="1172045"/>
                </a:cubicBezTo>
                <a:cubicBezTo>
                  <a:pt x="858901" y="1167750"/>
                  <a:pt x="870926" y="1158302"/>
                  <a:pt x="880374" y="1147996"/>
                </a:cubicBezTo>
                <a:cubicBezTo>
                  <a:pt x="913871" y="1112781"/>
                  <a:pt x="955957" y="1083578"/>
                  <a:pt x="1001479" y="1065541"/>
                </a:cubicBezTo>
                <a:cubicBezTo>
                  <a:pt x="1018657" y="1059529"/>
                  <a:pt x="1033258" y="1047504"/>
                  <a:pt x="1047001" y="1035479"/>
                </a:cubicBezTo>
                <a:moveTo>
                  <a:pt x="89325" y="448850"/>
                </a:moveTo>
                <a:cubicBezTo>
                  <a:pt x="82454" y="425659"/>
                  <a:pt x="55828" y="411917"/>
                  <a:pt x="48098" y="388726"/>
                </a:cubicBezTo>
                <a:moveTo>
                  <a:pt x="219019" y="640385"/>
                </a:moveTo>
                <a:cubicBezTo>
                  <a:pt x="203559" y="600875"/>
                  <a:pt x="166626" y="572531"/>
                  <a:pt x="147731" y="534740"/>
                </a:cubicBezTo>
                <a:moveTo>
                  <a:pt x="442334" y="209216"/>
                </a:moveTo>
                <a:cubicBezTo>
                  <a:pt x="485279" y="183449"/>
                  <a:pt x="525647" y="151670"/>
                  <a:pt x="567734" y="124185"/>
                </a:cubicBezTo>
                <a:moveTo>
                  <a:pt x="386505" y="247008"/>
                </a:moveTo>
                <a:cubicBezTo>
                  <a:pt x="367609" y="262468"/>
                  <a:pt x="340125" y="268480"/>
                  <a:pt x="326382" y="288235"/>
                </a:cubicBezTo>
                <a:moveTo>
                  <a:pt x="1047001" y="1035479"/>
                </a:moveTo>
                <a:cubicBezTo>
                  <a:pt x="1096817" y="1101615"/>
                  <a:pt x="1134609" y="1176339"/>
                  <a:pt x="1187002" y="1241616"/>
                </a:cubicBezTo>
                <a:moveTo>
                  <a:pt x="1241113" y="1322353"/>
                </a:moveTo>
                <a:cubicBezTo>
                  <a:pt x="1253996" y="1342966"/>
                  <a:pt x="1272033" y="1360144"/>
                  <a:pt x="1282340" y="1381617"/>
                </a:cubicBezTo>
                <a:moveTo>
                  <a:pt x="1001479" y="1065541"/>
                </a:moveTo>
                <a:cubicBezTo>
                  <a:pt x="1040130" y="1110204"/>
                  <a:pt x="1070191" y="1160879"/>
                  <a:pt x="1100253" y="1211554"/>
                </a:cubicBezTo>
                <a:moveTo>
                  <a:pt x="880374" y="1147996"/>
                </a:moveTo>
                <a:cubicBezTo>
                  <a:pt x="929331" y="1214990"/>
                  <a:pt x="972276" y="1287138"/>
                  <a:pt x="1020375" y="1354132"/>
                </a:cubicBezTo>
                <a:moveTo>
                  <a:pt x="1134609" y="1381617"/>
                </a:moveTo>
                <a:cubicBezTo>
                  <a:pt x="1107124" y="1341248"/>
                  <a:pt x="1075344" y="1302598"/>
                  <a:pt x="1052154" y="1259653"/>
                </a:cubicBezTo>
                <a:moveTo>
                  <a:pt x="990313" y="1168609"/>
                </a:moveTo>
                <a:cubicBezTo>
                  <a:pt x="1002338" y="1183211"/>
                  <a:pt x="1010927" y="1198671"/>
                  <a:pt x="1021234" y="1214131"/>
                </a:cubicBezTo>
                <a:moveTo>
                  <a:pt x="639881" y="413635"/>
                </a:moveTo>
                <a:cubicBezTo>
                  <a:pt x="587488" y="458297"/>
                  <a:pt x="520494" y="484064"/>
                  <a:pt x="468101" y="530445"/>
                </a:cubicBezTo>
                <a:moveTo>
                  <a:pt x="803932" y="1111063"/>
                </a:moveTo>
                <a:cubicBezTo>
                  <a:pt x="877797" y="1047504"/>
                  <a:pt x="971417" y="1009712"/>
                  <a:pt x="1046142" y="947013"/>
                </a:cubicBezTo>
                <a:moveTo>
                  <a:pt x="985160" y="1377322"/>
                </a:moveTo>
                <a:cubicBezTo>
                  <a:pt x="984301" y="1379040"/>
                  <a:pt x="984301" y="1379899"/>
                  <a:pt x="985160" y="1381617"/>
                </a:cubicBezTo>
                <a:cubicBezTo>
                  <a:pt x="986019" y="1381617"/>
                  <a:pt x="986878" y="1381617"/>
                  <a:pt x="987736" y="1381617"/>
                </a:cubicBezTo>
                <a:moveTo>
                  <a:pt x="1340745" y="1381617"/>
                </a:moveTo>
                <a:cubicBezTo>
                  <a:pt x="1340745" y="1380758"/>
                  <a:pt x="1339886" y="1380758"/>
                  <a:pt x="1339886" y="1379899"/>
                </a:cubicBezTo>
              </a:path>
            </a:pathLst>
          </a:custGeom>
          <a:noFill/>
          <a:ln w="25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89A53-5624-046C-2370-3DE3233210C2}"/>
              </a:ext>
            </a:extLst>
          </p:cNvPr>
          <p:cNvSpPr txBox="1"/>
          <p:nvPr/>
        </p:nvSpPr>
        <p:spPr>
          <a:xfrm>
            <a:off x="3436205" y="659412"/>
            <a:ext cx="2238246" cy="257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484848"/>
                </a:solidFill>
                <a:latin typeface="Shantell Sans"/>
              </a:rPr>
              <a:t>Project Descriptions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5474A-B7F7-0CD5-B4CF-BBFC2E3D33C6}"/>
              </a:ext>
            </a:extLst>
          </p:cNvPr>
          <p:cNvSpPr txBox="1"/>
          <p:nvPr/>
        </p:nvSpPr>
        <p:spPr>
          <a:xfrm>
            <a:off x="4147548" y="1634265"/>
            <a:ext cx="815690" cy="206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 dirty="0" err="1">
                <a:solidFill>
                  <a:srgbClr val="484848"/>
                </a:solidFill>
                <a:latin typeface="Shantell Sans"/>
              </a:rPr>
              <a:t>SmartHub</a:t>
            </a:r>
            <a:endParaRPr sz="1300" b="0" dirty="0">
              <a:solidFill>
                <a:srgbClr val="484848"/>
              </a:solidFill>
              <a:latin typeface="Shantell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3F33E-9AA0-D7D9-5D29-A1A2B2EE594E}"/>
              </a:ext>
            </a:extLst>
          </p:cNvPr>
          <p:cNvSpPr txBox="1"/>
          <p:nvPr/>
        </p:nvSpPr>
        <p:spPr>
          <a:xfrm>
            <a:off x="3837484" y="1933506"/>
            <a:ext cx="1435800" cy="12368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Shantell Sans"/>
              </a:rPr>
              <a:t>Communication
interface validation,
protocol/log analysis,
system-level testing,
data-driven
troubleshooting, cross-
domain debugging
across HW/FW.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3CBAE-9156-5DF9-05A6-D3E8990E6043}"/>
              </a:ext>
            </a:extLst>
          </p:cNvPr>
          <p:cNvSpPr txBox="1"/>
          <p:nvPr/>
        </p:nvSpPr>
        <p:spPr>
          <a:xfrm>
            <a:off x="1214656" y="3386425"/>
            <a:ext cx="1210604" cy="206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0">
                <a:solidFill>
                  <a:srgbClr val="484848"/>
                </a:solidFill>
                <a:latin typeface="Shantell Sans"/>
              </a:rPr>
              <a:t>Elexy Platform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6B48B-8CBE-3E7D-1FC8-6568A952AF25}"/>
              </a:ext>
            </a:extLst>
          </p:cNvPr>
          <p:cNvSpPr txBox="1"/>
          <p:nvPr/>
        </p:nvSpPr>
        <p:spPr>
          <a:xfrm>
            <a:off x="6685431" y="3463726"/>
            <a:ext cx="912668" cy="206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84848"/>
                </a:solidFill>
                <a:latin typeface="Shantell Sans"/>
              </a:rPr>
              <a:t>Molly cCap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72226-7D52-19D9-6D4D-0B54FCF990A2}"/>
              </a:ext>
            </a:extLst>
          </p:cNvPr>
          <p:cNvSpPr txBox="1"/>
          <p:nvPr/>
        </p:nvSpPr>
        <p:spPr>
          <a:xfrm>
            <a:off x="926323" y="3685666"/>
            <a:ext cx="1498963" cy="12368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484848"/>
                </a:solidFill>
                <a:latin typeface="Shantell Sans"/>
              </a:rPr>
              <a:t>System integration, V&amp;V
execution, automated
validation, interface
debugging, DOE-based
characterization, RCA
for actuator
performance and timing
stability.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5549B-E11D-1C79-F9C2-1DAB2C4E5D6D}"/>
              </a:ext>
            </a:extLst>
          </p:cNvPr>
          <p:cNvSpPr txBox="1"/>
          <p:nvPr/>
        </p:nvSpPr>
        <p:spPr>
          <a:xfrm>
            <a:off x="6685431" y="3762967"/>
            <a:ext cx="1532246" cy="1082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84848"/>
                </a:solidFill>
                <a:latin typeface="Shantell Sans"/>
              </a:rPr>
              <a:t>Validation support, test
method development,
fixture-based testing,
requirements
traceability, verification
documentation in
regulated environment.</a:t>
            </a:r>
          </a:p>
        </p:txBody>
      </p:sp>
      <p:sp>
        <p:nvSpPr>
          <p:cNvPr id="20" name="AutoShape 2" descr="Elexy on Table PFS+CART - Molly and Maggie">
            <a:extLst>
              <a:ext uri="{FF2B5EF4-FFF2-40B4-BE49-F238E27FC236}">
                <a16:creationId xmlns:a16="http://schemas.microsoft.com/office/drawing/2014/main" id="{A1B9EDD9-7E9C-AE1D-43B1-2AC28E47AE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851F2F-B8C8-86D7-18F9-8A0EB2045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3807" y="4776808"/>
            <a:ext cx="3699897" cy="20811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BFC0E4-3643-F232-10E4-1A21AE40B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442" y="891687"/>
            <a:ext cx="2537313" cy="253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6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5170517" y="2072363"/>
            <a:ext cx="3857105" cy="3657600"/>
          </a:xfrm>
          <a:custGeom>
            <a:avLst/>
            <a:gdLst/>
            <a:ahLst/>
            <a:cxnLst/>
            <a:rect l="l" t="t" r="r" b="b"/>
            <a:pathLst>
              <a:path w="4796597" h="6743898">
                <a:moveTo>
                  <a:pt x="0" y="0"/>
                </a:moveTo>
                <a:lnTo>
                  <a:pt x="4796597" y="0"/>
                </a:lnTo>
                <a:lnTo>
                  <a:pt x="4796597" y="6743897"/>
                </a:lnTo>
                <a:lnTo>
                  <a:pt x="0" y="6743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42"/>
          </a:p>
        </p:txBody>
      </p:sp>
      <p:sp>
        <p:nvSpPr>
          <p:cNvPr id="100" name="Title"/>
          <p:cNvSpPr/>
          <p:nvPr/>
        </p:nvSpPr>
        <p:spPr>
          <a:xfrm>
            <a:off x="319209" y="1061535"/>
            <a:ext cx="4655127" cy="27930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1466" b="1" dirty="0">
                <a:solidFill>
                  <a:srgbClr val="1B3A5C"/>
                </a:solidFill>
                <a:latin typeface="Arial"/>
              </a:rPr>
              <a:t>Power Unit Reliability Test Bench</a:t>
            </a:r>
          </a:p>
        </p:txBody>
      </p:sp>
      <p:sp>
        <p:nvSpPr>
          <p:cNvPr id="101" name="Subtitle"/>
          <p:cNvSpPr/>
          <p:nvPr/>
        </p:nvSpPr>
        <p:spPr>
          <a:xfrm>
            <a:off x="319209" y="1354143"/>
            <a:ext cx="5985164" cy="1596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785" i="1" dirty="0">
                <a:solidFill>
                  <a:srgbClr val="5A6A7A"/>
                </a:solidFill>
                <a:latin typeface="Arial"/>
              </a:rPr>
              <a:t>Independent electromechanical validation of the Elexy Power Unit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FAED80-8BEB-22A3-D940-4018C244C719}"/>
              </a:ext>
            </a:extLst>
          </p:cNvPr>
          <p:cNvGrpSpPr/>
          <p:nvPr/>
        </p:nvGrpSpPr>
        <p:grpSpPr>
          <a:xfrm>
            <a:off x="780081" y="2670879"/>
            <a:ext cx="3316654" cy="1933737"/>
            <a:chOff x="1345356" y="1657350"/>
            <a:chExt cx="6333888" cy="3692900"/>
          </a:xfrm>
        </p:grpSpPr>
        <p:sp>
          <p:nvSpPr>
            <p:cNvPr id="3" name="Rounded Rectangle 1">
              <a:extLst>
                <a:ext uri="{FF2B5EF4-FFF2-40B4-BE49-F238E27FC236}">
                  <a16:creationId xmlns:a16="http://schemas.microsoft.com/office/drawing/2014/main" id="{72C79897-6080-3E59-CCA4-6EA79B642223}"/>
                </a:ext>
              </a:extLst>
            </p:cNvPr>
            <p:cNvSpPr/>
            <p:nvPr/>
          </p:nvSpPr>
          <p:spPr>
            <a:xfrm>
              <a:off x="3457768" y="2415818"/>
              <a:ext cx="2063115" cy="1245869"/>
            </a:xfrm>
            <a:custGeom>
              <a:avLst/>
              <a:gdLst/>
              <a:ahLst/>
              <a:cxnLst/>
              <a:rect l="0" t="0" r="0" b="0"/>
              <a:pathLst>
                <a:path w="2063115" h="1245869">
                  <a:moveTo>
                    <a:pt x="4762" y="398144"/>
                  </a:moveTo>
                  <a:lnTo>
                    <a:pt x="195262" y="405764"/>
                  </a:lnTo>
                  <a:lnTo>
                    <a:pt x="185737" y="617219"/>
                  </a:lnTo>
                  <a:lnTo>
                    <a:pt x="0" y="506730"/>
                  </a:lnTo>
                  <a:lnTo>
                    <a:pt x="4762" y="398144"/>
                  </a:lnTo>
                  <a:moveTo>
                    <a:pt x="185737" y="617219"/>
                  </a:moveTo>
                  <a:lnTo>
                    <a:pt x="377190" y="502919"/>
                  </a:lnTo>
                  <a:lnTo>
                    <a:pt x="237172" y="364807"/>
                  </a:lnTo>
                  <a:lnTo>
                    <a:pt x="0" y="506730"/>
                  </a:lnTo>
                  <a:lnTo>
                    <a:pt x="185737" y="617219"/>
                  </a:lnTo>
                  <a:moveTo>
                    <a:pt x="237172" y="364807"/>
                  </a:moveTo>
                  <a:lnTo>
                    <a:pt x="206692" y="417194"/>
                  </a:lnTo>
                  <a:lnTo>
                    <a:pt x="304800" y="626744"/>
                  </a:lnTo>
                  <a:lnTo>
                    <a:pt x="377190" y="502919"/>
                  </a:lnTo>
                  <a:lnTo>
                    <a:pt x="237172" y="364807"/>
                  </a:lnTo>
                  <a:moveTo>
                    <a:pt x="304800" y="626744"/>
                  </a:moveTo>
                  <a:lnTo>
                    <a:pt x="563879" y="670560"/>
                  </a:lnTo>
                  <a:lnTo>
                    <a:pt x="421004" y="453389"/>
                  </a:lnTo>
                  <a:lnTo>
                    <a:pt x="206692" y="417194"/>
                  </a:lnTo>
                  <a:lnTo>
                    <a:pt x="304800" y="626744"/>
                  </a:lnTo>
                  <a:moveTo>
                    <a:pt x="421004" y="453389"/>
                  </a:moveTo>
                  <a:lnTo>
                    <a:pt x="340995" y="783907"/>
                  </a:lnTo>
                  <a:lnTo>
                    <a:pt x="511492" y="888682"/>
                  </a:lnTo>
                  <a:lnTo>
                    <a:pt x="563879" y="670560"/>
                  </a:lnTo>
                  <a:lnTo>
                    <a:pt x="421004" y="453389"/>
                  </a:lnTo>
                  <a:moveTo>
                    <a:pt x="511492" y="888682"/>
                  </a:moveTo>
                  <a:lnTo>
                    <a:pt x="772477" y="667702"/>
                  </a:lnTo>
                  <a:lnTo>
                    <a:pt x="596265" y="567690"/>
                  </a:lnTo>
                  <a:lnTo>
                    <a:pt x="340995" y="783907"/>
                  </a:lnTo>
                  <a:lnTo>
                    <a:pt x="511492" y="888682"/>
                  </a:lnTo>
                  <a:moveTo>
                    <a:pt x="596265" y="567690"/>
                  </a:moveTo>
                  <a:lnTo>
                    <a:pt x="538162" y="905827"/>
                  </a:lnTo>
                  <a:lnTo>
                    <a:pt x="714375" y="1005840"/>
                  </a:lnTo>
                  <a:lnTo>
                    <a:pt x="772477" y="667702"/>
                  </a:lnTo>
                  <a:lnTo>
                    <a:pt x="596265" y="567690"/>
                  </a:lnTo>
                  <a:moveTo>
                    <a:pt x="714375" y="1005840"/>
                  </a:moveTo>
                  <a:lnTo>
                    <a:pt x="1023937" y="742950"/>
                  </a:lnTo>
                  <a:lnTo>
                    <a:pt x="861059" y="631507"/>
                  </a:lnTo>
                  <a:lnTo>
                    <a:pt x="538162" y="905827"/>
                  </a:lnTo>
                  <a:lnTo>
                    <a:pt x="714375" y="1005840"/>
                  </a:lnTo>
                  <a:moveTo>
                    <a:pt x="861059" y="631507"/>
                  </a:moveTo>
                  <a:lnTo>
                    <a:pt x="680084" y="1154429"/>
                  </a:lnTo>
                  <a:lnTo>
                    <a:pt x="850582" y="1245869"/>
                  </a:lnTo>
                  <a:lnTo>
                    <a:pt x="1023937" y="742950"/>
                  </a:lnTo>
                  <a:lnTo>
                    <a:pt x="861059" y="631507"/>
                  </a:lnTo>
                  <a:moveTo>
                    <a:pt x="850582" y="1245869"/>
                  </a:moveTo>
                  <a:lnTo>
                    <a:pt x="1217295" y="765810"/>
                  </a:lnTo>
                  <a:lnTo>
                    <a:pt x="1049655" y="671512"/>
                  </a:lnTo>
                  <a:lnTo>
                    <a:pt x="680084" y="1154429"/>
                  </a:lnTo>
                  <a:lnTo>
                    <a:pt x="850582" y="1245869"/>
                  </a:lnTo>
                  <a:moveTo>
                    <a:pt x="1049655" y="671512"/>
                  </a:moveTo>
                  <a:lnTo>
                    <a:pt x="1217295" y="765810"/>
                  </a:lnTo>
                  <a:lnTo>
                    <a:pt x="1039177" y="1224915"/>
                  </a:lnTo>
                  <a:lnTo>
                    <a:pt x="869632" y="1134427"/>
                  </a:lnTo>
                  <a:lnTo>
                    <a:pt x="1049655" y="671512"/>
                  </a:lnTo>
                  <a:moveTo>
                    <a:pt x="1039177" y="1224915"/>
                  </a:moveTo>
                  <a:lnTo>
                    <a:pt x="1422082" y="674369"/>
                  </a:lnTo>
                  <a:lnTo>
                    <a:pt x="1250632" y="586740"/>
                  </a:lnTo>
                  <a:lnTo>
                    <a:pt x="869632" y="1134427"/>
                  </a:lnTo>
                  <a:lnTo>
                    <a:pt x="1039177" y="1224915"/>
                  </a:lnTo>
                  <a:moveTo>
                    <a:pt x="1250632" y="586740"/>
                  </a:moveTo>
                  <a:lnTo>
                    <a:pt x="1422082" y="674369"/>
                  </a:lnTo>
                  <a:lnTo>
                    <a:pt x="1230630" y="1223010"/>
                  </a:lnTo>
                  <a:lnTo>
                    <a:pt x="1059180" y="1136332"/>
                  </a:lnTo>
                  <a:lnTo>
                    <a:pt x="1250632" y="586740"/>
                  </a:lnTo>
                  <a:moveTo>
                    <a:pt x="1230630" y="1223010"/>
                  </a:moveTo>
                  <a:lnTo>
                    <a:pt x="1771650" y="426719"/>
                  </a:lnTo>
                  <a:lnTo>
                    <a:pt x="1597342" y="343852"/>
                  </a:lnTo>
                  <a:lnTo>
                    <a:pt x="1059180" y="1136332"/>
                  </a:lnTo>
                  <a:lnTo>
                    <a:pt x="1230630" y="1223010"/>
                  </a:lnTo>
                  <a:moveTo>
                    <a:pt x="1597342" y="343852"/>
                  </a:moveTo>
                  <a:lnTo>
                    <a:pt x="1771650" y="426719"/>
                  </a:lnTo>
                  <a:lnTo>
                    <a:pt x="1564005" y="1108710"/>
                  </a:lnTo>
                  <a:lnTo>
                    <a:pt x="1391602" y="1021079"/>
                  </a:lnTo>
                  <a:lnTo>
                    <a:pt x="1597342" y="343852"/>
                  </a:lnTo>
                  <a:moveTo>
                    <a:pt x="1564005" y="1108710"/>
                  </a:moveTo>
                  <a:lnTo>
                    <a:pt x="1906905" y="657225"/>
                  </a:lnTo>
                  <a:lnTo>
                    <a:pt x="1720215" y="588644"/>
                  </a:lnTo>
                  <a:lnTo>
                    <a:pt x="1391602" y="1021079"/>
                  </a:lnTo>
                  <a:lnTo>
                    <a:pt x="1564005" y="1108710"/>
                  </a:lnTo>
                  <a:moveTo>
                    <a:pt x="1720215" y="588644"/>
                  </a:moveTo>
                  <a:lnTo>
                    <a:pt x="1906905" y="657225"/>
                  </a:lnTo>
                  <a:lnTo>
                    <a:pt x="1897380" y="849629"/>
                  </a:lnTo>
                  <a:lnTo>
                    <a:pt x="1713547" y="710565"/>
                  </a:lnTo>
                  <a:lnTo>
                    <a:pt x="1720215" y="588644"/>
                  </a:lnTo>
                  <a:moveTo>
                    <a:pt x="1897380" y="849629"/>
                  </a:moveTo>
                  <a:lnTo>
                    <a:pt x="2063115" y="793432"/>
                  </a:lnTo>
                  <a:lnTo>
                    <a:pt x="1920240" y="641032"/>
                  </a:lnTo>
                  <a:lnTo>
                    <a:pt x="1713547" y="710565"/>
                  </a:lnTo>
                  <a:lnTo>
                    <a:pt x="1897380" y="849629"/>
                  </a:lnTo>
                  <a:moveTo>
                    <a:pt x="1920240" y="641032"/>
                  </a:moveTo>
                  <a:lnTo>
                    <a:pt x="1836420" y="841057"/>
                  </a:lnTo>
                  <a:lnTo>
                    <a:pt x="2012632" y="914400"/>
                  </a:lnTo>
                  <a:lnTo>
                    <a:pt x="2063115" y="793432"/>
                  </a:lnTo>
                  <a:lnTo>
                    <a:pt x="1920240" y="641032"/>
                  </a:lnTo>
                  <a:moveTo>
                    <a:pt x="266700" y="229552"/>
                  </a:moveTo>
                  <a:lnTo>
                    <a:pt x="454342" y="265747"/>
                  </a:lnTo>
                  <a:lnTo>
                    <a:pt x="419100" y="447674"/>
                  </a:lnTo>
                  <a:lnTo>
                    <a:pt x="254317" y="297180"/>
                  </a:lnTo>
                  <a:lnTo>
                    <a:pt x="266700" y="229552"/>
                  </a:lnTo>
                  <a:moveTo>
                    <a:pt x="419100" y="447674"/>
                  </a:moveTo>
                  <a:lnTo>
                    <a:pt x="254317" y="297180"/>
                  </a:lnTo>
                  <a:lnTo>
                    <a:pt x="492442" y="227647"/>
                  </a:lnTo>
                  <a:lnTo>
                    <a:pt x="634365" y="384810"/>
                  </a:lnTo>
                  <a:lnTo>
                    <a:pt x="419100" y="447674"/>
                  </a:lnTo>
                  <a:moveTo>
                    <a:pt x="492442" y="227647"/>
                  </a:moveTo>
                  <a:lnTo>
                    <a:pt x="634365" y="384810"/>
                  </a:lnTo>
                  <a:lnTo>
                    <a:pt x="492442" y="730567"/>
                  </a:lnTo>
                  <a:lnTo>
                    <a:pt x="332422" y="620077"/>
                  </a:lnTo>
                  <a:lnTo>
                    <a:pt x="492442" y="227647"/>
                  </a:lnTo>
                  <a:moveTo>
                    <a:pt x="492442" y="730567"/>
                  </a:moveTo>
                  <a:lnTo>
                    <a:pt x="930592" y="320992"/>
                  </a:lnTo>
                  <a:lnTo>
                    <a:pt x="771525" y="208597"/>
                  </a:lnTo>
                  <a:lnTo>
                    <a:pt x="332422" y="620077"/>
                  </a:lnTo>
                  <a:lnTo>
                    <a:pt x="492442" y="730567"/>
                  </a:lnTo>
                  <a:moveTo>
                    <a:pt x="771525" y="208597"/>
                  </a:moveTo>
                  <a:lnTo>
                    <a:pt x="930592" y="320992"/>
                  </a:lnTo>
                  <a:lnTo>
                    <a:pt x="780097" y="669607"/>
                  </a:lnTo>
                  <a:lnTo>
                    <a:pt x="616267" y="567690"/>
                  </a:lnTo>
                  <a:lnTo>
                    <a:pt x="771525" y="208597"/>
                  </a:lnTo>
                  <a:moveTo>
                    <a:pt x="780097" y="669607"/>
                  </a:moveTo>
                  <a:lnTo>
                    <a:pt x="1145857" y="238124"/>
                  </a:lnTo>
                  <a:lnTo>
                    <a:pt x="971550" y="148589"/>
                  </a:lnTo>
                  <a:lnTo>
                    <a:pt x="616267" y="567690"/>
                  </a:lnTo>
                  <a:lnTo>
                    <a:pt x="780097" y="669607"/>
                  </a:lnTo>
                  <a:moveTo>
                    <a:pt x="971550" y="148589"/>
                  </a:moveTo>
                  <a:lnTo>
                    <a:pt x="822007" y="742950"/>
                  </a:lnTo>
                  <a:lnTo>
                    <a:pt x="1000125" y="815340"/>
                  </a:lnTo>
                  <a:lnTo>
                    <a:pt x="1145857" y="238124"/>
                  </a:lnTo>
                  <a:lnTo>
                    <a:pt x="971550" y="148589"/>
                  </a:lnTo>
                  <a:moveTo>
                    <a:pt x="1000125" y="815340"/>
                  </a:moveTo>
                  <a:lnTo>
                    <a:pt x="1303972" y="292417"/>
                  </a:lnTo>
                  <a:lnTo>
                    <a:pt x="1128712" y="215264"/>
                  </a:lnTo>
                  <a:lnTo>
                    <a:pt x="822007" y="742950"/>
                  </a:lnTo>
                  <a:lnTo>
                    <a:pt x="1000125" y="815340"/>
                  </a:lnTo>
                  <a:moveTo>
                    <a:pt x="1128712" y="215264"/>
                  </a:moveTo>
                  <a:lnTo>
                    <a:pt x="1303972" y="292417"/>
                  </a:lnTo>
                  <a:lnTo>
                    <a:pt x="1147762" y="787717"/>
                  </a:lnTo>
                  <a:lnTo>
                    <a:pt x="978217" y="691515"/>
                  </a:lnTo>
                  <a:lnTo>
                    <a:pt x="1128712" y="215264"/>
                  </a:lnTo>
                  <a:moveTo>
                    <a:pt x="1147762" y="787717"/>
                  </a:moveTo>
                  <a:lnTo>
                    <a:pt x="1565909" y="325755"/>
                  </a:lnTo>
                  <a:lnTo>
                    <a:pt x="1400175" y="223837"/>
                  </a:lnTo>
                  <a:lnTo>
                    <a:pt x="978217" y="691515"/>
                  </a:lnTo>
                  <a:lnTo>
                    <a:pt x="1147762" y="787717"/>
                  </a:lnTo>
                  <a:moveTo>
                    <a:pt x="1400175" y="223837"/>
                  </a:moveTo>
                  <a:lnTo>
                    <a:pt x="1565909" y="325755"/>
                  </a:lnTo>
                  <a:lnTo>
                    <a:pt x="1496377" y="503872"/>
                  </a:lnTo>
                  <a:lnTo>
                    <a:pt x="1338262" y="385762"/>
                  </a:lnTo>
                  <a:lnTo>
                    <a:pt x="1400175" y="223837"/>
                  </a:lnTo>
                  <a:moveTo>
                    <a:pt x="1496377" y="503872"/>
                  </a:moveTo>
                  <a:lnTo>
                    <a:pt x="1751647" y="305752"/>
                  </a:lnTo>
                  <a:lnTo>
                    <a:pt x="1582102" y="196214"/>
                  </a:lnTo>
                  <a:lnTo>
                    <a:pt x="1338262" y="385762"/>
                  </a:lnTo>
                  <a:lnTo>
                    <a:pt x="1496377" y="503872"/>
                  </a:lnTo>
                  <a:moveTo>
                    <a:pt x="1582102" y="196214"/>
                  </a:moveTo>
                  <a:lnTo>
                    <a:pt x="1538287" y="373380"/>
                  </a:lnTo>
                  <a:lnTo>
                    <a:pt x="1693545" y="536257"/>
                  </a:lnTo>
                  <a:lnTo>
                    <a:pt x="1751647" y="305752"/>
                  </a:lnTo>
                  <a:lnTo>
                    <a:pt x="1582102" y="196214"/>
                  </a:lnTo>
                  <a:moveTo>
                    <a:pt x="1693545" y="536257"/>
                  </a:moveTo>
                  <a:lnTo>
                    <a:pt x="1929765" y="488632"/>
                  </a:lnTo>
                  <a:lnTo>
                    <a:pt x="1745932" y="331469"/>
                  </a:lnTo>
                  <a:lnTo>
                    <a:pt x="1538287" y="373380"/>
                  </a:lnTo>
                  <a:lnTo>
                    <a:pt x="1693545" y="536257"/>
                  </a:lnTo>
                  <a:moveTo>
                    <a:pt x="1745932" y="331469"/>
                  </a:moveTo>
                  <a:lnTo>
                    <a:pt x="1751647" y="630554"/>
                  </a:lnTo>
                  <a:lnTo>
                    <a:pt x="1778317" y="711517"/>
                  </a:lnTo>
                  <a:lnTo>
                    <a:pt x="1880234" y="862965"/>
                  </a:lnTo>
                  <a:lnTo>
                    <a:pt x="1821180" y="1021079"/>
                  </a:lnTo>
                  <a:lnTo>
                    <a:pt x="2000250" y="1087754"/>
                  </a:lnTo>
                  <a:lnTo>
                    <a:pt x="2048827" y="955357"/>
                  </a:lnTo>
                  <a:lnTo>
                    <a:pt x="2009775" y="721042"/>
                  </a:lnTo>
                  <a:lnTo>
                    <a:pt x="1925002" y="617219"/>
                  </a:lnTo>
                  <a:lnTo>
                    <a:pt x="1929765" y="488632"/>
                  </a:lnTo>
                  <a:lnTo>
                    <a:pt x="1745932" y="331469"/>
                  </a:lnTo>
                  <a:moveTo>
                    <a:pt x="280987" y="274319"/>
                  </a:moveTo>
                  <a:lnTo>
                    <a:pt x="463867" y="329564"/>
                  </a:lnTo>
                  <a:lnTo>
                    <a:pt x="401002" y="535305"/>
                  </a:lnTo>
                  <a:lnTo>
                    <a:pt x="228600" y="447674"/>
                  </a:lnTo>
                  <a:lnTo>
                    <a:pt x="280987" y="274319"/>
                  </a:lnTo>
                  <a:moveTo>
                    <a:pt x="401002" y="535305"/>
                  </a:moveTo>
                  <a:lnTo>
                    <a:pt x="669607" y="183832"/>
                  </a:lnTo>
                  <a:lnTo>
                    <a:pt x="489584" y="105727"/>
                  </a:lnTo>
                  <a:lnTo>
                    <a:pt x="228600" y="447674"/>
                  </a:lnTo>
                  <a:lnTo>
                    <a:pt x="401002" y="535305"/>
                  </a:lnTo>
                  <a:moveTo>
                    <a:pt x="489584" y="105727"/>
                  </a:moveTo>
                  <a:lnTo>
                    <a:pt x="669607" y="183832"/>
                  </a:lnTo>
                  <a:lnTo>
                    <a:pt x="628650" y="434339"/>
                  </a:lnTo>
                  <a:lnTo>
                    <a:pt x="452437" y="331469"/>
                  </a:lnTo>
                  <a:lnTo>
                    <a:pt x="489584" y="105727"/>
                  </a:lnTo>
                  <a:moveTo>
                    <a:pt x="628650" y="434339"/>
                  </a:moveTo>
                  <a:lnTo>
                    <a:pt x="909637" y="213360"/>
                  </a:lnTo>
                  <a:lnTo>
                    <a:pt x="724852" y="116204"/>
                  </a:lnTo>
                  <a:lnTo>
                    <a:pt x="452437" y="331469"/>
                  </a:lnTo>
                  <a:lnTo>
                    <a:pt x="628650" y="434339"/>
                  </a:lnTo>
                  <a:moveTo>
                    <a:pt x="724852" y="116204"/>
                  </a:moveTo>
                  <a:lnTo>
                    <a:pt x="909637" y="213360"/>
                  </a:lnTo>
                  <a:lnTo>
                    <a:pt x="897254" y="419099"/>
                  </a:lnTo>
                  <a:lnTo>
                    <a:pt x="712470" y="319087"/>
                  </a:lnTo>
                  <a:lnTo>
                    <a:pt x="724852" y="116204"/>
                  </a:lnTo>
                  <a:moveTo>
                    <a:pt x="897254" y="419099"/>
                  </a:moveTo>
                  <a:lnTo>
                    <a:pt x="712470" y="319087"/>
                  </a:lnTo>
                  <a:lnTo>
                    <a:pt x="930592" y="155257"/>
                  </a:lnTo>
                  <a:lnTo>
                    <a:pt x="1139190" y="237172"/>
                  </a:lnTo>
                  <a:lnTo>
                    <a:pt x="897254" y="419099"/>
                  </a:lnTo>
                  <a:moveTo>
                    <a:pt x="930592" y="155257"/>
                  </a:moveTo>
                  <a:lnTo>
                    <a:pt x="958215" y="310514"/>
                  </a:lnTo>
                  <a:lnTo>
                    <a:pt x="1163955" y="374332"/>
                  </a:lnTo>
                  <a:lnTo>
                    <a:pt x="1139190" y="237172"/>
                  </a:lnTo>
                  <a:lnTo>
                    <a:pt x="930592" y="155257"/>
                  </a:lnTo>
                  <a:moveTo>
                    <a:pt x="1163955" y="374332"/>
                  </a:moveTo>
                  <a:lnTo>
                    <a:pt x="1334452" y="203835"/>
                  </a:lnTo>
                  <a:lnTo>
                    <a:pt x="1160145" y="108585"/>
                  </a:lnTo>
                  <a:lnTo>
                    <a:pt x="958215" y="310514"/>
                  </a:lnTo>
                  <a:lnTo>
                    <a:pt x="1163955" y="374332"/>
                  </a:lnTo>
                  <a:moveTo>
                    <a:pt x="1160145" y="108585"/>
                  </a:moveTo>
                  <a:lnTo>
                    <a:pt x="1131570" y="256222"/>
                  </a:lnTo>
                  <a:lnTo>
                    <a:pt x="1261109" y="475297"/>
                  </a:lnTo>
                  <a:lnTo>
                    <a:pt x="1492567" y="546735"/>
                  </a:lnTo>
                  <a:lnTo>
                    <a:pt x="1372552" y="314324"/>
                  </a:lnTo>
                  <a:lnTo>
                    <a:pt x="1312545" y="297180"/>
                  </a:lnTo>
                  <a:lnTo>
                    <a:pt x="1334452" y="203835"/>
                  </a:lnTo>
                  <a:lnTo>
                    <a:pt x="1160145" y="108585"/>
                  </a:lnTo>
                  <a:moveTo>
                    <a:pt x="1372552" y="314324"/>
                  </a:moveTo>
                  <a:lnTo>
                    <a:pt x="1492567" y="546735"/>
                  </a:lnTo>
                  <a:lnTo>
                    <a:pt x="1435417" y="708660"/>
                  </a:lnTo>
                  <a:lnTo>
                    <a:pt x="1256347" y="645794"/>
                  </a:lnTo>
                  <a:lnTo>
                    <a:pt x="1372552" y="314324"/>
                  </a:lnTo>
                  <a:moveTo>
                    <a:pt x="166687" y="397192"/>
                  </a:moveTo>
                  <a:lnTo>
                    <a:pt x="101917" y="681990"/>
                  </a:lnTo>
                  <a:lnTo>
                    <a:pt x="258127" y="854392"/>
                  </a:lnTo>
                  <a:lnTo>
                    <a:pt x="352425" y="439102"/>
                  </a:lnTo>
                  <a:lnTo>
                    <a:pt x="166687" y="397192"/>
                  </a:lnTo>
                  <a:moveTo>
                    <a:pt x="258127" y="854392"/>
                  </a:moveTo>
                  <a:lnTo>
                    <a:pt x="514350" y="821054"/>
                  </a:lnTo>
                  <a:lnTo>
                    <a:pt x="345757" y="650557"/>
                  </a:lnTo>
                  <a:lnTo>
                    <a:pt x="101917" y="681990"/>
                  </a:lnTo>
                  <a:lnTo>
                    <a:pt x="258127" y="854392"/>
                  </a:lnTo>
                  <a:moveTo>
                    <a:pt x="345757" y="650557"/>
                  </a:moveTo>
                  <a:lnTo>
                    <a:pt x="317182" y="855344"/>
                  </a:lnTo>
                  <a:lnTo>
                    <a:pt x="505777" y="881062"/>
                  </a:lnTo>
                  <a:lnTo>
                    <a:pt x="514350" y="821054"/>
                  </a:lnTo>
                  <a:lnTo>
                    <a:pt x="345757" y="650557"/>
                  </a:lnTo>
                  <a:moveTo>
                    <a:pt x="129539" y="666750"/>
                  </a:moveTo>
                  <a:lnTo>
                    <a:pt x="82867" y="900112"/>
                  </a:lnTo>
                  <a:lnTo>
                    <a:pt x="269557" y="937260"/>
                  </a:lnTo>
                  <a:lnTo>
                    <a:pt x="316229" y="703897"/>
                  </a:lnTo>
                  <a:lnTo>
                    <a:pt x="129539" y="666750"/>
                  </a:lnTo>
                  <a:moveTo>
                    <a:pt x="506729" y="189547"/>
                  </a:moveTo>
                  <a:lnTo>
                    <a:pt x="690562" y="140017"/>
                  </a:lnTo>
                  <a:lnTo>
                    <a:pt x="732472" y="293369"/>
                  </a:lnTo>
                  <a:lnTo>
                    <a:pt x="514350" y="217169"/>
                  </a:lnTo>
                  <a:lnTo>
                    <a:pt x="506729" y="189547"/>
                  </a:lnTo>
                  <a:moveTo>
                    <a:pt x="732472" y="293369"/>
                  </a:moveTo>
                  <a:lnTo>
                    <a:pt x="973454" y="116204"/>
                  </a:lnTo>
                  <a:lnTo>
                    <a:pt x="809625" y="0"/>
                  </a:lnTo>
                  <a:lnTo>
                    <a:pt x="514350" y="217169"/>
                  </a:lnTo>
                  <a:lnTo>
                    <a:pt x="732472" y="293369"/>
                  </a:lnTo>
                  <a:moveTo>
                    <a:pt x="809625" y="0"/>
                  </a:moveTo>
                  <a:lnTo>
                    <a:pt x="973454" y="116204"/>
                  </a:lnTo>
                  <a:lnTo>
                    <a:pt x="932497" y="251460"/>
                  </a:lnTo>
                  <a:lnTo>
                    <a:pt x="749617" y="196214"/>
                  </a:lnTo>
                  <a:lnTo>
                    <a:pt x="809625" y="0"/>
                  </a:lnTo>
                  <a:moveTo>
                    <a:pt x="1417320" y="141922"/>
                  </a:moveTo>
                  <a:lnTo>
                    <a:pt x="1423034" y="120967"/>
                  </a:lnTo>
                  <a:lnTo>
                    <a:pt x="1584007" y="320992"/>
                  </a:lnTo>
                  <a:lnTo>
                    <a:pt x="1618297" y="329564"/>
                  </a:lnTo>
                  <a:lnTo>
                    <a:pt x="1638300" y="257174"/>
                  </a:lnTo>
                  <a:lnTo>
                    <a:pt x="1756409" y="421005"/>
                  </a:lnTo>
                  <a:lnTo>
                    <a:pt x="1959292" y="501014"/>
                  </a:lnTo>
                  <a:lnTo>
                    <a:pt x="1862137" y="272414"/>
                  </a:lnTo>
                  <a:lnTo>
                    <a:pt x="1810702" y="257174"/>
                  </a:lnTo>
                  <a:lnTo>
                    <a:pt x="1807845" y="343852"/>
                  </a:lnTo>
                  <a:lnTo>
                    <a:pt x="1634490" y="140017"/>
                  </a:lnTo>
                  <a:lnTo>
                    <a:pt x="1608772" y="136207"/>
                  </a:lnTo>
                  <a:lnTo>
                    <a:pt x="1606867" y="158114"/>
                  </a:lnTo>
                  <a:lnTo>
                    <a:pt x="1417320" y="141922"/>
                  </a:lnTo>
                  <a:moveTo>
                    <a:pt x="1862137" y="272414"/>
                  </a:moveTo>
                  <a:lnTo>
                    <a:pt x="1776412" y="440055"/>
                  </a:lnTo>
                  <a:lnTo>
                    <a:pt x="1945957" y="526732"/>
                  </a:lnTo>
                  <a:lnTo>
                    <a:pt x="1959292" y="501014"/>
                  </a:lnTo>
                  <a:lnTo>
                    <a:pt x="1862137" y="272414"/>
                  </a:lnTo>
                  <a:moveTo>
                    <a:pt x="1359217" y="141922"/>
                  </a:moveTo>
                  <a:lnTo>
                    <a:pt x="1363980" y="282892"/>
                  </a:lnTo>
                  <a:lnTo>
                    <a:pt x="1554480" y="276224"/>
                  </a:lnTo>
                  <a:lnTo>
                    <a:pt x="1549717" y="136207"/>
                  </a:lnTo>
                  <a:lnTo>
                    <a:pt x="1359217" y="141922"/>
                  </a:lnTo>
                  <a:moveTo>
                    <a:pt x="1722120" y="608647"/>
                  </a:moveTo>
                  <a:lnTo>
                    <a:pt x="1897380" y="683894"/>
                  </a:lnTo>
                  <a:lnTo>
                    <a:pt x="1764030" y="992504"/>
                  </a:lnTo>
                  <a:lnTo>
                    <a:pt x="1589722" y="916304"/>
                  </a:lnTo>
                  <a:lnTo>
                    <a:pt x="1722120" y="60864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4" name="Rounded Rectangle 2">
              <a:extLst>
                <a:ext uri="{FF2B5EF4-FFF2-40B4-BE49-F238E27FC236}">
                  <a16:creationId xmlns:a16="http://schemas.microsoft.com/office/drawing/2014/main" id="{6E857B76-2B08-4375-076B-342BF0F6E201}"/>
                </a:ext>
              </a:extLst>
            </p:cNvPr>
            <p:cNvSpPr/>
            <p:nvPr/>
          </p:nvSpPr>
          <p:spPr>
            <a:xfrm>
              <a:off x="3620331" y="2484397"/>
              <a:ext cx="1747197" cy="1211702"/>
            </a:xfrm>
            <a:custGeom>
              <a:avLst/>
              <a:gdLst/>
              <a:ahLst/>
              <a:cxnLst/>
              <a:rect l="0" t="0" r="0" b="0"/>
              <a:pathLst>
                <a:path w="1747197" h="1211702">
                  <a:moveTo>
                    <a:pt x="303524" y="632006"/>
                  </a:moveTo>
                  <a:cubicBezTo>
                    <a:pt x="290808" y="621287"/>
                    <a:pt x="283833" y="615410"/>
                    <a:pt x="276851" y="609527"/>
                  </a:cubicBezTo>
                  <a:cubicBezTo>
                    <a:pt x="269886" y="603658"/>
                    <a:pt x="262915" y="597784"/>
                    <a:pt x="250233" y="587095"/>
                  </a:cubicBezTo>
                  <a:lnTo>
                    <a:pt x="248901" y="669790"/>
                  </a:lnTo>
                  <a:close/>
                  <a:moveTo>
                    <a:pt x="190702" y="499020"/>
                  </a:moveTo>
                  <a:lnTo>
                    <a:pt x="178579" y="502540"/>
                  </a:lnTo>
                  <a:lnTo>
                    <a:pt x="178579" y="447162"/>
                  </a:lnTo>
                  <a:lnTo>
                    <a:pt x="184640" y="473091"/>
                  </a:lnTo>
                  <a:close/>
                  <a:moveTo>
                    <a:pt x="1568295" y="439163"/>
                  </a:moveTo>
                  <a:lnTo>
                    <a:pt x="1563434" y="465155"/>
                  </a:lnTo>
                  <a:cubicBezTo>
                    <a:pt x="1562163" y="471957"/>
                    <a:pt x="1560891" y="478759"/>
                    <a:pt x="1558574" y="491146"/>
                  </a:cubicBezTo>
                  <a:lnTo>
                    <a:pt x="1568295" y="493821"/>
                  </a:lnTo>
                  <a:close/>
                  <a:moveTo>
                    <a:pt x="1302786" y="1047856"/>
                  </a:moveTo>
                  <a:lnTo>
                    <a:pt x="1329030" y="1038093"/>
                  </a:lnTo>
                  <a:lnTo>
                    <a:pt x="1329030" y="695193"/>
                  </a:lnTo>
                  <a:lnTo>
                    <a:pt x="1302786" y="704956"/>
                  </a:lnTo>
                  <a:lnTo>
                    <a:pt x="1300681" y="705738"/>
                  </a:lnTo>
                  <a:cubicBezTo>
                    <a:pt x="1283417" y="712159"/>
                    <a:pt x="1273080" y="716005"/>
                    <a:pt x="1245206" y="726369"/>
                  </a:cubicBezTo>
                  <a:lnTo>
                    <a:pt x="1287683" y="817146"/>
                  </a:lnTo>
                  <a:lnTo>
                    <a:pt x="1287683" y="1053473"/>
                  </a:lnTo>
                  <a:close/>
                  <a:moveTo>
                    <a:pt x="1025141" y="1113778"/>
                  </a:moveTo>
                  <a:lnTo>
                    <a:pt x="1025258" y="1113765"/>
                  </a:lnTo>
                  <a:cubicBezTo>
                    <a:pt x="1038560" y="1112271"/>
                    <a:pt x="1051894" y="1110775"/>
                    <a:pt x="1076121" y="1108057"/>
                  </a:cubicBezTo>
                  <a:lnTo>
                    <a:pt x="1076121" y="765157"/>
                  </a:lnTo>
                  <a:cubicBezTo>
                    <a:pt x="1061339" y="766815"/>
                    <a:pt x="1050613" y="768019"/>
                    <a:pt x="1041475" y="769045"/>
                  </a:cubicBezTo>
                  <a:lnTo>
                    <a:pt x="1025141" y="770878"/>
                  </a:lnTo>
                  <a:cubicBezTo>
                    <a:pt x="1011801" y="772376"/>
                    <a:pt x="998460" y="773874"/>
                    <a:pt x="974161" y="776600"/>
                  </a:cubicBezTo>
                  <a:lnTo>
                    <a:pt x="974161" y="1119500"/>
                  </a:lnTo>
                  <a:cubicBezTo>
                    <a:pt x="998460" y="1116774"/>
                    <a:pt x="1011801" y="1115276"/>
                    <a:pt x="1025141" y="1113778"/>
                  </a:cubicBezTo>
                  <a:close/>
                  <a:moveTo>
                    <a:pt x="736910" y="1115429"/>
                  </a:moveTo>
                  <a:lnTo>
                    <a:pt x="788139" y="1120563"/>
                  </a:lnTo>
                  <a:lnTo>
                    <a:pt x="788139" y="777663"/>
                  </a:lnTo>
                  <a:lnTo>
                    <a:pt x="736910" y="772529"/>
                  </a:lnTo>
                  <a:lnTo>
                    <a:pt x="685681" y="767396"/>
                  </a:lnTo>
                  <a:lnTo>
                    <a:pt x="685681" y="1110296"/>
                  </a:lnTo>
                  <a:close/>
                  <a:moveTo>
                    <a:pt x="429611" y="1043266"/>
                  </a:moveTo>
                  <a:lnTo>
                    <a:pt x="472229" y="1058366"/>
                  </a:lnTo>
                  <a:lnTo>
                    <a:pt x="476567" y="1059903"/>
                  </a:lnTo>
                  <a:lnTo>
                    <a:pt x="476567" y="821807"/>
                  </a:lnTo>
                  <a:lnTo>
                    <a:pt x="514848" y="730567"/>
                  </a:lnTo>
                  <a:lnTo>
                    <a:pt x="472229" y="715466"/>
                  </a:lnTo>
                  <a:lnTo>
                    <a:pt x="429611" y="700366"/>
                  </a:lnTo>
                  <a:close/>
                  <a:moveTo>
                    <a:pt x="1477507" y="602662"/>
                  </a:moveTo>
                  <a:cubicBezTo>
                    <a:pt x="1470815" y="608609"/>
                    <a:pt x="1464116" y="614563"/>
                    <a:pt x="1451931" y="625396"/>
                  </a:cubicBezTo>
                  <a:lnTo>
                    <a:pt x="1503131" y="659146"/>
                  </a:lnTo>
                  <a:lnTo>
                    <a:pt x="1503131" y="579886"/>
                  </a:lnTo>
                  <a:cubicBezTo>
                    <a:pt x="1490917" y="590745"/>
                    <a:pt x="1484215" y="596701"/>
                    <a:pt x="1477507" y="602662"/>
                  </a:cubicBezTo>
                  <a:close/>
                  <a:moveTo>
                    <a:pt x="1329030" y="1038093"/>
                  </a:moveTo>
                  <a:cubicBezTo>
                    <a:pt x="1318064" y="1042172"/>
                    <a:pt x="1309812" y="1045241"/>
                    <a:pt x="1302786" y="1047856"/>
                  </a:cubicBezTo>
                  <a:cubicBezTo>
                    <a:pt x="1297231" y="1049921"/>
                    <a:pt x="1292443" y="1051702"/>
                    <a:pt x="1287683" y="1053473"/>
                  </a:cubicBezTo>
                  <a:moveTo>
                    <a:pt x="1025258" y="1113765"/>
                  </a:moveTo>
                  <a:cubicBezTo>
                    <a:pt x="1025219" y="1113770"/>
                    <a:pt x="1025180" y="1113774"/>
                    <a:pt x="1025141" y="1113778"/>
                  </a:cubicBezTo>
                  <a:moveTo>
                    <a:pt x="788139" y="1120563"/>
                  </a:moveTo>
                  <a:cubicBezTo>
                    <a:pt x="763722" y="1118116"/>
                    <a:pt x="750316" y="1116773"/>
                    <a:pt x="736910" y="1115429"/>
                  </a:cubicBezTo>
                  <a:cubicBezTo>
                    <a:pt x="723505" y="1114086"/>
                    <a:pt x="710098" y="1112742"/>
                    <a:pt x="685681" y="1110296"/>
                  </a:cubicBezTo>
                  <a:moveTo>
                    <a:pt x="476567" y="1059903"/>
                  </a:moveTo>
                  <a:cubicBezTo>
                    <a:pt x="475108" y="1059387"/>
                    <a:pt x="473669" y="1058876"/>
                    <a:pt x="472229" y="1058366"/>
                  </a:cubicBezTo>
                  <a:cubicBezTo>
                    <a:pt x="461076" y="1054415"/>
                    <a:pt x="449922" y="1050463"/>
                    <a:pt x="429611" y="1043266"/>
                  </a:cubicBezTo>
                  <a:moveTo>
                    <a:pt x="1568295" y="439163"/>
                  </a:moveTo>
                  <a:cubicBezTo>
                    <a:pt x="1565977" y="451551"/>
                    <a:pt x="1564706" y="458352"/>
                    <a:pt x="1563434" y="465155"/>
                  </a:cubicBezTo>
                  <a:moveTo>
                    <a:pt x="1329030" y="695193"/>
                  </a:moveTo>
                  <a:cubicBezTo>
                    <a:pt x="1318064" y="699272"/>
                    <a:pt x="1309812" y="702341"/>
                    <a:pt x="1302786" y="704956"/>
                  </a:cubicBezTo>
                  <a:cubicBezTo>
                    <a:pt x="1302072" y="705220"/>
                    <a:pt x="1301371" y="705481"/>
                    <a:pt x="1300681" y="705738"/>
                  </a:cubicBezTo>
                  <a:moveTo>
                    <a:pt x="1041475" y="769045"/>
                  </a:moveTo>
                  <a:cubicBezTo>
                    <a:pt x="1035591" y="769705"/>
                    <a:pt x="1030366" y="770291"/>
                    <a:pt x="1025141" y="770878"/>
                  </a:cubicBezTo>
                  <a:moveTo>
                    <a:pt x="788139" y="777663"/>
                  </a:moveTo>
                  <a:cubicBezTo>
                    <a:pt x="763722" y="775216"/>
                    <a:pt x="750316" y="773873"/>
                    <a:pt x="736910" y="772529"/>
                  </a:cubicBezTo>
                  <a:cubicBezTo>
                    <a:pt x="723505" y="771186"/>
                    <a:pt x="710098" y="769842"/>
                    <a:pt x="685681" y="767396"/>
                  </a:cubicBezTo>
                  <a:moveTo>
                    <a:pt x="514848" y="730567"/>
                  </a:moveTo>
                  <a:cubicBezTo>
                    <a:pt x="494537" y="723370"/>
                    <a:pt x="483383" y="719418"/>
                    <a:pt x="472229" y="715466"/>
                  </a:cubicBezTo>
                  <a:cubicBezTo>
                    <a:pt x="461076" y="711515"/>
                    <a:pt x="449922" y="707563"/>
                    <a:pt x="429611" y="700366"/>
                  </a:cubicBezTo>
                  <a:moveTo>
                    <a:pt x="178579" y="447162"/>
                  </a:moveTo>
                  <a:cubicBezTo>
                    <a:pt x="181467" y="459519"/>
                    <a:pt x="183054" y="466305"/>
                    <a:pt x="184640" y="473091"/>
                  </a:cubicBezTo>
                  <a:cubicBezTo>
                    <a:pt x="186227" y="479877"/>
                    <a:pt x="187814" y="486663"/>
                    <a:pt x="190702" y="499020"/>
                  </a:cubicBezTo>
                  <a:moveTo>
                    <a:pt x="1722013" y="865329"/>
                  </a:moveTo>
                  <a:lnTo>
                    <a:pt x="1722013" y="536116"/>
                  </a:lnTo>
                  <a:cubicBezTo>
                    <a:pt x="1712771" y="550910"/>
                    <a:pt x="1709074" y="556824"/>
                    <a:pt x="1705379" y="562734"/>
                  </a:cubicBezTo>
                  <a:cubicBezTo>
                    <a:pt x="1701681" y="568650"/>
                    <a:pt x="1697986" y="574561"/>
                    <a:pt x="1688736" y="589369"/>
                  </a:cubicBezTo>
                  <a:lnTo>
                    <a:pt x="1688736" y="852232"/>
                  </a:lnTo>
                  <a:close/>
                  <a:moveTo>
                    <a:pt x="1186209" y="1183323"/>
                  </a:moveTo>
                  <a:lnTo>
                    <a:pt x="1287682" y="1160045"/>
                  </a:lnTo>
                  <a:lnTo>
                    <a:pt x="1287682" y="817145"/>
                  </a:lnTo>
                  <a:lnTo>
                    <a:pt x="1186209" y="840423"/>
                  </a:lnTo>
                  <a:close/>
                  <a:moveTo>
                    <a:pt x="827419" y="1211702"/>
                  </a:moveTo>
                  <a:lnTo>
                    <a:pt x="939065" y="1211060"/>
                  </a:lnTo>
                  <a:lnTo>
                    <a:pt x="939065" y="868160"/>
                  </a:lnTo>
                  <a:lnTo>
                    <a:pt x="827419" y="868802"/>
                  </a:lnTo>
                  <a:close/>
                  <a:moveTo>
                    <a:pt x="476567" y="1164707"/>
                  </a:moveTo>
                  <a:lnTo>
                    <a:pt x="579086" y="1186808"/>
                  </a:lnTo>
                  <a:lnTo>
                    <a:pt x="579086" y="843908"/>
                  </a:lnTo>
                  <a:lnTo>
                    <a:pt x="476567" y="821807"/>
                  </a:lnTo>
                  <a:close/>
                  <a:moveTo>
                    <a:pt x="269949" y="897162"/>
                  </a:moveTo>
                  <a:lnTo>
                    <a:pt x="269949" y="748601"/>
                  </a:lnTo>
                  <a:lnTo>
                    <a:pt x="232114" y="728087"/>
                  </a:lnTo>
                  <a:lnTo>
                    <a:pt x="194279" y="707574"/>
                  </a:lnTo>
                  <a:lnTo>
                    <a:pt x="194279" y="903471"/>
                  </a:lnTo>
                  <a:close/>
                  <a:moveTo>
                    <a:pt x="1541698" y="712713"/>
                  </a:moveTo>
                  <a:lnTo>
                    <a:pt x="1564634" y="699688"/>
                  </a:lnTo>
                  <a:lnTo>
                    <a:pt x="1564634" y="1000916"/>
                  </a:lnTo>
                  <a:lnTo>
                    <a:pt x="1490877" y="999886"/>
                  </a:lnTo>
                  <a:lnTo>
                    <a:pt x="1490877" y="741577"/>
                  </a:lnTo>
                  <a:cubicBezTo>
                    <a:pt x="1521641" y="724102"/>
                    <a:pt x="1524677" y="722378"/>
                    <a:pt x="1541611" y="712762"/>
                  </a:cubicBezTo>
                  <a:close/>
                  <a:moveTo>
                    <a:pt x="44502" y="568222"/>
                  </a:moveTo>
                  <a:lnTo>
                    <a:pt x="29388" y="545860"/>
                  </a:lnTo>
                  <a:lnTo>
                    <a:pt x="29388" y="765483"/>
                  </a:lnTo>
                  <a:lnTo>
                    <a:pt x="65114" y="749186"/>
                  </a:lnTo>
                  <a:lnTo>
                    <a:pt x="65114" y="598716"/>
                  </a:lnTo>
                  <a:cubicBezTo>
                    <a:pt x="52947" y="580717"/>
                    <a:pt x="49733" y="575962"/>
                    <a:pt x="44502" y="568222"/>
                  </a:cubicBezTo>
                  <a:close/>
                  <a:moveTo>
                    <a:pt x="1541611" y="712762"/>
                  </a:moveTo>
                  <a:cubicBezTo>
                    <a:pt x="1541639" y="712745"/>
                    <a:pt x="1541669" y="712729"/>
                    <a:pt x="1541698" y="712713"/>
                  </a:cubicBezTo>
                  <a:moveTo>
                    <a:pt x="269949" y="748601"/>
                  </a:moveTo>
                  <a:cubicBezTo>
                    <a:pt x="248919" y="737200"/>
                    <a:pt x="240516" y="732644"/>
                    <a:pt x="232114" y="728087"/>
                  </a:cubicBezTo>
                  <a:cubicBezTo>
                    <a:pt x="223711" y="723531"/>
                    <a:pt x="215309" y="718976"/>
                    <a:pt x="194279" y="707574"/>
                  </a:cubicBezTo>
                  <a:moveTo>
                    <a:pt x="29388" y="545860"/>
                  </a:moveTo>
                  <a:cubicBezTo>
                    <a:pt x="37081" y="557240"/>
                    <a:pt x="41194" y="563328"/>
                    <a:pt x="44502" y="568222"/>
                  </a:cubicBezTo>
                  <a:moveTo>
                    <a:pt x="1745582" y="410104"/>
                  </a:moveTo>
                  <a:lnTo>
                    <a:pt x="1568296" y="439160"/>
                  </a:lnTo>
                  <a:lnTo>
                    <a:pt x="1568296" y="493817"/>
                  </a:lnTo>
                  <a:lnTo>
                    <a:pt x="1722015" y="536112"/>
                  </a:lnTo>
                  <a:lnTo>
                    <a:pt x="1722015" y="756866"/>
                  </a:lnTo>
                  <a:lnTo>
                    <a:pt x="1745582" y="753004"/>
                  </a:lnTo>
                  <a:close/>
                  <a:moveTo>
                    <a:pt x="1651586" y="234785"/>
                  </a:moveTo>
                  <a:lnTo>
                    <a:pt x="1651586" y="351259"/>
                  </a:lnTo>
                  <a:lnTo>
                    <a:pt x="1546714" y="346820"/>
                  </a:lnTo>
                  <a:cubicBezTo>
                    <a:pt x="1538745" y="335033"/>
                    <a:pt x="1534371" y="328561"/>
                    <a:pt x="1529998" y="322088"/>
                  </a:cubicBezTo>
                  <a:cubicBezTo>
                    <a:pt x="1525624" y="315616"/>
                    <a:pt x="1521251" y="309143"/>
                    <a:pt x="1513282" y="297356"/>
                  </a:cubicBezTo>
                  <a:close/>
                  <a:moveTo>
                    <a:pt x="1423005" y="93724"/>
                  </a:moveTo>
                  <a:lnTo>
                    <a:pt x="1347596" y="178990"/>
                  </a:lnTo>
                  <a:lnTo>
                    <a:pt x="1383001" y="198188"/>
                  </a:lnTo>
                  <a:lnTo>
                    <a:pt x="1418405" y="217386"/>
                  </a:lnTo>
                  <a:close/>
                  <a:moveTo>
                    <a:pt x="318168" y="223711"/>
                  </a:moveTo>
                  <a:lnTo>
                    <a:pt x="387196" y="184513"/>
                  </a:lnTo>
                  <a:lnTo>
                    <a:pt x="307876" y="100137"/>
                  </a:lnTo>
                  <a:lnTo>
                    <a:pt x="307876" y="222055"/>
                  </a:lnTo>
                  <a:close/>
                  <a:moveTo>
                    <a:pt x="219262" y="317148"/>
                  </a:moveTo>
                  <a:lnTo>
                    <a:pt x="219331" y="317040"/>
                  </a:lnTo>
                  <a:lnTo>
                    <a:pt x="227012" y="304748"/>
                  </a:lnTo>
                  <a:lnTo>
                    <a:pt x="85856" y="243788"/>
                  </a:lnTo>
                  <a:lnTo>
                    <a:pt x="85856" y="360522"/>
                  </a:lnTo>
                  <a:lnTo>
                    <a:pt x="195874" y="354588"/>
                  </a:lnTo>
                  <a:cubicBezTo>
                    <a:pt x="207628" y="335763"/>
                    <a:pt x="210986" y="330392"/>
                    <a:pt x="219262" y="317148"/>
                  </a:cubicBezTo>
                  <a:close/>
                  <a:moveTo>
                    <a:pt x="178581" y="447158"/>
                  </a:moveTo>
                  <a:lnTo>
                    <a:pt x="0" y="420151"/>
                  </a:lnTo>
                  <a:lnTo>
                    <a:pt x="0" y="763051"/>
                  </a:lnTo>
                  <a:lnTo>
                    <a:pt x="26010" y="766984"/>
                  </a:lnTo>
                  <a:lnTo>
                    <a:pt x="29391" y="765408"/>
                  </a:lnTo>
                  <a:lnTo>
                    <a:pt x="29391" y="545856"/>
                  </a:lnTo>
                  <a:lnTo>
                    <a:pt x="178581" y="502536"/>
                  </a:lnTo>
                  <a:close/>
                  <a:moveTo>
                    <a:pt x="250235" y="587091"/>
                  </a:moveTo>
                  <a:lnTo>
                    <a:pt x="65116" y="598712"/>
                  </a:lnTo>
                  <a:lnTo>
                    <a:pt x="65116" y="749302"/>
                  </a:lnTo>
                  <a:lnTo>
                    <a:pt x="88392" y="738615"/>
                  </a:lnTo>
                  <a:lnTo>
                    <a:pt x="176283" y="767012"/>
                  </a:lnTo>
                  <a:lnTo>
                    <a:pt x="176283" y="905079"/>
                  </a:lnTo>
                  <a:lnTo>
                    <a:pt x="194281" y="903407"/>
                  </a:lnTo>
                  <a:lnTo>
                    <a:pt x="194281" y="707570"/>
                  </a:lnTo>
                  <a:lnTo>
                    <a:pt x="248903" y="669786"/>
                  </a:lnTo>
                  <a:close/>
                  <a:moveTo>
                    <a:pt x="1329031" y="1038090"/>
                  </a:moveTo>
                  <a:lnTo>
                    <a:pt x="1387081" y="1054726"/>
                  </a:lnTo>
                  <a:lnTo>
                    <a:pt x="1387081" y="1043104"/>
                  </a:lnTo>
                  <a:lnTo>
                    <a:pt x="1415988" y="998869"/>
                  </a:lnTo>
                  <a:lnTo>
                    <a:pt x="1490879" y="999911"/>
                  </a:lnTo>
                  <a:lnTo>
                    <a:pt x="1490879" y="741573"/>
                  </a:lnTo>
                  <a:lnTo>
                    <a:pt x="1329031" y="695190"/>
                  </a:lnTo>
                  <a:close/>
                  <a:moveTo>
                    <a:pt x="1076123" y="1108053"/>
                  </a:moveTo>
                  <a:lnTo>
                    <a:pt x="1186212" y="1183319"/>
                  </a:lnTo>
                  <a:lnTo>
                    <a:pt x="1186212" y="840419"/>
                  </a:lnTo>
                  <a:lnTo>
                    <a:pt x="1076123" y="765153"/>
                  </a:lnTo>
                  <a:close/>
                  <a:moveTo>
                    <a:pt x="939066" y="1211056"/>
                  </a:moveTo>
                  <a:lnTo>
                    <a:pt x="974162" y="1119496"/>
                  </a:lnTo>
                  <a:lnTo>
                    <a:pt x="974162" y="776596"/>
                  </a:lnTo>
                  <a:lnTo>
                    <a:pt x="939066" y="868156"/>
                  </a:lnTo>
                  <a:close/>
                  <a:moveTo>
                    <a:pt x="788141" y="1120559"/>
                  </a:moveTo>
                  <a:lnTo>
                    <a:pt x="827421" y="1211698"/>
                  </a:lnTo>
                  <a:lnTo>
                    <a:pt x="827421" y="868798"/>
                  </a:lnTo>
                  <a:lnTo>
                    <a:pt x="788141" y="777659"/>
                  </a:lnTo>
                  <a:close/>
                  <a:moveTo>
                    <a:pt x="579087" y="1186804"/>
                  </a:moveTo>
                  <a:lnTo>
                    <a:pt x="685682" y="1110292"/>
                  </a:lnTo>
                  <a:lnTo>
                    <a:pt x="685682" y="767392"/>
                  </a:lnTo>
                  <a:lnTo>
                    <a:pt x="579087" y="843904"/>
                  </a:lnTo>
                  <a:close/>
                  <a:moveTo>
                    <a:pt x="1503132" y="579882"/>
                  </a:moveTo>
                  <a:lnTo>
                    <a:pt x="1688737" y="589365"/>
                  </a:lnTo>
                  <a:lnTo>
                    <a:pt x="1688737" y="852496"/>
                  </a:lnTo>
                  <a:lnTo>
                    <a:pt x="1673944" y="846841"/>
                  </a:lnTo>
                  <a:lnTo>
                    <a:pt x="1598488" y="874085"/>
                  </a:lnTo>
                  <a:lnTo>
                    <a:pt x="1598488" y="927654"/>
                  </a:lnTo>
                  <a:lnTo>
                    <a:pt x="1564636" y="925924"/>
                  </a:lnTo>
                  <a:lnTo>
                    <a:pt x="1564636" y="699685"/>
                  </a:lnTo>
                  <a:lnTo>
                    <a:pt x="1503132" y="659142"/>
                  </a:lnTo>
                  <a:close/>
                  <a:moveTo>
                    <a:pt x="872802" y="263700"/>
                  </a:moveTo>
                  <a:cubicBezTo>
                    <a:pt x="1062178" y="263700"/>
                    <a:pt x="1215702" y="340334"/>
                    <a:pt x="1215702" y="434864"/>
                  </a:cubicBezTo>
                  <a:cubicBezTo>
                    <a:pt x="1215702" y="503106"/>
                    <a:pt x="1135694" y="562021"/>
                    <a:pt x="1019948" y="589512"/>
                  </a:cubicBezTo>
                  <a:cubicBezTo>
                    <a:pt x="975360" y="578922"/>
                    <a:pt x="925469" y="572995"/>
                    <a:pt x="872806" y="572995"/>
                  </a:cubicBezTo>
                  <a:cubicBezTo>
                    <a:pt x="820141" y="572995"/>
                    <a:pt x="770249" y="578922"/>
                    <a:pt x="725660" y="589513"/>
                  </a:cubicBezTo>
                  <a:cubicBezTo>
                    <a:pt x="609912" y="562022"/>
                    <a:pt x="529902" y="503107"/>
                    <a:pt x="529902" y="434864"/>
                  </a:cubicBezTo>
                  <a:cubicBezTo>
                    <a:pt x="529902" y="340334"/>
                    <a:pt x="683427" y="263700"/>
                    <a:pt x="872802" y="263700"/>
                  </a:cubicBezTo>
                  <a:close/>
                  <a:moveTo>
                    <a:pt x="269951" y="748597"/>
                  </a:moveTo>
                  <a:lnTo>
                    <a:pt x="429612" y="700362"/>
                  </a:lnTo>
                  <a:lnTo>
                    <a:pt x="429612" y="934704"/>
                  </a:lnTo>
                  <a:lnTo>
                    <a:pt x="385921" y="887606"/>
                  </a:lnTo>
                  <a:lnTo>
                    <a:pt x="269951" y="897243"/>
                  </a:lnTo>
                  <a:close/>
                  <a:moveTo>
                    <a:pt x="429612" y="934704"/>
                  </a:moveTo>
                  <a:lnTo>
                    <a:pt x="429612" y="1043262"/>
                  </a:lnTo>
                  <a:moveTo>
                    <a:pt x="219331" y="317040"/>
                  </a:moveTo>
                  <a:cubicBezTo>
                    <a:pt x="219308" y="317076"/>
                    <a:pt x="219285" y="317112"/>
                    <a:pt x="219262" y="317148"/>
                  </a:cubicBezTo>
                  <a:moveTo>
                    <a:pt x="1418405" y="217386"/>
                  </a:moveTo>
                  <a:cubicBezTo>
                    <a:pt x="1401529" y="208235"/>
                    <a:pt x="1392265" y="203212"/>
                    <a:pt x="1383001" y="198188"/>
                  </a:cubicBezTo>
                  <a:cubicBezTo>
                    <a:pt x="1373736" y="193165"/>
                    <a:pt x="1364472" y="188141"/>
                    <a:pt x="1347596" y="178990"/>
                  </a:cubicBezTo>
                  <a:moveTo>
                    <a:pt x="5193" y="392385"/>
                  </a:moveTo>
                  <a:cubicBezTo>
                    <a:pt x="5986" y="388144"/>
                    <a:pt x="10375" y="364600"/>
                    <a:pt x="10375" y="364600"/>
                  </a:cubicBezTo>
                  <a:lnTo>
                    <a:pt x="195874" y="354594"/>
                  </a:lnTo>
                  <a:cubicBezTo>
                    <a:pt x="207628" y="335769"/>
                    <a:pt x="210986" y="330398"/>
                    <a:pt x="219262" y="317154"/>
                  </a:cubicBezTo>
                  <a:cubicBezTo>
                    <a:pt x="219285" y="317118"/>
                    <a:pt x="219308" y="317082"/>
                    <a:pt x="219331" y="317046"/>
                  </a:cubicBezTo>
                  <a:lnTo>
                    <a:pt x="227012" y="304756"/>
                  </a:lnTo>
                  <a:lnTo>
                    <a:pt x="85856" y="243794"/>
                  </a:lnTo>
                  <a:lnTo>
                    <a:pt x="103507" y="228100"/>
                  </a:lnTo>
                  <a:cubicBezTo>
                    <a:pt x="115558" y="217385"/>
                    <a:pt x="118092" y="215131"/>
                    <a:pt x="140561" y="195160"/>
                  </a:cubicBezTo>
                  <a:lnTo>
                    <a:pt x="318168" y="223717"/>
                  </a:lnTo>
                  <a:lnTo>
                    <a:pt x="387196" y="184520"/>
                  </a:lnTo>
                  <a:lnTo>
                    <a:pt x="307876" y="100144"/>
                  </a:lnTo>
                  <a:cubicBezTo>
                    <a:pt x="323863" y="94200"/>
                    <a:pt x="333685" y="90548"/>
                    <a:pt x="341302" y="87716"/>
                  </a:cubicBezTo>
                  <a:cubicBezTo>
                    <a:pt x="357411" y="81727"/>
                    <a:pt x="363649" y="79408"/>
                    <a:pt x="397452" y="66837"/>
                  </a:cubicBezTo>
                  <a:lnTo>
                    <a:pt x="536456" y="129021"/>
                  </a:lnTo>
                  <a:cubicBezTo>
                    <a:pt x="559086" y="123831"/>
                    <a:pt x="571511" y="120981"/>
                    <a:pt x="583936" y="118131"/>
                  </a:cubicBezTo>
                  <a:cubicBezTo>
                    <a:pt x="596362" y="115281"/>
                    <a:pt x="608788" y="112430"/>
                    <a:pt x="631417" y="107240"/>
                  </a:cubicBezTo>
                  <a:lnTo>
                    <a:pt x="627637" y="14035"/>
                  </a:lnTo>
                  <a:cubicBezTo>
                    <a:pt x="657922" y="10638"/>
                    <a:pt x="670019" y="9281"/>
                    <a:pt x="682118" y="7923"/>
                  </a:cubicBezTo>
                  <a:cubicBezTo>
                    <a:pt x="694214" y="6565"/>
                    <a:pt x="706311" y="5207"/>
                    <a:pt x="736585" y="1807"/>
                  </a:cubicBezTo>
                  <a:lnTo>
                    <a:pt x="812945" y="86866"/>
                  </a:lnTo>
                  <a:cubicBezTo>
                    <a:pt x="838120" y="86722"/>
                    <a:pt x="851818" y="86643"/>
                    <a:pt x="865640" y="86564"/>
                  </a:cubicBezTo>
                  <a:cubicBezTo>
                    <a:pt x="879166" y="86486"/>
                    <a:pt x="892808" y="86408"/>
                    <a:pt x="917436" y="86267"/>
                  </a:cubicBezTo>
                  <a:lnTo>
                    <a:pt x="989862" y="353"/>
                  </a:lnTo>
                  <a:cubicBezTo>
                    <a:pt x="1036034" y="4974"/>
                    <a:pt x="1040141" y="5387"/>
                    <a:pt x="1065999" y="7979"/>
                  </a:cubicBezTo>
                  <a:cubicBezTo>
                    <a:pt x="1074227" y="8804"/>
                    <a:pt x="1084657" y="9848"/>
                    <a:pt x="1099345" y="11321"/>
                  </a:cubicBezTo>
                  <a:lnTo>
                    <a:pt x="1099868" y="104544"/>
                  </a:lnTo>
                  <a:cubicBezTo>
                    <a:pt x="1122735" y="109472"/>
                    <a:pt x="1135288" y="112179"/>
                    <a:pt x="1147842" y="114885"/>
                  </a:cubicBezTo>
                  <a:cubicBezTo>
                    <a:pt x="1160395" y="117591"/>
                    <a:pt x="1172948" y="120298"/>
                    <a:pt x="1195815" y="125227"/>
                  </a:cubicBezTo>
                  <a:lnTo>
                    <a:pt x="1331919" y="61463"/>
                  </a:lnTo>
                  <a:cubicBezTo>
                    <a:pt x="1357233" y="70429"/>
                    <a:pt x="1367348" y="74011"/>
                    <a:pt x="1377461" y="77594"/>
                  </a:cubicBezTo>
                  <a:cubicBezTo>
                    <a:pt x="1387576" y="81177"/>
                    <a:pt x="1397689" y="84761"/>
                    <a:pt x="1423005" y="93730"/>
                  </a:cubicBezTo>
                  <a:lnTo>
                    <a:pt x="1347596" y="178997"/>
                  </a:lnTo>
                  <a:cubicBezTo>
                    <a:pt x="1364472" y="188148"/>
                    <a:pt x="1373736" y="193171"/>
                    <a:pt x="1383001" y="198195"/>
                  </a:cubicBezTo>
                  <a:cubicBezTo>
                    <a:pt x="1392265" y="203218"/>
                    <a:pt x="1401529" y="208243"/>
                    <a:pt x="1418405" y="217393"/>
                  </a:cubicBezTo>
                  <a:lnTo>
                    <a:pt x="1594645" y="186800"/>
                  </a:lnTo>
                  <a:cubicBezTo>
                    <a:pt x="1610479" y="200145"/>
                    <a:pt x="1616800" y="205472"/>
                    <a:pt x="1623126" y="210805"/>
                  </a:cubicBezTo>
                  <a:cubicBezTo>
                    <a:pt x="1629446" y="216131"/>
                    <a:pt x="1635771" y="221463"/>
                    <a:pt x="1651586" y="234792"/>
                  </a:cubicBezTo>
                  <a:lnTo>
                    <a:pt x="1513282" y="297362"/>
                  </a:lnTo>
                  <a:cubicBezTo>
                    <a:pt x="1521251" y="309150"/>
                    <a:pt x="1525624" y="315622"/>
                    <a:pt x="1529998" y="322095"/>
                  </a:cubicBezTo>
                  <a:cubicBezTo>
                    <a:pt x="1534371" y="328567"/>
                    <a:pt x="1538745" y="335041"/>
                    <a:pt x="1546714" y="346828"/>
                  </a:cubicBezTo>
                  <a:lnTo>
                    <a:pt x="1732628" y="354695"/>
                  </a:lnTo>
                  <a:cubicBezTo>
                    <a:pt x="1736230" y="370096"/>
                    <a:pt x="1737667" y="376249"/>
                    <a:pt x="1739105" y="382403"/>
                  </a:cubicBezTo>
                  <a:cubicBezTo>
                    <a:pt x="1740544" y="388557"/>
                    <a:pt x="1741982" y="394710"/>
                    <a:pt x="1745582" y="410111"/>
                  </a:cubicBezTo>
                  <a:lnTo>
                    <a:pt x="1568296" y="439166"/>
                  </a:lnTo>
                  <a:cubicBezTo>
                    <a:pt x="1565979" y="451553"/>
                    <a:pt x="1564707" y="458355"/>
                    <a:pt x="1563436" y="465158"/>
                  </a:cubicBezTo>
                  <a:cubicBezTo>
                    <a:pt x="1562164" y="471960"/>
                    <a:pt x="1560893" y="478761"/>
                    <a:pt x="1558575" y="491149"/>
                  </a:cubicBezTo>
                  <a:lnTo>
                    <a:pt x="1722015" y="536119"/>
                  </a:lnTo>
                  <a:cubicBezTo>
                    <a:pt x="1712773" y="550913"/>
                    <a:pt x="1709076" y="556827"/>
                    <a:pt x="1705381" y="562738"/>
                  </a:cubicBezTo>
                  <a:cubicBezTo>
                    <a:pt x="1701684" y="568653"/>
                    <a:pt x="1697988" y="574565"/>
                    <a:pt x="1688737" y="589372"/>
                  </a:cubicBezTo>
                  <a:lnTo>
                    <a:pt x="1503132" y="579889"/>
                  </a:lnTo>
                  <a:cubicBezTo>
                    <a:pt x="1490918" y="590748"/>
                    <a:pt x="1484216" y="596704"/>
                    <a:pt x="1477509" y="602665"/>
                  </a:cubicBezTo>
                  <a:cubicBezTo>
                    <a:pt x="1470817" y="608613"/>
                    <a:pt x="1464118" y="614566"/>
                    <a:pt x="1451932" y="625399"/>
                  </a:cubicBezTo>
                  <a:lnTo>
                    <a:pt x="1564636" y="699691"/>
                  </a:lnTo>
                  <a:lnTo>
                    <a:pt x="1541700" y="712715"/>
                  </a:lnTo>
                  <a:cubicBezTo>
                    <a:pt x="1524689" y="722375"/>
                    <a:pt x="1521696" y="724075"/>
                    <a:pt x="1490879" y="741579"/>
                  </a:cubicBezTo>
                  <a:lnTo>
                    <a:pt x="1329031" y="695196"/>
                  </a:lnTo>
                  <a:cubicBezTo>
                    <a:pt x="1318065" y="699275"/>
                    <a:pt x="1309814" y="702345"/>
                    <a:pt x="1302787" y="704958"/>
                  </a:cubicBezTo>
                  <a:cubicBezTo>
                    <a:pt x="1302074" y="705223"/>
                    <a:pt x="1301373" y="705484"/>
                    <a:pt x="1300683" y="705740"/>
                  </a:cubicBezTo>
                  <a:cubicBezTo>
                    <a:pt x="1283419" y="712162"/>
                    <a:pt x="1273081" y="716007"/>
                    <a:pt x="1245208" y="726371"/>
                  </a:cubicBezTo>
                  <a:lnTo>
                    <a:pt x="1287684" y="817148"/>
                  </a:lnTo>
                  <a:lnTo>
                    <a:pt x="1186212" y="840426"/>
                  </a:lnTo>
                  <a:lnTo>
                    <a:pt x="1076123" y="765160"/>
                  </a:lnTo>
                  <a:cubicBezTo>
                    <a:pt x="1061341" y="766817"/>
                    <a:pt x="1050615" y="768021"/>
                    <a:pt x="1041476" y="769047"/>
                  </a:cubicBezTo>
                  <a:cubicBezTo>
                    <a:pt x="1035593" y="769708"/>
                    <a:pt x="1030367" y="770294"/>
                    <a:pt x="1025143" y="770881"/>
                  </a:cubicBezTo>
                  <a:cubicBezTo>
                    <a:pt x="1011802" y="772379"/>
                    <a:pt x="998461" y="773877"/>
                    <a:pt x="974162" y="776602"/>
                  </a:cubicBezTo>
                  <a:lnTo>
                    <a:pt x="939066" y="868163"/>
                  </a:lnTo>
                  <a:lnTo>
                    <a:pt x="827421" y="868804"/>
                  </a:lnTo>
                  <a:lnTo>
                    <a:pt x="788141" y="777665"/>
                  </a:lnTo>
                  <a:cubicBezTo>
                    <a:pt x="763724" y="775219"/>
                    <a:pt x="750318" y="773875"/>
                    <a:pt x="736912" y="772532"/>
                  </a:cubicBezTo>
                  <a:cubicBezTo>
                    <a:pt x="723506" y="771188"/>
                    <a:pt x="710100" y="769845"/>
                    <a:pt x="685682" y="767398"/>
                  </a:cubicBezTo>
                  <a:lnTo>
                    <a:pt x="579087" y="843912"/>
                  </a:lnTo>
                  <a:lnTo>
                    <a:pt x="476569" y="821810"/>
                  </a:lnTo>
                  <a:lnTo>
                    <a:pt x="514850" y="730570"/>
                  </a:lnTo>
                  <a:cubicBezTo>
                    <a:pt x="494538" y="723373"/>
                    <a:pt x="483385" y="719421"/>
                    <a:pt x="472231" y="715469"/>
                  </a:cubicBezTo>
                  <a:cubicBezTo>
                    <a:pt x="461077" y="711517"/>
                    <a:pt x="449923" y="707565"/>
                    <a:pt x="429612" y="700368"/>
                  </a:cubicBezTo>
                  <a:lnTo>
                    <a:pt x="269951" y="748604"/>
                  </a:lnTo>
                  <a:cubicBezTo>
                    <a:pt x="248921" y="737203"/>
                    <a:pt x="240518" y="732646"/>
                    <a:pt x="232116" y="728091"/>
                  </a:cubicBezTo>
                  <a:cubicBezTo>
                    <a:pt x="223713" y="723535"/>
                    <a:pt x="215311" y="718978"/>
                    <a:pt x="194281" y="707578"/>
                  </a:cubicBezTo>
                  <a:lnTo>
                    <a:pt x="303526" y="632008"/>
                  </a:lnTo>
                  <a:cubicBezTo>
                    <a:pt x="290809" y="621290"/>
                    <a:pt x="283835" y="615413"/>
                    <a:pt x="276852" y="609529"/>
                  </a:cubicBezTo>
                  <a:cubicBezTo>
                    <a:pt x="269888" y="603661"/>
                    <a:pt x="262916" y="597787"/>
                    <a:pt x="250235" y="587098"/>
                  </a:cubicBezTo>
                  <a:lnTo>
                    <a:pt x="65116" y="598718"/>
                  </a:lnTo>
                  <a:cubicBezTo>
                    <a:pt x="52949" y="580721"/>
                    <a:pt x="49735" y="575965"/>
                    <a:pt x="44503" y="568224"/>
                  </a:cubicBezTo>
                  <a:cubicBezTo>
                    <a:pt x="41196" y="563330"/>
                    <a:pt x="37082" y="557244"/>
                    <a:pt x="29391" y="545863"/>
                  </a:cubicBezTo>
                  <a:lnTo>
                    <a:pt x="190703" y="499023"/>
                  </a:lnTo>
                  <a:cubicBezTo>
                    <a:pt x="187815" y="486665"/>
                    <a:pt x="186228" y="479880"/>
                    <a:pt x="184642" y="473094"/>
                  </a:cubicBezTo>
                  <a:cubicBezTo>
                    <a:pt x="183056" y="466307"/>
                    <a:pt x="181469" y="459522"/>
                    <a:pt x="178581" y="447165"/>
                  </a:cubicBezTo>
                  <a:lnTo>
                    <a:pt x="0" y="420158"/>
                  </a:lnTo>
                  <a:cubicBezTo>
                    <a:pt x="2887" y="404722"/>
                    <a:pt x="4040" y="398553"/>
                    <a:pt x="5193" y="392385"/>
                  </a:cubicBezTo>
                  <a:close/>
                  <a:moveTo>
                    <a:pt x="1215680" y="434578"/>
                  </a:moveTo>
                  <a:cubicBezTo>
                    <a:pt x="1215680" y="340048"/>
                    <a:pt x="1062156" y="263413"/>
                    <a:pt x="872780" y="263413"/>
                  </a:cubicBezTo>
                  <a:cubicBezTo>
                    <a:pt x="683405" y="263413"/>
                    <a:pt x="529880" y="340048"/>
                    <a:pt x="529880" y="434578"/>
                  </a:cubicBezTo>
                  <a:cubicBezTo>
                    <a:pt x="529880" y="529108"/>
                    <a:pt x="683405" y="605742"/>
                    <a:pt x="872780" y="605742"/>
                  </a:cubicBezTo>
                  <a:cubicBezTo>
                    <a:pt x="1062156" y="605742"/>
                    <a:pt x="1215680" y="529108"/>
                    <a:pt x="1215680" y="434578"/>
                  </a:cubicBezTo>
                  <a:close/>
                  <a:moveTo>
                    <a:pt x="219331" y="317046"/>
                  </a:moveTo>
                  <a:lnTo>
                    <a:pt x="219262" y="317154"/>
                  </a:lnTo>
                  <a:moveTo>
                    <a:pt x="1347596" y="178997"/>
                  </a:moveTo>
                  <a:lnTo>
                    <a:pt x="1383001" y="198195"/>
                  </a:lnTo>
                  <a:lnTo>
                    <a:pt x="1418405" y="217393"/>
                  </a:lnTo>
                  <a:moveTo>
                    <a:pt x="1568296" y="439166"/>
                  </a:moveTo>
                  <a:lnTo>
                    <a:pt x="1563436" y="465158"/>
                  </a:lnTo>
                  <a:moveTo>
                    <a:pt x="1300683" y="705740"/>
                  </a:moveTo>
                  <a:lnTo>
                    <a:pt x="1302787" y="704958"/>
                  </a:lnTo>
                  <a:lnTo>
                    <a:pt x="1329031" y="695196"/>
                  </a:lnTo>
                  <a:moveTo>
                    <a:pt x="1041476" y="769047"/>
                  </a:moveTo>
                  <a:lnTo>
                    <a:pt x="1025143" y="770881"/>
                  </a:lnTo>
                  <a:moveTo>
                    <a:pt x="685682" y="767398"/>
                  </a:moveTo>
                  <a:lnTo>
                    <a:pt x="736912" y="772532"/>
                  </a:lnTo>
                  <a:lnTo>
                    <a:pt x="788141" y="777665"/>
                  </a:lnTo>
                  <a:moveTo>
                    <a:pt x="429612" y="700368"/>
                  </a:moveTo>
                  <a:lnTo>
                    <a:pt x="472231" y="715469"/>
                  </a:lnTo>
                  <a:lnTo>
                    <a:pt x="514850" y="730570"/>
                  </a:lnTo>
                  <a:moveTo>
                    <a:pt x="194281" y="707578"/>
                  </a:moveTo>
                  <a:lnTo>
                    <a:pt x="232116" y="728091"/>
                  </a:lnTo>
                  <a:lnTo>
                    <a:pt x="269951" y="748604"/>
                  </a:lnTo>
                  <a:moveTo>
                    <a:pt x="29391" y="545863"/>
                  </a:moveTo>
                  <a:lnTo>
                    <a:pt x="44503" y="568224"/>
                  </a:lnTo>
                  <a:moveTo>
                    <a:pt x="178581" y="447165"/>
                  </a:moveTo>
                  <a:lnTo>
                    <a:pt x="184642" y="473094"/>
                  </a:lnTo>
                  <a:lnTo>
                    <a:pt x="190703" y="499023"/>
                  </a:lnTo>
                  <a:moveTo>
                    <a:pt x="303207" y="632459"/>
                  </a:moveTo>
                  <a:cubicBezTo>
                    <a:pt x="290825" y="621982"/>
                    <a:pt x="285110" y="612457"/>
                    <a:pt x="276537" y="609600"/>
                  </a:cubicBezTo>
                  <a:cubicBezTo>
                    <a:pt x="267965" y="606742"/>
                    <a:pt x="265107" y="594359"/>
                    <a:pt x="249867" y="586739"/>
                  </a:cubicBezTo>
                  <a:cubicBezTo>
                    <a:pt x="252725" y="614362"/>
                    <a:pt x="249867" y="641984"/>
                    <a:pt x="248915" y="669607"/>
                  </a:cubicBezTo>
                  <a:cubicBezTo>
                    <a:pt x="268917" y="661034"/>
                    <a:pt x="285110" y="643889"/>
                    <a:pt x="303207" y="632459"/>
                  </a:cubicBezTo>
                  <a:moveTo>
                    <a:pt x="190812" y="499109"/>
                  </a:moveTo>
                  <a:cubicBezTo>
                    <a:pt x="187955" y="490537"/>
                    <a:pt x="185097" y="481964"/>
                    <a:pt x="185097" y="473392"/>
                  </a:cubicBezTo>
                  <a:cubicBezTo>
                    <a:pt x="184145" y="463867"/>
                    <a:pt x="183192" y="455295"/>
                    <a:pt x="178430" y="446722"/>
                  </a:cubicBezTo>
                  <a:cubicBezTo>
                    <a:pt x="177477" y="465772"/>
                    <a:pt x="172715" y="484822"/>
                    <a:pt x="178430" y="502920"/>
                  </a:cubicBezTo>
                  <a:cubicBezTo>
                    <a:pt x="183192" y="502920"/>
                    <a:pt x="187002" y="501967"/>
                    <a:pt x="190812" y="499109"/>
                  </a:cubicBezTo>
                  <a:moveTo>
                    <a:pt x="1568127" y="439102"/>
                  </a:moveTo>
                  <a:cubicBezTo>
                    <a:pt x="1564317" y="446722"/>
                    <a:pt x="1562412" y="456247"/>
                    <a:pt x="1563365" y="464820"/>
                  </a:cubicBezTo>
                  <a:cubicBezTo>
                    <a:pt x="1564317" y="472439"/>
                    <a:pt x="1563365" y="479107"/>
                    <a:pt x="1558602" y="491489"/>
                  </a:cubicBezTo>
                  <a:cubicBezTo>
                    <a:pt x="1561460" y="492442"/>
                    <a:pt x="1565270" y="492442"/>
                    <a:pt x="1568127" y="493395"/>
                  </a:cubicBezTo>
                  <a:cubicBezTo>
                    <a:pt x="1561460" y="477202"/>
                    <a:pt x="1572890" y="457200"/>
                    <a:pt x="1568127" y="439102"/>
                  </a:cubicBezTo>
                  <a:moveTo>
                    <a:pt x="1302380" y="1047750"/>
                  </a:moveTo>
                  <a:cubicBezTo>
                    <a:pt x="1311905" y="1047750"/>
                    <a:pt x="1319525" y="1040129"/>
                    <a:pt x="1329050" y="1038225"/>
                  </a:cubicBezTo>
                  <a:cubicBezTo>
                    <a:pt x="1312857" y="924877"/>
                    <a:pt x="1344290" y="808672"/>
                    <a:pt x="1329050" y="695325"/>
                  </a:cubicBezTo>
                  <a:cubicBezTo>
                    <a:pt x="1319525" y="696277"/>
                    <a:pt x="1310952" y="700087"/>
                    <a:pt x="1302380" y="704850"/>
                  </a:cubicBezTo>
                  <a:cubicBezTo>
                    <a:pt x="1302380" y="705802"/>
                    <a:pt x="1301427" y="705802"/>
                    <a:pt x="1300475" y="705802"/>
                  </a:cubicBezTo>
                  <a:cubicBezTo>
                    <a:pt x="1282377" y="708659"/>
                    <a:pt x="1272852" y="716279"/>
                    <a:pt x="1245230" y="726757"/>
                  </a:cubicBezTo>
                  <a:cubicBezTo>
                    <a:pt x="1266185" y="752475"/>
                    <a:pt x="1266185" y="791527"/>
                    <a:pt x="1288092" y="817244"/>
                  </a:cubicBezTo>
                  <a:cubicBezTo>
                    <a:pt x="1271900" y="894397"/>
                    <a:pt x="1270947" y="976312"/>
                    <a:pt x="1288092" y="1053464"/>
                  </a:cubicBezTo>
                  <a:cubicBezTo>
                    <a:pt x="1292855" y="1051559"/>
                    <a:pt x="1297617" y="1049655"/>
                    <a:pt x="1302380" y="1047750"/>
                  </a:cubicBezTo>
                  <a:moveTo>
                    <a:pt x="1025202" y="1113472"/>
                  </a:moveTo>
                  <a:cubicBezTo>
                    <a:pt x="1037585" y="1107757"/>
                    <a:pt x="1051872" y="1103947"/>
                    <a:pt x="1075685" y="1107757"/>
                  </a:cubicBezTo>
                  <a:cubicBezTo>
                    <a:pt x="1067112" y="994409"/>
                    <a:pt x="1079495" y="879157"/>
                    <a:pt x="1075685" y="764857"/>
                  </a:cubicBezTo>
                  <a:cubicBezTo>
                    <a:pt x="1061397" y="763904"/>
                    <a:pt x="1050920" y="767714"/>
                    <a:pt x="1041395" y="768667"/>
                  </a:cubicBezTo>
                  <a:cubicBezTo>
                    <a:pt x="1035680" y="769619"/>
                    <a:pt x="1030917" y="771525"/>
                    <a:pt x="1025202" y="770572"/>
                  </a:cubicBezTo>
                  <a:cubicBezTo>
                    <a:pt x="1011867" y="769619"/>
                    <a:pt x="998532" y="780097"/>
                    <a:pt x="973767" y="776287"/>
                  </a:cubicBezTo>
                  <a:cubicBezTo>
                    <a:pt x="973767" y="890587"/>
                    <a:pt x="980435" y="1004887"/>
                    <a:pt x="973767" y="1119187"/>
                  </a:cubicBezTo>
                  <a:cubicBezTo>
                    <a:pt x="998532" y="1120139"/>
                    <a:pt x="1011867" y="1116330"/>
                    <a:pt x="1025202" y="1113472"/>
                  </a:cubicBezTo>
                  <a:moveTo>
                    <a:pt x="736595" y="1115377"/>
                  </a:moveTo>
                  <a:cubicBezTo>
                    <a:pt x="753740" y="1120139"/>
                    <a:pt x="770885" y="1120139"/>
                    <a:pt x="788030" y="1120139"/>
                  </a:cubicBezTo>
                  <a:cubicBezTo>
                    <a:pt x="800412" y="1006792"/>
                    <a:pt x="787077" y="891539"/>
                    <a:pt x="788030" y="777239"/>
                  </a:cubicBezTo>
                  <a:cubicBezTo>
                    <a:pt x="771837" y="774382"/>
                    <a:pt x="753740" y="772477"/>
                    <a:pt x="736595" y="772477"/>
                  </a:cubicBezTo>
                  <a:cubicBezTo>
                    <a:pt x="719450" y="772477"/>
                    <a:pt x="701352" y="774382"/>
                    <a:pt x="686112" y="767714"/>
                  </a:cubicBezTo>
                  <a:cubicBezTo>
                    <a:pt x="686112" y="882014"/>
                    <a:pt x="681350" y="996314"/>
                    <a:pt x="686112" y="1110614"/>
                  </a:cubicBezTo>
                  <a:cubicBezTo>
                    <a:pt x="702305" y="1107757"/>
                    <a:pt x="720402" y="1112519"/>
                    <a:pt x="736595" y="1115377"/>
                  </a:cubicBezTo>
                  <a:moveTo>
                    <a:pt x="429890" y="1042987"/>
                  </a:moveTo>
                  <a:cubicBezTo>
                    <a:pt x="444177" y="1045844"/>
                    <a:pt x="457512" y="1054417"/>
                    <a:pt x="471800" y="1058227"/>
                  </a:cubicBezTo>
                  <a:cubicBezTo>
                    <a:pt x="473705" y="1059180"/>
                    <a:pt x="474657" y="1060132"/>
                    <a:pt x="476562" y="1060132"/>
                  </a:cubicBezTo>
                  <a:cubicBezTo>
                    <a:pt x="475610" y="980122"/>
                    <a:pt x="481325" y="901064"/>
                    <a:pt x="476562" y="822007"/>
                  </a:cubicBezTo>
                  <a:cubicBezTo>
                    <a:pt x="495612" y="794384"/>
                    <a:pt x="510852" y="762952"/>
                    <a:pt x="514662" y="730567"/>
                  </a:cubicBezTo>
                  <a:cubicBezTo>
                    <a:pt x="499422" y="731519"/>
                    <a:pt x="486087" y="720089"/>
                    <a:pt x="471800" y="715327"/>
                  </a:cubicBezTo>
                  <a:cubicBezTo>
                    <a:pt x="457512" y="710564"/>
                    <a:pt x="444177" y="702944"/>
                    <a:pt x="429890" y="700087"/>
                  </a:cubicBezTo>
                  <a:cubicBezTo>
                    <a:pt x="428937" y="814387"/>
                    <a:pt x="427032" y="928687"/>
                    <a:pt x="429890" y="1042987"/>
                  </a:cubicBezTo>
                  <a:moveTo>
                    <a:pt x="1477640" y="602932"/>
                  </a:moveTo>
                  <a:cubicBezTo>
                    <a:pt x="1470020" y="607694"/>
                    <a:pt x="1466210" y="617219"/>
                    <a:pt x="1451922" y="625792"/>
                  </a:cubicBezTo>
                  <a:cubicBezTo>
                    <a:pt x="1469067" y="637222"/>
                    <a:pt x="1485260" y="648652"/>
                    <a:pt x="1503357" y="659129"/>
                  </a:cubicBezTo>
                  <a:cubicBezTo>
                    <a:pt x="1495737" y="633412"/>
                    <a:pt x="1509072" y="605789"/>
                    <a:pt x="1503357" y="580072"/>
                  </a:cubicBezTo>
                  <a:cubicBezTo>
                    <a:pt x="1493832" y="593407"/>
                    <a:pt x="1484307" y="596264"/>
                    <a:pt x="1477640" y="602932"/>
                  </a:cubicBezTo>
                  <a:moveTo>
                    <a:pt x="1329050" y="1038225"/>
                  </a:moveTo>
                  <a:cubicBezTo>
                    <a:pt x="1319525" y="1044892"/>
                    <a:pt x="1309047" y="1043939"/>
                    <a:pt x="1302380" y="1047750"/>
                  </a:cubicBezTo>
                  <a:cubicBezTo>
                    <a:pt x="1297617" y="1050607"/>
                    <a:pt x="1291902" y="1050607"/>
                    <a:pt x="1288092" y="1053464"/>
                  </a:cubicBezTo>
                  <a:moveTo>
                    <a:pt x="1025202" y="1113472"/>
                  </a:moveTo>
                  <a:moveTo>
                    <a:pt x="788030" y="1120139"/>
                  </a:moveTo>
                  <a:cubicBezTo>
                    <a:pt x="764217" y="1125855"/>
                    <a:pt x="749930" y="1114425"/>
                    <a:pt x="736595" y="1115377"/>
                  </a:cubicBezTo>
                  <a:cubicBezTo>
                    <a:pt x="723260" y="1116330"/>
                    <a:pt x="709925" y="1106805"/>
                    <a:pt x="686112" y="1110614"/>
                  </a:cubicBezTo>
                  <a:moveTo>
                    <a:pt x="476562" y="1060132"/>
                  </a:moveTo>
                  <a:cubicBezTo>
                    <a:pt x="475610" y="1059180"/>
                    <a:pt x="473705" y="1059180"/>
                    <a:pt x="471800" y="1058227"/>
                  </a:cubicBezTo>
                  <a:cubicBezTo>
                    <a:pt x="461322" y="1053464"/>
                    <a:pt x="449892" y="1049655"/>
                    <a:pt x="429890" y="1042987"/>
                  </a:cubicBezTo>
                  <a:moveTo>
                    <a:pt x="1568127" y="439102"/>
                  </a:moveTo>
                  <a:cubicBezTo>
                    <a:pt x="1569080" y="451484"/>
                    <a:pt x="1562412" y="458152"/>
                    <a:pt x="1563365" y="464820"/>
                  </a:cubicBezTo>
                  <a:moveTo>
                    <a:pt x="1329050" y="695325"/>
                  </a:moveTo>
                  <a:cubicBezTo>
                    <a:pt x="1317620" y="699134"/>
                    <a:pt x="1310000" y="703897"/>
                    <a:pt x="1302380" y="704850"/>
                  </a:cubicBezTo>
                  <a:cubicBezTo>
                    <a:pt x="1302380" y="704850"/>
                    <a:pt x="1301427" y="704850"/>
                    <a:pt x="1300475" y="705802"/>
                  </a:cubicBezTo>
                  <a:moveTo>
                    <a:pt x="1041395" y="768667"/>
                  </a:moveTo>
                  <a:cubicBezTo>
                    <a:pt x="1035680" y="771525"/>
                    <a:pt x="1029965" y="770572"/>
                    <a:pt x="1025202" y="770572"/>
                  </a:cubicBezTo>
                  <a:moveTo>
                    <a:pt x="686112" y="767714"/>
                  </a:moveTo>
                  <a:cubicBezTo>
                    <a:pt x="708020" y="777239"/>
                    <a:pt x="723260" y="772477"/>
                    <a:pt x="736595" y="772477"/>
                  </a:cubicBezTo>
                  <a:cubicBezTo>
                    <a:pt x="749930" y="772477"/>
                    <a:pt x="765170" y="768667"/>
                    <a:pt x="788030" y="777239"/>
                  </a:cubicBezTo>
                  <a:moveTo>
                    <a:pt x="514662" y="730567"/>
                  </a:moveTo>
                  <a:cubicBezTo>
                    <a:pt x="493707" y="730567"/>
                    <a:pt x="483230" y="719137"/>
                    <a:pt x="471800" y="715327"/>
                  </a:cubicBezTo>
                  <a:cubicBezTo>
                    <a:pt x="461322" y="711517"/>
                    <a:pt x="449892" y="706754"/>
                    <a:pt x="429890" y="700087"/>
                  </a:cubicBezTo>
                  <a:moveTo>
                    <a:pt x="190812" y="499109"/>
                  </a:moveTo>
                  <a:cubicBezTo>
                    <a:pt x="186050" y="486727"/>
                    <a:pt x="185097" y="480059"/>
                    <a:pt x="185097" y="473392"/>
                  </a:cubicBezTo>
                  <a:cubicBezTo>
                    <a:pt x="185097" y="465772"/>
                    <a:pt x="176525" y="460057"/>
                    <a:pt x="178430" y="446722"/>
                  </a:cubicBezTo>
                  <a:moveTo>
                    <a:pt x="1722432" y="864869"/>
                  </a:moveTo>
                  <a:cubicBezTo>
                    <a:pt x="1728147" y="756284"/>
                    <a:pt x="1730052" y="645794"/>
                    <a:pt x="1722432" y="536257"/>
                  </a:cubicBezTo>
                  <a:cubicBezTo>
                    <a:pt x="1716717" y="552450"/>
                    <a:pt x="1708145" y="556259"/>
                    <a:pt x="1705287" y="562927"/>
                  </a:cubicBezTo>
                  <a:cubicBezTo>
                    <a:pt x="1703382" y="569594"/>
                    <a:pt x="1695762" y="573404"/>
                    <a:pt x="1689095" y="589597"/>
                  </a:cubicBezTo>
                  <a:cubicBezTo>
                    <a:pt x="1707192" y="675322"/>
                    <a:pt x="1700525" y="765809"/>
                    <a:pt x="1689095" y="852487"/>
                  </a:cubicBezTo>
                  <a:cubicBezTo>
                    <a:pt x="1700525" y="856297"/>
                    <a:pt x="1710050" y="862964"/>
                    <a:pt x="1722432" y="864869"/>
                  </a:cubicBezTo>
                  <a:moveTo>
                    <a:pt x="1186175" y="1183005"/>
                  </a:moveTo>
                  <a:cubicBezTo>
                    <a:pt x="1220465" y="1179194"/>
                    <a:pt x="1259517" y="1180147"/>
                    <a:pt x="1288092" y="1160144"/>
                  </a:cubicBezTo>
                  <a:cubicBezTo>
                    <a:pt x="1298570" y="1046797"/>
                    <a:pt x="1278567" y="931544"/>
                    <a:pt x="1288092" y="817244"/>
                  </a:cubicBezTo>
                  <a:cubicBezTo>
                    <a:pt x="1257612" y="834389"/>
                    <a:pt x="1220465" y="838200"/>
                    <a:pt x="1186175" y="840104"/>
                  </a:cubicBezTo>
                  <a:cubicBezTo>
                    <a:pt x="1178555" y="954404"/>
                    <a:pt x="1194747" y="1069657"/>
                    <a:pt x="1186175" y="1183005"/>
                  </a:cubicBezTo>
                  <a:moveTo>
                    <a:pt x="827082" y="1211580"/>
                  </a:moveTo>
                  <a:cubicBezTo>
                    <a:pt x="864230" y="1209675"/>
                    <a:pt x="901377" y="1211580"/>
                    <a:pt x="939477" y="1210627"/>
                  </a:cubicBezTo>
                  <a:cubicBezTo>
                    <a:pt x="936620" y="1096327"/>
                    <a:pt x="923285" y="981075"/>
                    <a:pt x="939477" y="867727"/>
                  </a:cubicBezTo>
                  <a:cubicBezTo>
                    <a:pt x="903282" y="859154"/>
                    <a:pt x="863277" y="879157"/>
                    <a:pt x="827082" y="868679"/>
                  </a:cubicBezTo>
                  <a:cubicBezTo>
                    <a:pt x="819462" y="982979"/>
                    <a:pt x="842322" y="1098232"/>
                    <a:pt x="827082" y="1211580"/>
                  </a:cubicBezTo>
                  <a:moveTo>
                    <a:pt x="476562" y="1164907"/>
                  </a:moveTo>
                  <a:cubicBezTo>
                    <a:pt x="511805" y="1167765"/>
                    <a:pt x="545142" y="1177290"/>
                    <a:pt x="579432" y="1186815"/>
                  </a:cubicBezTo>
                  <a:cubicBezTo>
                    <a:pt x="595625" y="1073467"/>
                    <a:pt x="575622" y="958214"/>
                    <a:pt x="579432" y="843914"/>
                  </a:cubicBezTo>
                  <a:cubicBezTo>
                    <a:pt x="544190" y="848677"/>
                    <a:pt x="510852" y="826769"/>
                    <a:pt x="476562" y="822007"/>
                  </a:cubicBezTo>
                  <a:cubicBezTo>
                    <a:pt x="459417" y="934402"/>
                    <a:pt x="484182" y="1050607"/>
                    <a:pt x="476562" y="1164907"/>
                  </a:cubicBezTo>
                  <a:moveTo>
                    <a:pt x="269870" y="897254"/>
                  </a:moveTo>
                  <a:cubicBezTo>
                    <a:pt x="256535" y="849629"/>
                    <a:pt x="277490" y="797242"/>
                    <a:pt x="269870" y="748664"/>
                  </a:cubicBezTo>
                  <a:cubicBezTo>
                    <a:pt x="256535" y="743902"/>
                    <a:pt x="245105" y="734377"/>
                    <a:pt x="231770" y="727709"/>
                  </a:cubicBezTo>
                  <a:cubicBezTo>
                    <a:pt x="219387" y="721042"/>
                    <a:pt x="206052" y="715327"/>
                    <a:pt x="194622" y="707707"/>
                  </a:cubicBezTo>
                  <a:cubicBezTo>
                    <a:pt x="200337" y="772477"/>
                    <a:pt x="191765" y="838200"/>
                    <a:pt x="194622" y="903922"/>
                  </a:cubicBezTo>
                  <a:cubicBezTo>
                    <a:pt x="218435" y="895350"/>
                    <a:pt x="246057" y="889634"/>
                    <a:pt x="269870" y="897254"/>
                  </a:cubicBezTo>
                  <a:moveTo>
                    <a:pt x="1541457" y="712469"/>
                  </a:moveTo>
                  <a:cubicBezTo>
                    <a:pt x="1550030" y="709612"/>
                    <a:pt x="1558602" y="705802"/>
                    <a:pt x="1564317" y="700087"/>
                  </a:cubicBezTo>
                  <a:cubicBezTo>
                    <a:pt x="1571937" y="800100"/>
                    <a:pt x="1561460" y="900112"/>
                    <a:pt x="1564317" y="1001077"/>
                  </a:cubicBezTo>
                  <a:cubicBezTo>
                    <a:pt x="1540505" y="995362"/>
                    <a:pt x="1513835" y="992504"/>
                    <a:pt x="1490975" y="1000125"/>
                  </a:cubicBezTo>
                  <a:cubicBezTo>
                    <a:pt x="1487165" y="914400"/>
                    <a:pt x="1501452" y="826769"/>
                    <a:pt x="1490975" y="741997"/>
                  </a:cubicBezTo>
                  <a:cubicBezTo>
                    <a:pt x="1525265" y="732472"/>
                    <a:pt x="1522407" y="716279"/>
                    <a:pt x="1541457" y="712469"/>
                  </a:cubicBezTo>
                  <a:moveTo>
                    <a:pt x="44127" y="568642"/>
                  </a:moveTo>
                  <a:cubicBezTo>
                    <a:pt x="49842" y="575309"/>
                    <a:pt x="53652" y="580072"/>
                    <a:pt x="65082" y="599122"/>
                  </a:cubicBezTo>
                  <a:cubicBezTo>
                    <a:pt x="66035" y="648652"/>
                    <a:pt x="58415" y="699134"/>
                    <a:pt x="65082" y="749617"/>
                  </a:cubicBezTo>
                  <a:cubicBezTo>
                    <a:pt x="55557" y="758189"/>
                    <a:pt x="41270" y="759142"/>
                    <a:pt x="29840" y="765809"/>
                  </a:cubicBezTo>
                  <a:cubicBezTo>
                    <a:pt x="28887" y="692467"/>
                    <a:pt x="28887" y="619125"/>
                    <a:pt x="29840" y="545782"/>
                  </a:cubicBezTo>
                  <a:cubicBezTo>
                    <a:pt x="32697" y="554354"/>
                    <a:pt x="42222" y="559117"/>
                    <a:pt x="44127" y="568642"/>
                  </a:cubicBezTo>
                  <a:moveTo>
                    <a:pt x="1541457" y="712469"/>
                  </a:moveTo>
                  <a:moveTo>
                    <a:pt x="269870" y="748664"/>
                  </a:moveTo>
                  <a:cubicBezTo>
                    <a:pt x="247962" y="740092"/>
                    <a:pt x="239390" y="734377"/>
                    <a:pt x="231770" y="727709"/>
                  </a:cubicBezTo>
                  <a:cubicBezTo>
                    <a:pt x="225102" y="721994"/>
                    <a:pt x="216530" y="716279"/>
                    <a:pt x="194622" y="707707"/>
                  </a:cubicBezTo>
                  <a:moveTo>
                    <a:pt x="29840" y="545782"/>
                  </a:moveTo>
                  <a:cubicBezTo>
                    <a:pt x="36507" y="557212"/>
                    <a:pt x="41270" y="563879"/>
                    <a:pt x="44127" y="568642"/>
                  </a:cubicBezTo>
                  <a:moveTo>
                    <a:pt x="1745292" y="410527"/>
                  </a:moveTo>
                  <a:cubicBezTo>
                    <a:pt x="1687190" y="421957"/>
                    <a:pt x="1628135" y="445770"/>
                    <a:pt x="1568127" y="439102"/>
                  </a:cubicBezTo>
                  <a:cubicBezTo>
                    <a:pt x="1563365" y="457200"/>
                    <a:pt x="1568127" y="475297"/>
                    <a:pt x="1568127" y="493395"/>
                  </a:cubicBezTo>
                  <a:cubicBezTo>
                    <a:pt x="1619562" y="509587"/>
                    <a:pt x="1671950" y="518159"/>
                    <a:pt x="1722432" y="536257"/>
                  </a:cubicBezTo>
                  <a:cubicBezTo>
                    <a:pt x="1710050" y="608647"/>
                    <a:pt x="1711955" y="683894"/>
                    <a:pt x="1722432" y="757237"/>
                  </a:cubicBezTo>
                  <a:cubicBezTo>
                    <a:pt x="1730052" y="754379"/>
                    <a:pt x="1737672" y="753427"/>
                    <a:pt x="1745292" y="753427"/>
                  </a:cubicBezTo>
                  <a:cubicBezTo>
                    <a:pt x="1747197" y="639127"/>
                    <a:pt x="1743387" y="523875"/>
                    <a:pt x="1745292" y="410527"/>
                  </a:cubicBezTo>
                  <a:moveTo>
                    <a:pt x="1651947" y="234314"/>
                  </a:moveTo>
                  <a:cubicBezTo>
                    <a:pt x="1602417" y="246697"/>
                    <a:pt x="1557650" y="273367"/>
                    <a:pt x="1512882" y="297179"/>
                  </a:cubicBezTo>
                  <a:cubicBezTo>
                    <a:pt x="1520502" y="309562"/>
                    <a:pt x="1523360" y="317182"/>
                    <a:pt x="1530027" y="321945"/>
                  </a:cubicBezTo>
                  <a:cubicBezTo>
                    <a:pt x="1536695" y="326707"/>
                    <a:pt x="1535742" y="338137"/>
                    <a:pt x="1547172" y="346709"/>
                  </a:cubicBezTo>
                  <a:cubicBezTo>
                    <a:pt x="1581462" y="344804"/>
                    <a:pt x="1616705" y="352425"/>
                    <a:pt x="1651947" y="351472"/>
                  </a:cubicBezTo>
                  <a:cubicBezTo>
                    <a:pt x="1640517" y="314325"/>
                    <a:pt x="1656710" y="273367"/>
                    <a:pt x="1651947" y="234314"/>
                  </a:cubicBezTo>
                  <a:moveTo>
                    <a:pt x="1423347" y="93344"/>
                  </a:moveTo>
                  <a:cubicBezTo>
                    <a:pt x="1401440" y="124777"/>
                    <a:pt x="1373817" y="151447"/>
                    <a:pt x="1347147" y="179070"/>
                  </a:cubicBezTo>
                  <a:cubicBezTo>
                    <a:pt x="1360482" y="183832"/>
                    <a:pt x="1372865" y="189547"/>
                    <a:pt x="1383342" y="198120"/>
                  </a:cubicBezTo>
                  <a:cubicBezTo>
                    <a:pt x="1393820" y="206692"/>
                    <a:pt x="1405250" y="215264"/>
                    <a:pt x="1418585" y="217170"/>
                  </a:cubicBezTo>
                  <a:cubicBezTo>
                    <a:pt x="1430967" y="178117"/>
                    <a:pt x="1410012" y="133350"/>
                    <a:pt x="1423347" y="93344"/>
                  </a:cubicBezTo>
                  <a:moveTo>
                    <a:pt x="318447" y="223837"/>
                  </a:moveTo>
                  <a:cubicBezTo>
                    <a:pt x="335592" y="203834"/>
                    <a:pt x="363215" y="195262"/>
                    <a:pt x="387027" y="184784"/>
                  </a:cubicBezTo>
                  <a:cubicBezTo>
                    <a:pt x="357500" y="160020"/>
                    <a:pt x="339402" y="122872"/>
                    <a:pt x="307970" y="100012"/>
                  </a:cubicBezTo>
                  <a:cubicBezTo>
                    <a:pt x="307017" y="140970"/>
                    <a:pt x="307017" y="181927"/>
                    <a:pt x="307970" y="221932"/>
                  </a:cubicBezTo>
                  <a:cubicBezTo>
                    <a:pt x="310827" y="223837"/>
                    <a:pt x="314637" y="223837"/>
                    <a:pt x="318447" y="223837"/>
                  </a:cubicBezTo>
                  <a:moveTo>
                    <a:pt x="219387" y="317182"/>
                  </a:moveTo>
                  <a:cubicBezTo>
                    <a:pt x="222245" y="313372"/>
                    <a:pt x="225102" y="309562"/>
                    <a:pt x="227007" y="304800"/>
                  </a:cubicBezTo>
                  <a:cubicBezTo>
                    <a:pt x="183192" y="278129"/>
                    <a:pt x="134615" y="259079"/>
                    <a:pt x="86037" y="243839"/>
                  </a:cubicBezTo>
                  <a:cubicBezTo>
                    <a:pt x="90800" y="281939"/>
                    <a:pt x="73655" y="323850"/>
                    <a:pt x="86037" y="360997"/>
                  </a:cubicBezTo>
                  <a:cubicBezTo>
                    <a:pt x="122232" y="355282"/>
                    <a:pt x="159380" y="349567"/>
                    <a:pt x="195575" y="354329"/>
                  </a:cubicBezTo>
                  <a:cubicBezTo>
                    <a:pt x="209862" y="337184"/>
                    <a:pt x="215577" y="332422"/>
                    <a:pt x="219387" y="317182"/>
                  </a:cubicBezTo>
                  <a:moveTo>
                    <a:pt x="178430" y="446722"/>
                  </a:moveTo>
                  <a:cubicBezTo>
                    <a:pt x="123185" y="423862"/>
                    <a:pt x="54605" y="446722"/>
                    <a:pt x="312" y="420052"/>
                  </a:cubicBezTo>
                  <a:cubicBezTo>
                    <a:pt x="8885" y="534352"/>
                    <a:pt x="312" y="648652"/>
                    <a:pt x="312" y="762952"/>
                  </a:cubicBezTo>
                  <a:cubicBezTo>
                    <a:pt x="8885" y="762952"/>
                    <a:pt x="17457" y="765809"/>
                    <a:pt x="26030" y="766762"/>
                  </a:cubicBezTo>
                  <a:cubicBezTo>
                    <a:pt x="26982" y="766762"/>
                    <a:pt x="27935" y="765809"/>
                    <a:pt x="29840" y="765809"/>
                  </a:cubicBezTo>
                  <a:cubicBezTo>
                    <a:pt x="30792" y="692467"/>
                    <a:pt x="41270" y="618172"/>
                    <a:pt x="29840" y="545782"/>
                  </a:cubicBezTo>
                  <a:cubicBezTo>
                    <a:pt x="78417" y="530542"/>
                    <a:pt x="130805" y="521969"/>
                    <a:pt x="178430" y="502920"/>
                  </a:cubicBezTo>
                  <a:cubicBezTo>
                    <a:pt x="178430" y="483870"/>
                    <a:pt x="177477" y="465772"/>
                    <a:pt x="178430" y="446722"/>
                  </a:cubicBezTo>
                  <a:moveTo>
                    <a:pt x="249867" y="586739"/>
                  </a:moveTo>
                  <a:cubicBezTo>
                    <a:pt x="188907" y="596264"/>
                    <a:pt x="126995" y="598169"/>
                    <a:pt x="65082" y="599122"/>
                  </a:cubicBezTo>
                  <a:cubicBezTo>
                    <a:pt x="66035" y="648652"/>
                    <a:pt x="73655" y="700087"/>
                    <a:pt x="65082" y="749617"/>
                  </a:cubicBezTo>
                  <a:cubicBezTo>
                    <a:pt x="71750" y="743902"/>
                    <a:pt x="80322" y="740092"/>
                    <a:pt x="87942" y="738187"/>
                  </a:cubicBezTo>
                  <a:cubicBezTo>
                    <a:pt x="117470" y="749617"/>
                    <a:pt x="149855" y="751522"/>
                    <a:pt x="176525" y="766762"/>
                  </a:cubicBezTo>
                  <a:cubicBezTo>
                    <a:pt x="178430" y="813434"/>
                    <a:pt x="174620" y="859154"/>
                    <a:pt x="176525" y="904875"/>
                  </a:cubicBezTo>
                  <a:cubicBezTo>
                    <a:pt x="181287" y="902017"/>
                    <a:pt x="187955" y="903922"/>
                    <a:pt x="194622" y="902969"/>
                  </a:cubicBezTo>
                  <a:cubicBezTo>
                    <a:pt x="191765" y="838200"/>
                    <a:pt x="202242" y="772477"/>
                    <a:pt x="194622" y="707707"/>
                  </a:cubicBezTo>
                  <a:cubicBezTo>
                    <a:pt x="210815" y="693419"/>
                    <a:pt x="232722" y="684847"/>
                    <a:pt x="248915" y="669607"/>
                  </a:cubicBezTo>
                  <a:cubicBezTo>
                    <a:pt x="259392" y="644842"/>
                    <a:pt x="246057" y="614362"/>
                    <a:pt x="249867" y="586739"/>
                  </a:cubicBezTo>
                  <a:moveTo>
                    <a:pt x="1329050" y="1038225"/>
                  </a:moveTo>
                  <a:cubicBezTo>
                    <a:pt x="1349052" y="1039177"/>
                    <a:pt x="1368102" y="1048702"/>
                    <a:pt x="1387152" y="1054417"/>
                  </a:cubicBezTo>
                  <a:cubicBezTo>
                    <a:pt x="1386200" y="1051559"/>
                    <a:pt x="1387152" y="1046797"/>
                    <a:pt x="1387152" y="1042987"/>
                  </a:cubicBezTo>
                  <a:cubicBezTo>
                    <a:pt x="1395725" y="1027747"/>
                    <a:pt x="1405250" y="1012507"/>
                    <a:pt x="1415727" y="999172"/>
                  </a:cubicBezTo>
                  <a:cubicBezTo>
                    <a:pt x="1440492" y="997267"/>
                    <a:pt x="1466210" y="998219"/>
                    <a:pt x="1490975" y="1000125"/>
                  </a:cubicBezTo>
                  <a:cubicBezTo>
                    <a:pt x="1488117" y="913447"/>
                    <a:pt x="1475735" y="826769"/>
                    <a:pt x="1490975" y="741997"/>
                  </a:cubicBezTo>
                  <a:cubicBezTo>
                    <a:pt x="1437635" y="722947"/>
                    <a:pt x="1380485" y="717232"/>
                    <a:pt x="1329050" y="695325"/>
                  </a:cubicBezTo>
                  <a:cubicBezTo>
                    <a:pt x="1330002" y="809625"/>
                    <a:pt x="1325240" y="923925"/>
                    <a:pt x="1329050" y="1038225"/>
                  </a:cubicBezTo>
                  <a:moveTo>
                    <a:pt x="1075685" y="1107757"/>
                  </a:moveTo>
                  <a:cubicBezTo>
                    <a:pt x="1102355" y="1143952"/>
                    <a:pt x="1147122" y="1162050"/>
                    <a:pt x="1186175" y="1183005"/>
                  </a:cubicBezTo>
                  <a:cubicBezTo>
                    <a:pt x="1177602" y="1069657"/>
                    <a:pt x="1189032" y="954404"/>
                    <a:pt x="1186175" y="840104"/>
                  </a:cubicBezTo>
                  <a:cubicBezTo>
                    <a:pt x="1149980" y="815339"/>
                    <a:pt x="1107117" y="796289"/>
                    <a:pt x="1075685" y="764857"/>
                  </a:cubicBezTo>
                  <a:cubicBezTo>
                    <a:pt x="1077590" y="879157"/>
                    <a:pt x="1068065" y="994409"/>
                    <a:pt x="1075685" y="1107757"/>
                  </a:cubicBezTo>
                  <a:moveTo>
                    <a:pt x="939477" y="1210627"/>
                  </a:moveTo>
                  <a:cubicBezTo>
                    <a:pt x="947097" y="1179194"/>
                    <a:pt x="956622" y="1146809"/>
                    <a:pt x="973767" y="1119187"/>
                  </a:cubicBezTo>
                  <a:cubicBezTo>
                    <a:pt x="961385" y="1005839"/>
                    <a:pt x="990912" y="889634"/>
                    <a:pt x="973767" y="776287"/>
                  </a:cubicBezTo>
                  <a:cubicBezTo>
                    <a:pt x="963290" y="807719"/>
                    <a:pt x="956622" y="840104"/>
                    <a:pt x="939477" y="867727"/>
                  </a:cubicBezTo>
                  <a:cubicBezTo>
                    <a:pt x="928047" y="982027"/>
                    <a:pt x="952812" y="1097280"/>
                    <a:pt x="939477" y="1210627"/>
                  </a:cubicBezTo>
                  <a:moveTo>
                    <a:pt x="788030" y="1120139"/>
                  </a:moveTo>
                  <a:cubicBezTo>
                    <a:pt x="802317" y="1150619"/>
                    <a:pt x="805175" y="1187767"/>
                    <a:pt x="827082" y="1211580"/>
                  </a:cubicBezTo>
                  <a:cubicBezTo>
                    <a:pt x="819462" y="1097280"/>
                    <a:pt x="837560" y="982979"/>
                    <a:pt x="827082" y="868679"/>
                  </a:cubicBezTo>
                  <a:cubicBezTo>
                    <a:pt x="808985" y="842009"/>
                    <a:pt x="802317" y="807719"/>
                    <a:pt x="788030" y="777239"/>
                  </a:cubicBezTo>
                  <a:cubicBezTo>
                    <a:pt x="779457" y="891539"/>
                    <a:pt x="789935" y="1005839"/>
                    <a:pt x="788030" y="1120139"/>
                  </a:cubicBezTo>
                  <a:moveTo>
                    <a:pt x="579432" y="1186815"/>
                  </a:moveTo>
                  <a:cubicBezTo>
                    <a:pt x="609912" y="1155382"/>
                    <a:pt x="647060" y="1131569"/>
                    <a:pt x="686112" y="1110614"/>
                  </a:cubicBezTo>
                  <a:cubicBezTo>
                    <a:pt x="679445" y="996314"/>
                    <a:pt x="688970" y="882014"/>
                    <a:pt x="686112" y="767714"/>
                  </a:cubicBezTo>
                  <a:cubicBezTo>
                    <a:pt x="650870" y="794384"/>
                    <a:pt x="612770" y="815339"/>
                    <a:pt x="579432" y="843914"/>
                  </a:cubicBezTo>
                  <a:cubicBezTo>
                    <a:pt x="574670" y="958214"/>
                    <a:pt x="589910" y="1072514"/>
                    <a:pt x="579432" y="1186815"/>
                  </a:cubicBezTo>
                  <a:moveTo>
                    <a:pt x="1503357" y="580072"/>
                  </a:moveTo>
                  <a:cubicBezTo>
                    <a:pt x="1564317" y="590550"/>
                    <a:pt x="1627182" y="580072"/>
                    <a:pt x="1689095" y="589597"/>
                  </a:cubicBezTo>
                  <a:cubicBezTo>
                    <a:pt x="1692905" y="677227"/>
                    <a:pt x="1705287" y="766762"/>
                    <a:pt x="1689095" y="852487"/>
                  </a:cubicBezTo>
                  <a:cubicBezTo>
                    <a:pt x="1684332" y="849629"/>
                    <a:pt x="1679570" y="846772"/>
                    <a:pt x="1673855" y="846772"/>
                  </a:cubicBezTo>
                  <a:cubicBezTo>
                    <a:pt x="1649090" y="857250"/>
                    <a:pt x="1623372" y="864869"/>
                    <a:pt x="1598607" y="874394"/>
                  </a:cubicBezTo>
                  <a:cubicBezTo>
                    <a:pt x="1600512" y="891539"/>
                    <a:pt x="1597655" y="909637"/>
                    <a:pt x="1598607" y="927734"/>
                  </a:cubicBezTo>
                  <a:cubicBezTo>
                    <a:pt x="1588130" y="923925"/>
                    <a:pt x="1575747" y="927734"/>
                    <a:pt x="1564317" y="925829"/>
                  </a:cubicBezTo>
                  <a:cubicBezTo>
                    <a:pt x="1575747" y="851534"/>
                    <a:pt x="1570985" y="775334"/>
                    <a:pt x="1564317" y="700087"/>
                  </a:cubicBezTo>
                  <a:cubicBezTo>
                    <a:pt x="1542410" y="689609"/>
                    <a:pt x="1523360" y="673417"/>
                    <a:pt x="1503357" y="659129"/>
                  </a:cubicBezTo>
                  <a:cubicBezTo>
                    <a:pt x="1502405" y="632459"/>
                    <a:pt x="1497642" y="605789"/>
                    <a:pt x="1503357" y="580072"/>
                  </a:cubicBezTo>
                  <a:moveTo>
                    <a:pt x="872802" y="263842"/>
                  </a:moveTo>
                  <a:cubicBezTo>
                    <a:pt x="683255" y="263842"/>
                    <a:pt x="546095" y="341947"/>
                    <a:pt x="529902" y="435292"/>
                  </a:cubicBezTo>
                  <a:cubicBezTo>
                    <a:pt x="518472" y="501967"/>
                    <a:pt x="607055" y="578167"/>
                    <a:pt x="726117" y="589597"/>
                  </a:cubicBezTo>
                  <a:cubicBezTo>
                    <a:pt x="770885" y="581977"/>
                    <a:pt x="822320" y="557212"/>
                    <a:pt x="872802" y="573404"/>
                  </a:cubicBezTo>
                  <a:cubicBezTo>
                    <a:pt x="923285" y="588644"/>
                    <a:pt x="978530" y="569594"/>
                    <a:pt x="1019487" y="589597"/>
                  </a:cubicBezTo>
                  <a:cubicBezTo>
                    <a:pt x="1133787" y="554354"/>
                    <a:pt x="1211892" y="502920"/>
                    <a:pt x="1215702" y="435292"/>
                  </a:cubicBezTo>
                  <a:cubicBezTo>
                    <a:pt x="1221417" y="340042"/>
                    <a:pt x="1062350" y="274320"/>
                    <a:pt x="872802" y="263842"/>
                  </a:cubicBezTo>
                  <a:moveTo>
                    <a:pt x="269870" y="748664"/>
                  </a:moveTo>
                  <a:cubicBezTo>
                    <a:pt x="325115" y="741044"/>
                    <a:pt x="375597" y="712469"/>
                    <a:pt x="429890" y="700087"/>
                  </a:cubicBezTo>
                  <a:cubicBezTo>
                    <a:pt x="411792" y="776287"/>
                    <a:pt x="423222" y="857250"/>
                    <a:pt x="429890" y="934402"/>
                  </a:cubicBezTo>
                  <a:cubicBezTo>
                    <a:pt x="411792" y="922972"/>
                    <a:pt x="395600" y="906779"/>
                    <a:pt x="386075" y="887729"/>
                  </a:cubicBezTo>
                  <a:cubicBezTo>
                    <a:pt x="347022" y="892492"/>
                    <a:pt x="307970" y="890587"/>
                    <a:pt x="269870" y="897254"/>
                  </a:cubicBezTo>
                  <a:cubicBezTo>
                    <a:pt x="259392" y="848677"/>
                    <a:pt x="264155" y="798194"/>
                    <a:pt x="269870" y="748664"/>
                  </a:cubicBezTo>
                  <a:moveTo>
                    <a:pt x="429890" y="934402"/>
                  </a:moveTo>
                  <a:cubicBezTo>
                    <a:pt x="443225" y="967739"/>
                    <a:pt x="433700" y="1007744"/>
                    <a:pt x="429890" y="1042987"/>
                  </a:cubicBezTo>
                  <a:moveTo>
                    <a:pt x="219387" y="317182"/>
                  </a:moveTo>
                  <a:moveTo>
                    <a:pt x="1418585" y="217170"/>
                  </a:moveTo>
                  <a:cubicBezTo>
                    <a:pt x="1402392" y="207645"/>
                    <a:pt x="1391915" y="202882"/>
                    <a:pt x="1383342" y="198120"/>
                  </a:cubicBezTo>
                  <a:cubicBezTo>
                    <a:pt x="1373817" y="193357"/>
                    <a:pt x="1365245" y="186689"/>
                    <a:pt x="1347147" y="179070"/>
                  </a:cubicBezTo>
                  <a:moveTo>
                    <a:pt x="5075" y="392429"/>
                  </a:moveTo>
                  <a:cubicBezTo>
                    <a:pt x="5075" y="387667"/>
                    <a:pt x="10790" y="364807"/>
                    <a:pt x="10790" y="364807"/>
                  </a:cubicBezTo>
                  <a:cubicBezTo>
                    <a:pt x="71750" y="371475"/>
                    <a:pt x="135567" y="366712"/>
                    <a:pt x="195575" y="354329"/>
                  </a:cubicBezTo>
                  <a:cubicBezTo>
                    <a:pt x="211767" y="339089"/>
                    <a:pt x="207957" y="327659"/>
                    <a:pt x="219387" y="317182"/>
                  </a:cubicBezTo>
                  <a:cubicBezTo>
                    <a:pt x="223197" y="313372"/>
                    <a:pt x="224150" y="308609"/>
                    <a:pt x="227007" y="304800"/>
                  </a:cubicBezTo>
                  <a:cubicBezTo>
                    <a:pt x="176525" y="294322"/>
                    <a:pt x="134615" y="260032"/>
                    <a:pt x="86037" y="243839"/>
                  </a:cubicBezTo>
                  <a:cubicBezTo>
                    <a:pt x="90800" y="237172"/>
                    <a:pt x="97467" y="233362"/>
                    <a:pt x="103182" y="227647"/>
                  </a:cubicBezTo>
                  <a:cubicBezTo>
                    <a:pt x="115565" y="217170"/>
                    <a:pt x="112707" y="207645"/>
                    <a:pt x="140330" y="195262"/>
                  </a:cubicBezTo>
                  <a:cubicBezTo>
                    <a:pt x="199385" y="205739"/>
                    <a:pt x="260345" y="208597"/>
                    <a:pt x="318447" y="223837"/>
                  </a:cubicBezTo>
                  <a:cubicBezTo>
                    <a:pt x="341307" y="210502"/>
                    <a:pt x="363215" y="196214"/>
                    <a:pt x="387027" y="184784"/>
                  </a:cubicBezTo>
                  <a:cubicBezTo>
                    <a:pt x="364167" y="153352"/>
                    <a:pt x="328925" y="132397"/>
                    <a:pt x="307970" y="100012"/>
                  </a:cubicBezTo>
                  <a:cubicBezTo>
                    <a:pt x="324162" y="95250"/>
                    <a:pt x="333687" y="89534"/>
                    <a:pt x="341307" y="87629"/>
                  </a:cubicBezTo>
                  <a:cubicBezTo>
                    <a:pt x="357500" y="82867"/>
                    <a:pt x="365120" y="82867"/>
                    <a:pt x="397505" y="66675"/>
                  </a:cubicBezTo>
                  <a:cubicBezTo>
                    <a:pt x="445130" y="84772"/>
                    <a:pt x="496565" y="98107"/>
                    <a:pt x="536570" y="128587"/>
                  </a:cubicBezTo>
                  <a:cubicBezTo>
                    <a:pt x="558477" y="120967"/>
                    <a:pt x="573717" y="124777"/>
                    <a:pt x="584195" y="118109"/>
                  </a:cubicBezTo>
                  <a:cubicBezTo>
                    <a:pt x="594672" y="111442"/>
                    <a:pt x="608007" y="105727"/>
                    <a:pt x="631820" y="107632"/>
                  </a:cubicBezTo>
                  <a:cubicBezTo>
                    <a:pt x="640392" y="77152"/>
                    <a:pt x="640392" y="41909"/>
                    <a:pt x="628010" y="14287"/>
                  </a:cubicBezTo>
                  <a:cubicBezTo>
                    <a:pt x="658490" y="16192"/>
                    <a:pt x="669920" y="10477"/>
                    <a:pt x="682302" y="7619"/>
                  </a:cubicBezTo>
                  <a:cubicBezTo>
                    <a:pt x="693732" y="5714"/>
                    <a:pt x="707067" y="8572"/>
                    <a:pt x="736595" y="1904"/>
                  </a:cubicBezTo>
                  <a:cubicBezTo>
                    <a:pt x="759455" y="32384"/>
                    <a:pt x="789935" y="56197"/>
                    <a:pt x="812795" y="86677"/>
                  </a:cubicBezTo>
                  <a:cubicBezTo>
                    <a:pt x="836607" y="94297"/>
                    <a:pt x="851847" y="83819"/>
                    <a:pt x="865182" y="86677"/>
                  </a:cubicBezTo>
                  <a:cubicBezTo>
                    <a:pt x="878517" y="89534"/>
                    <a:pt x="893757" y="92392"/>
                    <a:pt x="917570" y="86677"/>
                  </a:cubicBezTo>
                  <a:cubicBezTo>
                    <a:pt x="944240" y="60007"/>
                    <a:pt x="967100" y="29527"/>
                    <a:pt x="989960" y="0"/>
                  </a:cubicBezTo>
                  <a:cubicBezTo>
                    <a:pt x="1035680" y="4762"/>
                    <a:pt x="1040442" y="1904"/>
                    <a:pt x="1066160" y="7619"/>
                  </a:cubicBezTo>
                  <a:cubicBezTo>
                    <a:pt x="1073780" y="10477"/>
                    <a:pt x="1084257" y="12382"/>
                    <a:pt x="1099497" y="11429"/>
                  </a:cubicBezTo>
                  <a:cubicBezTo>
                    <a:pt x="1094735" y="41909"/>
                    <a:pt x="1099497" y="73342"/>
                    <a:pt x="1099497" y="104775"/>
                  </a:cubicBezTo>
                  <a:cubicBezTo>
                    <a:pt x="1119500" y="117157"/>
                    <a:pt x="1135692" y="112395"/>
                    <a:pt x="1148075" y="115252"/>
                  </a:cubicBezTo>
                  <a:cubicBezTo>
                    <a:pt x="1160457" y="117157"/>
                    <a:pt x="1172840" y="119062"/>
                    <a:pt x="1195700" y="124777"/>
                  </a:cubicBezTo>
                  <a:cubicBezTo>
                    <a:pt x="1240467" y="102869"/>
                    <a:pt x="1282377" y="67627"/>
                    <a:pt x="1331907" y="61912"/>
                  </a:cubicBezTo>
                  <a:cubicBezTo>
                    <a:pt x="1352862" y="78104"/>
                    <a:pt x="1367150" y="74294"/>
                    <a:pt x="1377627" y="77152"/>
                  </a:cubicBezTo>
                  <a:cubicBezTo>
                    <a:pt x="1387152" y="80962"/>
                    <a:pt x="1396677" y="86677"/>
                    <a:pt x="1423347" y="93344"/>
                  </a:cubicBezTo>
                  <a:cubicBezTo>
                    <a:pt x="1389057" y="110489"/>
                    <a:pt x="1369055" y="147637"/>
                    <a:pt x="1347147" y="179070"/>
                  </a:cubicBezTo>
                  <a:cubicBezTo>
                    <a:pt x="1366197" y="184784"/>
                    <a:pt x="1374770" y="191452"/>
                    <a:pt x="1383342" y="198120"/>
                  </a:cubicBezTo>
                  <a:cubicBezTo>
                    <a:pt x="1391915" y="204787"/>
                    <a:pt x="1402392" y="206692"/>
                    <a:pt x="1418585" y="217170"/>
                  </a:cubicBezTo>
                  <a:cubicBezTo>
                    <a:pt x="1477640" y="212407"/>
                    <a:pt x="1535742" y="179070"/>
                    <a:pt x="1594797" y="186689"/>
                  </a:cubicBezTo>
                  <a:cubicBezTo>
                    <a:pt x="1610037" y="200977"/>
                    <a:pt x="1618610" y="203834"/>
                    <a:pt x="1623372" y="210502"/>
                  </a:cubicBezTo>
                  <a:cubicBezTo>
                    <a:pt x="1627182" y="218122"/>
                    <a:pt x="1632897" y="226695"/>
                    <a:pt x="1651947" y="235267"/>
                  </a:cubicBezTo>
                  <a:cubicBezTo>
                    <a:pt x="1603370" y="249554"/>
                    <a:pt x="1555745" y="269557"/>
                    <a:pt x="1512882" y="297179"/>
                  </a:cubicBezTo>
                  <a:cubicBezTo>
                    <a:pt x="1519550" y="310514"/>
                    <a:pt x="1525265" y="316229"/>
                    <a:pt x="1530027" y="321945"/>
                  </a:cubicBezTo>
                  <a:cubicBezTo>
                    <a:pt x="1534790" y="328612"/>
                    <a:pt x="1543362" y="333375"/>
                    <a:pt x="1547172" y="346709"/>
                  </a:cubicBezTo>
                  <a:cubicBezTo>
                    <a:pt x="1608132" y="340995"/>
                    <a:pt x="1670997" y="362902"/>
                    <a:pt x="1732910" y="354329"/>
                  </a:cubicBezTo>
                  <a:cubicBezTo>
                    <a:pt x="1737672" y="369570"/>
                    <a:pt x="1735767" y="377189"/>
                    <a:pt x="1739577" y="381952"/>
                  </a:cubicBezTo>
                  <a:cubicBezTo>
                    <a:pt x="1742435" y="387667"/>
                    <a:pt x="1737672" y="396239"/>
                    <a:pt x="1745292" y="410527"/>
                  </a:cubicBezTo>
                  <a:cubicBezTo>
                    <a:pt x="1686237" y="416242"/>
                    <a:pt x="1628135" y="433387"/>
                    <a:pt x="1568127" y="439102"/>
                  </a:cubicBezTo>
                  <a:cubicBezTo>
                    <a:pt x="1568127" y="451484"/>
                    <a:pt x="1562412" y="458152"/>
                    <a:pt x="1563365" y="464820"/>
                  </a:cubicBezTo>
                  <a:cubicBezTo>
                    <a:pt x="1564317" y="471487"/>
                    <a:pt x="1564317" y="480059"/>
                    <a:pt x="1558602" y="491489"/>
                  </a:cubicBezTo>
                  <a:cubicBezTo>
                    <a:pt x="1613847" y="502920"/>
                    <a:pt x="1665282" y="533400"/>
                    <a:pt x="1722432" y="536257"/>
                  </a:cubicBezTo>
                  <a:cubicBezTo>
                    <a:pt x="1709097" y="547687"/>
                    <a:pt x="1710050" y="557212"/>
                    <a:pt x="1705287" y="562927"/>
                  </a:cubicBezTo>
                  <a:cubicBezTo>
                    <a:pt x="1700525" y="567689"/>
                    <a:pt x="1699572" y="576262"/>
                    <a:pt x="1689095" y="589597"/>
                  </a:cubicBezTo>
                  <a:cubicBezTo>
                    <a:pt x="1627182" y="581025"/>
                    <a:pt x="1564317" y="587692"/>
                    <a:pt x="1503357" y="580072"/>
                  </a:cubicBezTo>
                  <a:cubicBezTo>
                    <a:pt x="1493832" y="593407"/>
                    <a:pt x="1482402" y="595312"/>
                    <a:pt x="1477640" y="602932"/>
                  </a:cubicBezTo>
                  <a:cubicBezTo>
                    <a:pt x="1471925" y="609600"/>
                    <a:pt x="1466210" y="618172"/>
                    <a:pt x="1451922" y="625792"/>
                  </a:cubicBezTo>
                  <a:cubicBezTo>
                    <a:pt x="1490022" y="649604"/>
                    <a:pt x="1525265" y="678179"/>
                    <a:pt x="1564317" y="700087"/>
                  </a:cubicBezTo>
                  <a:cubicBezTo>
                    <a:pt x="1558602" y="705802"/>
                    <a:pt x="1550030" y="711517"/>
                    <a:pt x="1541457" y="712469"/>
                  </a:cubicBezTo>
                  <a:cubicBezTo>
                    <a:pt x="1522407" y="715327"/>
                    <a:pt x="1515740" y="716279"/>
                    <a:pt x="1490975" y="741997"/>
                  </a:cubicBezTo>
                  <a:cubicBezTo>
                    <a:pt x="1437635" y="725804"/>
                    <a:pt x="1384295" y="706754"/>
                    <a:pt x="1329050" y="695325"/>
                  </a:cubicBezTo>
                  <a:cubicBezTo>
                    <a:pt x="1318572" y="701039"/>
                    <a:pt x="1310000" y="701992"/>
                    <a:pt x="1302380" y="704850"/>
                  </a:cubicBezTo>
                  <a:cubicBezTo>
                    <a:pt x="1302380" y="704850"/>
                    <a:pt x="1301427" y="705802"/>
                    <a:pt x="1300475" y="705802"/>
                  </a:cubicBezTo>
                  <a:cubicBezTo>
                    <a:pt x="1282377" y="706754"/>
                    <a:pt x="1273805" y="717232"/>
                    <a:pt x="1245230" y="726757"/>
                  </a:cubicBezTo>
                  <a:cubicBezTo>
                    <a:pt x="1263327" y="754379"/>
                    <a:pt x="1276662" y="785812"/>
                    <a:pt x="1288092" y="817244"/>
                  </a:cubicBezTo>
                  <a:cubicBezTo>
                    <a:pt x="1252850" y="820102"/>
                    <a:pt x="1220465" y="845819"/>
                    <a:pt x="1186175" y="840104"/>
                  </a:cubicBezTo>
                  <a:cubicBezTo>
                    <a:pt x="1147122" y="820102"/>
                    <a:pt x="1112832" y="789622"/>
                    <a:pt x="1075685" y="764857"/>
                  </a:cubicBezTo>
                  <a:cubicBezTo>
                    <a:pt x="1062350" y="771525"/>
                    <a:pt x="1049967" y="771525"/>
                    <a:pt x="1041395" y="768667"/>
                  </a:cubicBezTo>
                  <a:cubicBezTo>
                    <a:pt x="1035680" y="767714"/>
                    <a:pt x="1029965" y="769619"/>
                    <a:pt x="1025202" y="770572"/>
                  </a:cubicBezTo>
                  <a:cubicBezTo>
                    <a:pt x="1011867" y="773429"/>
                    <a:pt x="998532" y="779144"/>
                    <a:pt x="973767" y="776287"/>
                  </a:cubicBezTo>
                  <a:cubicBezTo>
                    <a:pt x="964242" y="807719"/>
                    <a:pt x="948050" y="837247"/>
                    <a:pt x="939477" y="867727"/>
                  </a:cubicBezTo>
                  <a:cubicBezTo>
                    <a:pt x="903282" y="878204"/>
                    <a:pt x="864230" y="862964"/>
                    <a:pt x="827082" y="868679"/>
                  </a:cubicBezTo>
                  <a:cubicBezTo>
                    <a:pt x="804222" y="845819"/>
                    <a:pt x="797555" y="809625"/>
                    <a:pt x="788030" y="777239"/>
                  </a:cubicBezTo>
                  <a:cubicBezTo>
                    <a:pt x="764217" y="771525"/>
                    <a:pt x="749930" y="772477"/>
                    <a:pt x="736595" y="772477"/>
                  </a:cubicBezTo>
                  <a:cubicBezTo>
                    <a:pt x="723260" y="772477"/>
                    <a:pt x="708972" y="776287"/>
                    <a:pt x="686112" y="767714"/>
                  </a:cubicBezTo>
                  <a:cubicBezTo>
                    <a:pt x="648012" y="788669"/>
                    <a:pt x="616580" y="822007"/>
                    <a:pt x="579432" y="843914"/>
                  </a:cubicBezTo>
                  <a:cubicBezTo>
                    <a:pt x="545142" y="834389"/>
                    <a:pt x="507995" y="837247"/>
                    <a:pt x="476562" y="822007"/>
                  </a:cubicBezTo>
                  <a:cubicBezTo>
                    <a:pt x="484182" y="789622"/>
                    <a:pt x="504185" y="762000"/>
                    <a:pt x="514662" y="730567"/>
                  </a:cubicBezTo>
                  <a:cubicBezTo>
                    <a:pt x="496565" y="720089"/>
                    <a:pt x="484182" y="716279"/>
                    <a:pt x="471800" y="715327"/>
                  </a:cubicBezTo>
                  <a:cubicBezTo>
                    <a:pt x="460370" y="714375"/>
                    <a:pt x="447035" y="712469"/>
                    <a:pt x="429890" y="700087"/>
                  </a:cubicBezTo>
                  <a:cubicBezTo>
                    <a:pt x="374645" y="707707"/>
                    <a:pt x="323210" y="731519"/>
                    <a:pt x="269870" y="748664"/>
                  </a:cubicBezTo>
                  <a:cubicBezTo>
                    <a:pt x="247010" y="742950"/>
                    <a:pt x="238437" y="735329"/>
                    <a:pt x="231770" y="727709"/>
                  </a:cubicBezTo>
                  <a:cubicBezTo>
                    <a:pt x="226055" y="721042"/>
                    <a:pt x="216530" y="716279"/>
                    <a:pt x="194622" y="707707"/>
                  </a:cubicBezTo>
                  <a:cubicBezTo>
                    <a:pt x="233675" y="686752"/>
                    <a:pt x="267012" y="656272"/>
                    <a:pt x="303207" y="632459"/>
                  </a:cubicBezTo>
                  <a:cubicBezTo>
                    <a:pt x="289872" y="622934"/>
                    <a:pt x="284157" y="615314"/>
                    <a:pt x="276537" y="609600"/>
                  </a:cubicBezTo>
                  <a:cubicBezTo>
                    <a:pt x="269870" y="603884"/>
                    <a:pt x="263202" y="596264"/>
                    <a:pt x="249867" y="586739"/>
                  </a:cubicBezTo>
                  <a:cubicBezTo>
                    <a:pt x="191765" y="607694"/>
                    <a:pt x="126042" y="589597"/>
                    <a:pt x="65082" y="599122"/>
                  </a:cubicBezTo>
                  <a:cubicBezTo>
                    <a:pt x="50795" y="581977"/>
                    <a:pt x="50795" y="575309"/>
                    <a:pt x="44127" y="568642"/>
                  </a:cubicBezTo>
                  <a:cubicBezTo>
                    <a:pt x="40317" y="563879"/>
                    <a:pt x="40317" y="554354"/>
                    <a:pt x="29840" y="545782"/>
                  </a:cubicBezTo>
                  <a:cubicBezTo>
                    <a:pt x="84132" y="535304"/>
                    <a:pt x="135567" y="510539"/>
                    <a:pt x="190812" y="499109"/>
                  </a:cubicBezTo>
                  <a:cubicBezTo>
                    <a:pt x="189860" y="486727"/>
                    <a:pt x="186050" y="480059"/>
                    <a:pt x="185097" y="473392"/>
                  </a:cubicBezTo>
                  <a:cubicBezTo>
                    <a:pt x="183192" y="465772"/>
                    <a:pt x="181287" y="460057"/>
                    <a:pt x="178430" y="446722"/>
                  </a:cubicBezTo>
                  <a:cubicBezTo>
                    <a:pt x="118422" y="446722"/>
                    <a:pt x="60320" y="421957"/>
                    <a:pt x="312" y="420052"/>
                  </a:cubicBezTo>
                  <a:cubicBezTo>
                    <a:pt x="6027" y="405764"/>
                    <a:pt x="2217" y="398145"/>
                    <a:pt x="5075" y="392429"/>
                  </a:cubicBezTo>
                  <a:moveTo>
                    <a:pt x="1215702" y="434339"/>
                  </a:moveTo>
                  <a:cubicBezTo>
                    <a:pt x="1200462" y="340995"/>
                    <a:pt x="1062350" y="253364"/>
                    <a:pt x="872802" y="263842"/>
                  </a:cubicBezTo>
                  <a:cubicBezTo>
                    <a:pt x="683255" y="273367"/>
                    <a:pt x="527997" y="340042"/>
                    <a:pt x="529902" y="434339"/>
                  </a:cubicBezTo>
                  <a:cubicBezTo>
                    <a:pt x="531807" y="528637"/>
                    <a:pt x="683255" y="609600"/>
                    <a:pt x="872802" y="605789"/>
                  </a:cubicBezTo>
                  <a:cubicBezTo>
                    <a:pt x="1062350" y="601027"/>
                    <a:pt x="1219512" y="528637"/>
                    <a:pt x="1215702" y="434339"/>
                  </a:cubicBezTo>
                  <a:moveTo>
                    <a:pt x="219387" y="317182"/>
                  </a:moveTo>
                  <a:moveTo>
                    <a:pt x="1418585" y="217170"/>
                  </a:moveTo>
                  <a:cubicBezTo>
                    <a:pt x="1405250" y="215264"/>
                    <a:pt x="1391915" y="207645"/>
                    <a:pt x="1383342" y="198120"/>
                  </a:cubicBezTo>
                  <a:cubicBezTo>
                    <a:pt x="1373817" y="188595"/>
                    <a:pt x="1359530" y="184784"/>
                    <a:pt x="1347147" y="179070"/>
                  </a:cubicBezTo>
                  <a:moveTo>
                    <a:pt x="1563365" y="464820"/>
                  </a:moveTo>
                  <a:cubicBezTo>
                    <a:pt x="1566222" y="456247"/>
                    <a:pt x="1565270" y="447675"/>
                    <a:pt x="1568127" y="439102"/>
                  </a:cubicBezTo>
                  <a:moveTo>
                    <a:pt x="1300475" y="705802"/>
                  </a:moveTo>
                  <a:cubicBezTo>
                    <a:pt x="1301427" y="705802"/>
                    <a:pt x="1302380" y="705802"/>
                    <a:pt x="1302380" y="704850"/>
                  </a:cubicBezTo>
                  <a:cubicBezTo>
                    <a:pt x="1310952" y="700087"/>
                    <a:pt x="1319525" y="697229"/>
                    <a:pt x="1329050" y="695325"/>
                  </a:cubicBezTo>
                  <a:moveTo>
                    <a:pt x="1041395" y="768667"/>
                  </a:moveTo>
                  <a:cubicBezTo>
                    <a:pt x="1035680" y="767714"/>
                    <a:pt x="1030917" y="769619"/>
                    <a:pt x="1025202" y="770572"/>
                  </a:cubicBezTo>
                  <a:moveTo>
                    <a:pt x="686112" y="767714"/>
                  </a:moveTo>
                  <a:cubicBezTo>
                    <a:pt x="703257" y="766762"/>
                    <a:pt x="720402" y="769619"/>
                    <a:pt x="736595" y="772477"/>
                  </a:cubicBezTo>
                  <a:cubicBezTo>
                    <a:pt x="753740" y="775334"/>
                    <a:pt x="772790" y="770572"/>
                    <a:pt x="788030" y="777239"/>
                  </a:cubicBezTo>
                  <a:moveTo>
                    <a:pt x="429890" y="700087"/>
                  </a:moveTo>
                  <a:cubicBezTo>
                    <a:pt x="443225" y="706754"/>
                    <a:pt x="460370" y="705802"/>
                    <a:pt x="471800" y="715327"/>
                  </a:cubicBezTo>
                  <a:cubicBezTo>
                    <a:pt x="483230" y="724852"/>
                    <a:pt x="501327" y="722947"/>
                    <a:pt x="514662" y="730567"/>
                  </a:cubicBezTo>
                  <a:moveTo>
                    <a:pt x="194622" y="707707"/>
                  </a:moveTo>
                  <a:cubicBezTo>
                    <a:pt x="206052" y="715327"/>
                    <a:pt x="221292" y="718184"/>
                    <a:pt x="231770" y="727709"/>
                  </a:cubicBezTo>
                  <a:cubicBezTo>
                    <a:pt x="243200" y="738187"/>
                    <a:pt x="256535" y="742950"/>
                    <a:pt x="269870" y="748664"/>
                  </a:cubicBezTo>
                  <a:moveTo>
                    <a:pt x="29840" y="545782"/>
                  </a:moveTo>
                  <a:cubicBezTo>
                    <a:pt x="34602" y="553402"/>
                    <a:pt x="42222" y="559117"/>
                    <a:pt x="44127" y="568642"/>
                  </a:cubicBezTo>
                  <a:moveTo>
                    <a:pt x="178430" y="446722"/>
                  </a:moveTo>
                  <a:cubicBezTo>
                    <a:pt x="183192" y="454342"/>
                    <a:pt x="182240" y="464820"/>
                    <a:pt x="185097" y="473392"/>
                  </a:cubicBezTo>
                  <a:cubicBezTo>
                    <a:pt x="187002" y="481964"/>
                    <a:pt x="188907" y="490537"/>
                    <a:pt x="190812" y="499109"/>
                  </a:cubicBezTo>
                </a:path>
              </a:pathLst>
            </a:custGeom>
            <a:noFill/>
            <a:ln w="2857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EDD3055E-BCCF-84A3-0FB1-A4F4D482128E}"/>
                </a:ext>
              </a:extLst>
            </p:cNvPr>
            <p:cNvSpPr/>
            <p:nvPr/>
          </p:nvSpPr>
          <p:spPr>
            <a:xfrm>
              <a:off x="5894260" y="2784431"/>
              <a:ext cx="1784984" cy="936307"/>
            </a:xfrm>
            <a:custGeom>
              <a:avLst/>
              <a:gdLst/>
              <a:ahLst/>
              <a:cxnLst/>
              <a:rect l="0" t="0" r="0" b="0"/>
              <a:pathLst>
                <a:path w="1784984" h="936307">
                  <a:moveTo>
                    <a:pt x="0" y="219075"/>
                  </a:moveTo>
                  <a:lnTo>
                    <a:pt x="952" y="252412"/>
                  </a:lnTo>
                  <a:lnTo>
                    <a:pt x="191452" y="335279"/>
                  </a:lnTo>
                  <a:lnTo>
                    <a:pt x="190500" y="218122"/>
                  </a:lnTo>
                  <a:lnTo>
                    <a:pt x="0" y="219075"/>
                  </a:lnTo>
                  <a:moveTo>
                    <a:pt x="191452" y="335279"/>
                  </a:moveTo>
                  <a:lnTo>
                    <a:pt x="435292" y="111442"/>
                  </a:lnTo>
                  <a:lnTo>
                    <a:pt x="274319" y="0"/>
                  </a:lnTo>
                  <a:lnTo>
                    <a:pt x="952" y="252412"/>
                  </a:lnTo>
                  <a:lnTo>
                    <a:pt x="191452" y="335279"/>
                  </a:lnTo>
                  <a:moveTo>
                    <a:pt x="274319" y="0"/>
                  </a:moveTo>
                  <a:lnTo>
                    <a:pt x="167639" y="264795"/>
                  </a:lnTo>
                  <a:lnTo>
                    <a:pt x="321944" y="392429"/>
                  </a:lnTo>
                  <a:lnTo>
                    <a:pt x="435292" y="111442"/>
                  </a:lnTo>
                  <a:lnTo>
                    <a:pt x="274319" y="0"/>
                  </a:lnTo>
                  <a:moveTo>
                    <a:pt x="321944" y="392429"/>
                  </a:moveTo>
                  <a:lnTo>
                    <a:pt x="601027" y="211454"/>
                  </a:lnTo>
                  <a:lnTo>
                    <a:pt x="427672" y="97154"/>
                  </a:lnTo>
                  <a:lnTo>
                    <a:pt x="167639" y="264795"/>
                  </a:lnTo>
                  <a:lnTo>
                    <a:pt x="321944" y="392429"/>
                  </a:lnTo>
                  <a:moveTo>
                    <a:pt x="427672" y="97154"/>
                  </a:moveTo>
                  <a:lnTo>
                    <a:pt x="601027" y="211454"/>
                  </a:lnTo>
                  <a:lnTo>
                    <a:pt x="539115" y="574357"/>
                  </a:lnTo>
                  <a:lnTo>
                    <a:pt x="359092" y="496252"/>
                  </a:lnTo>
                  <a:lnTo>
                    <a:pt x="427672" y="97154"/>
                  </a:lnTo>
                  <a:moveTo>
                    <a:pt x="539115" y="574357"/>
                  </a:moveTo>
                  <a:lnTo>
                    <a:pt x="870584" y="134302"/>
                  </a:lnTo>
                  <a:lnTo>
                    <a:pt x="708659" y="33337"/>
                  </a:lnTo>
                  <a:lnTo>
                    <a:pt x="359092" y="496252"/>
                  </a:lnTo>
                  <a:lnTo>
                    <a:pt x="539115" y="574357"/>
                  </a:lnTo>
                  <a:moveTo>
                    <a:pt x="708659" y="33337"/>
                  </a:moveTo>
                  <a:lnTo>
                    <a:pt x="870584" y="134302"/>
                  </a:lnTo>
                  <a:lnTo>
                    <a:pt x="783907" y="300990"/>
                  </a:lnTo>
                  <a:lnTo>
                    <a:pt x="643890" y="158115"/>
                  </a:lnTo>
                  <a:lnTo>
                    <a:pt x="708659" y="33337"/>
                  </a:lnTo>
                  <a:moveTo>
                    <a:pt x="783907" y="300990"/>
                  </a:moveTo>
                  <a:lnTo>
                    <a:pt x="1044892" y="174307"/>
                  </a:lnTo>
                  <a:lnTo>
                    <a:pt x="874394" y="45720"/>
                  </a:lnTo>
                  <a:lnTo>
                    <a:pt x="643890" y="158115"/>
                  </a:lnTo>
                  <a:lnTo>
                    <a:pt x="783907" y="300990"/>
                  </a:lnTo>
                  <a:moveTo>
                    <a:pt x="874394" y="45720"/>
                  </a:moveTo>
                  <a:lnTo>
                    <a:pt x="1044892" y="174307"/>
                  </a:lnTo>
                  <a:lnTo>
                    <a:pt x="1035367" y="225742"/>
                  </a:lnTo>
                  <a:lnTo>
                    <a:pt x="869632" y="70485"/>
                  </a:lnTo>
                  <a:lnTo>
                    <a:pt x="874394" y="45720"/>
                  </a:lnTo>
                  <a:moveTo>
                    <a:pt x="1035367" y="225742"/>
                  </a:moveTo>
                  <a:lnTo>
                    <a:pt x="1241107" y="173354"/>
                  </a:lnTo>
                  <a:lnTo>
                    <a:pt x="1082040" y="17145"/>
                  </a:lnTo>
                  <a:lnTo>
                    <a:pt x="869632" y="70485"/>
                  </a:lnTo>
                  <a:lnTo>
                    <a:pt x="1035367" y="225742"/>
                  </a:lnTo>
                  <a:moveTo>
                    <a:pt x="1082040" y="17145"/>
                  </a:moveTo>
                  <a:lnTo>
                    <a:pt x="1039177" y="197167"/>
                  </a:lnTo>
                  <a:lnTo>
                    <a:pt x="1204912" y="322897"/>
                  </a:lnTo>
                  <a:lnTo>
                    <a:pt x="1241107" y="173354"/>
                  </a:lnTo>
                  <a:lnTo>
                    <a:pt x="1082040" y="17145"/>
                  </a:lnTo>
                  <a:moveTo>
                    <a:pt x="1204912" y="322897"/>
                  </a:moveTo>
                  <a:lnTo>
                    <a:pt x="1472565" y="173354"/>
                  </a:lnTo>
                  <a:lnTo>
                    <a:pt x="1307782" y="46672"/>
                  </a:lnTo>
                  <a:lnTo>
                    <a:pt x="1039177" y="197167"/>
                  </a:lnTo>
                  <a:lnTo>
                    <a:pt x="1204912" y="322897"/>
                  </a:lnTo>
                  <a:moveTo>
                    <a:pt x="1307782" y="46672"/>
                  </a:moveTo>
                  <a:lnTo>
                    <a:pt x="1291590" y="109537"/>
                  </a:lnTo>
                  <a:lnTo>
                    <a:pt x="1430655" y="332422"/>
                  </a:lnTo>
                  <a:lnTo>
                    <a:pt x="1472565" y="173354"/>
                  </a:lnTo>
                  <a:lnTo>
                    <a:pt x="1307782" y="46672"/>
                  </a:lnTo>
                  <a:moveTo>
                    <a:pt x="1430655" y="332422"/>
                  </a:moveTo>
                  <a:lnTo>
                    <a:pt x="1476375" y="341947"/>
                  </a:lnTo>
                  <a:lnTo>
                    <a:pt x="1493519" y="360045"/>
                  </a:lnTo>
                  <a:lnTo>
                    <a:pt x="1524952" y="430529"/>
                  </a:lnTo>
                  <a:lnTo>
                    <a:pt x="1595437" y="528637"/>
                  </a:lnTo>
                  <a:lnTo>
                    <a:pt x="1592580" y="635317"/>
                  </a:lnTo>
                  <a:lnTo>
                    <a:pt x="1782127" y="641032"/>
                  </a:lnTo>
                  <a:lnTo>
                    <a:pt x="1784984" y="562927"/>
                  </a:lnTo>
                  <a:lnTo>
                    <a:pt x="1714500" y="377190"/>
                  </a:lnTo>
                  <a:lnTo>
                    <a:pt x="1665922" y="325754"/>
                  </a:lnTo>
                  <a:lnTo>
                    <a:pt x="1667827" y="346710"/>
                  </a:lnTo>
                  <a:lnTo>
                    <a:pt x="1494472" y="151447"/>
                  </a:lnTo>
                  <a:lnTo>
                    <a:pt x="1291590" y="109537"/>
                  </a:lnTo>
                  <a:lnTo>
                    <a:pt x="1430655" y="332422"/>
                  </a:lnTo>
                  <a:moveTo>
                    <a:pt x="171450" y="305752"/>
                  </a:moveTo>
                  <a:lnTo>
                    <a:pt x="190500" y="316229"/>
                  </a:lnTo>
                  <a:lnTo>
                    <a:pt x="327659" y="462915"/>
                  </a:lnTo>
                  <a:lnTo>
                    <a:pt x="510540" y="512445"/>
                  </a:lnTo>
                  <a:lnTo>
                    <a:pt x="372427" y="296227"/>
                  </a:lnTo>
                  <a:lnTo>
                    <a:pt x="360997" y="294322"/>
                  </a:lnTo>
                  <a:lnTo>
                    <a:pt x="360997" y="286702"/>
                  </a:lnTo>
                  <a:lnTo>
                    <a:pt x="171450" y="305752"/>
                  </a:lnTo>
                  <a:moveTo>
                    <a:pt x="372427" y="296227"/>
                  </a:moveTo>
                  <a:lnTo>
                    <a:pt x="510540" y="512445"/>
                  </a:lnTo>
                  <a:lnTo>
                    <a:pt x="441959" y="762952"/>
                  </a:lnTo>
                  <a:lnTo>
                    <a:pt x="267652" y="679132"/>
                  </a:lnTo>
                  <a:lnTo>
                    <a:pt x="372427" y="296227"/>
                  </a:lnTo>
                  <a:moveTo>
                    <a:pt x="441959" y="762952"/>
                  </a:moveTo>
                  <a:lnTo>
                    <a:pt x="853440" y="200977"/>
                  </a:lnTo>
                  <a:lnTo>
                    <a:pt x="680084" y="115252"/>
                  </a:lnTo>
                  <a:lnTo>
                    <a:pt x="267652" y="679132"/>
                  </a:lnTo>
                  <a:lnTo>
                    <a:pt x="441959" y="762952"/>
                  </a:lnTo>
                  <a:moveTo>
                    <a:pt x="680084" y="115252"/>
                  </a:moveTo>
                  <a:lnTo>
                    <a:pt x="853440" y="200977"/>
                  </a:lnTo>
                  <a:lnTo>
                    <a:pt x="723900" y="638175"/>
                  </a:lnTo>
                  <a:lnTo>
                    <a:pt x="551497" y="549592"/>
                  </a:lnTo>
                  <a:lnTo>
                    <a:pt x="680084" y="115252"/>
                  </a:lnTo>
                  <a:moveTo>
                    <a:pt x="723900" y="638175"/>
                  </a:moveTo>
                  <a:lnTo>
                    <a:pt x="1072515" y="187642"/>
                  </a:lnTo>
                  <a:lnTo>
                    <a:pt x="903922" y="94297"/>
                  </a:lnTo>
                  <a:lnTo>
                    <a:pt x="551497" y="549592"/>
                  </a:lnTo>
                  <a:lnTo>
                    <a:pt x="723900" y="638175"/>
                  </a:lnTo>
                  <a:moveTo>
                    <a:pt x="903922" y="94297"/>
                  </a:moveTo>
                  <a:lnTo>
                    <a:pt x="1072515" y="187642"/>
                  </a:lnTo>
                  <a:lnTo>
                    <a:pt x="931544" y="571500"/>
                  </a:lnTo>
                  <a:lnTo>
                    <a:pt x="764857" y="471487"/>
                  </a:lnTo>
                  <a:lnTo>
                    <a:pt x="903922" y="94297"/>
                  </a:lnTo>
                  <a:moveTo>
                    <a:pt x="931544" y="571500"/>
                  </a:moveTo>
                  <a:lnTo>
                    <a:pt x="1258252" y="205740"/>
                  </a:lnTo>
                  <a:lnTo>
                    <a:pt x="1082040" y="116204"/>
                  </a:lnTo>
                  <a:lnTo>
                    <a:pt x="764857" y="471487"/>
                  </a:lnTo>
                  <a:lnTo>
                    <a:pt x="931544" y="571500"/>
                  </a:lnTo>
                  <a:moveTo>
                    <a:pt x="1082040" y="116204"/>
                  </a:moveTo>
                  <a:lnTo>
                    <a:pt x="994409" y="523875"/>
                  </a:lnTo>
                  <a:lnTo>
                    <a:pt x="1173480" y="598170"/>
                  </a:lnTo>
                  <a:lnTo>
                    <a:pt x="1258252" y="205740"/>
                  </a:lnTo>
                  <a:lnTo>
                    <a:pt x="1082040" y="116204"/>
                  </a:lnTo>
                  <a:moveTo>
                    <a:pt x="1173480" y="598170"/>
                  </a:moveTo>
                  <a:lnTo>
                    <a:pt x="1397317" y="249554"/>
                  </a:lnTo>
                  <a:lnTo>
                    <a:pt x="1215390" y="180975"/>
                  </a:lnTo>
                  <a:lnTo>
                    <a:pt x="994409" y="523875"/>
                  </a:lnTo>
                  <a:lnTo>
                    <a:pt x="1173480" y="598170"/>
                  </a:lnTo>
                  <a:moveTo>
                    <a:pt x="1215390" y="180975"/>
                  </a:moveTo>
                  <a:lnTo>
                    <a:pt x="1397317" y="249554"/>
                  </a:lnTo>
                  <a:lnTo>
                    <a:pt x="1348740" y="582929"/>
                  </a:lnTo>
                  <a:lnTo>
                    <a:pt x="1180147" y="414337"/>
                  </a:lnTo>
                  <a:lnTo>
                    <a:pt x="1215390" y="180975"/>
                  </a:lnTo>
                  <a:moveTo>
                    <a:pt x="1348740" y="582929"/>
                  </a:moveTo>
                  <a:lnTo>
                    <a:pt x="1629727" y="542925"/>
                  </a:lnTo>
                  <a:lnTo>
                    <a:pt x="1487805" y="370522"/>
                  </a:lnTo>
                  <a:lnTo>
                    <a:pt x="1180147" y="414337"/>
                  </a:lnTo>
                  <a:lnTo>
                    <a:pt x="1348740" y="582929"/>
                  </a:lnTo>
                  <a:moveTo>
                    <a:pt x="1487805" y="370522"/>
                  </a:moveTo>
                  <a:lnTo>
                    <a:pt x="1629727" y="542925"/>
                  </a:lnTo>
                  <a:lnTo>
                    <a:pt x="1598294" y="629602"/>
                  </a:lnTo>
                  <a:lnTo>
                    <a:pt x="1419225" y="566737"/>
                  </a:lnTo>
                  <a:lnTo>
                    <a:pt x="1487805" y="370522"/>
                  </a:lnTo>
                  <a:moveTo>
                    <a:pt x="172402" y="229552"/>
                  </a:moveTo>
                  <a:lnTo>
                    <a:pt x="93345" y="429577"/>
                  </a:lnTo>
                  <a:lnTo>
                    <a:pt x="270509" y="500062"/>
                  </a:lnTo>
                  <a:lnTo>
                    <a:pt x="349567" y="300037"/>
                  </a:lnTo>
                  <a:lnTo>
                    <a:pt x="172402" y="229552"/>
                  </a:lnTo>
                  <a:moveTo>
                    <a:pt x="126682" y="585787"/>
                  </a:moveTo>
                  <a:lnTo>
                    <a:pt x="47625" y="788670"/>
                  </a:lnTo>
                  <a:lnTo>
                    <a:pt x="224790" y="858202"/>
                  </a:lnTo>
                  <a:lnTo>
                    <a:pt x="303847" y="655320"/>
                  </a:lnTo>
                  <a:lnTo>
                    <a:pt x="126682" y="585787"/>
                  </a:lnTo>
                  <a:moveTo>
                    <a:pt x="616267" y="435292"/>
                  </a:moveTo>
                  <a:lnTo>
                    <a:pt x="485775" y="761047"/>
                  </a:lnTo>
                  <a:lnTo>
                    <a:pt x="643890" y="877252"/>
                  </a:lnTo>
                  <a:lnTo>
                    <a:pt x="793432" y="505777"/>
                  </a:lnTo>
                  <a:lnTo>
                    <a:pt x="616267" y="435292"/>
                  </a:lnTo>
                  <a:moveTo>
                    <a:pt x="643890" y="877252"/>
                  </a:moveTo>
                  <a:lnTo>
                    <a:pt x="978217" y="605790"/>
                  </a:lnTo>
                  <a:lnTo>
                    <a:pt x="821055" y="488632"/>
                  </a:lnTo>
                  <a:lnTo>
                    <a:pt x="485775" y="761047"/>
                  </a:lnTo>
                  <a:lnTo>
                    <a:pt x="643890" y="877252"/>
                  </a:lnTo>
                  <a:moveTo>
                    <a:pt x="821055" y="488632"/>
                  </a:moveTo>
                  <a:lnTo>
                    <a:pt x="699134" y="783907"/>
                  </a:lnTo>
                  <a:lnTo>
                    <a:pt x="861059" y="890587"/>
                  </a:lnTo>
                  <a:lnTo>
                    <a:pt x="978217" y="605790"/>
                  </a:lnTo>
                  <a:lnTo>
                    <a:pt x="821055" y="488632"/>
                  </a:lnTo>
                  <a:moveTo>
                    <a:pt x="861059" y="890587"/>
                  </a:moveTo>
                  <a:lnTo>
                    <a:pt x="1149667" y="593407"/>
                  </a:lnTo>
                  <a:lnTo>
                    <a:pt x="967740" y="507682"/>
                  </a:lnTo>
                  <a:lnTo>
                    <a:pt x="699134" y="783907"/>
                  </a:lnTo>
                  <a:lnTo>
                    <a:pt x="861059" y="890587"/>
                  </a:lnTo>
                  <a:moveTo>
                    <a:pt x="967740" y="507682"/>
                  </a:moveTo>
                  <a:lnTo>
                    <a:pt x="1149667" y="593407"/>
                  </a:lnTo>
                  <a:lnTo>
                    <a:pt x="1113472" y="892492"/>
                  </a:lnTo>
                  <a:lnTo>
                    <a:pt x="930592" y="822007"/>
                  </a:lnTo>
                  <a:lnTo>
                    <a:pt x="967740" y="507682"/>
                  </a:lnTo>
                  <a:moveTo>
                    <a:pt x="1113472" y="892492"/>
                  </a:moveTo>
                  <a:lnTo>
                    <a:pt x="1392555" y="499110"/>
                  </a:lnTo>
                  <a:lnTo>
                    <a:pt x="1209675" y="428625"/>
                  </a:lnTo>
                  <a:lnTo>
                    <a:pt x="930592" y="822007"/>
                  </a:lnTo>
                  <a:lnTo>
                    <a:pt x="1113472" y="892492"/>
                  </a:lnTo>
                  <a:moveTo>
                    <a:pt x="1209675" y="428625"/>
                  </a:moveTo>
                  <a:lnTo>
                    <a:pt x="1392555" y="499110"/>
                  </a:lnTo>
                  <a:lnTo>
                    <a:pt x="1363980" y="741045"/>
                  </a:lnTo>
                  <a:lnTo>
                    <a:pt x="1185862" y="626745"/>
                  </a:lnTo>
                  <a:lnTo>
                    <a:pt x="1209675" y="428625"/>
                  </a:lnTo>
                  <a:moveTo>
                    <a:pt x="1363980" y="741045"/>
                  </a:moveTo>
                  <a:lnTo>
                    <a:pt x="1575434" y="611504"/>
                  </a:lnTo>
                  <a:lnTo>
                    <a:pt x="1418272" y="483870"/>
                  </a:lnTo>
                  <a:lnTo>
                    <a:pt x="1185862" y="626745"/>
                  </a:lnTo>
                  <a:lnTo>
                    <a:pt x="1363980" y="741045"/>
                  </a:lnTo>
                  <a:moveTo>
                    <a:pt x="1418272" y="483870"/>
                  </a:moveTo>
                  <a:lnTo>
                    <a:pt x="1332547" y="722947"/>
                  </a:lnTo>
                  <a:lnTo>
                    <a:pt x="1512569" y="786765"/>
                  </a:lnTo>
                  <a:lnTo>
                    <a:pt x="1575434" y="611504"/>
                  </a:lnTo>
                  <a:lnTo>
                    <a:pt x="1418272" y="483870"/>
                  </a:lnTo>
                  <a:moveTo>
                    <a:pt x="1292542" y="145732"/>
                  </a:moveTo>
                  <a:lnTo>
                    <a:pt x="1263967" y="296227"/>
                  </a:lnTo>
                  <a:lnTo>
                    <a:pt x="1432559" y="430529"/>
                  </a:lnTo>
                  <a:lnTo>
                    <a:pt x="1479232" y="180975"/>
                  </a:lnTo>
                  <a:lnTo>
                    <a:pt x="1292542" y="145732"/>
                  </a:lnTo>
                  <a:moveTo>
                    <a:pt x="1432559" y="430529"/>
                  </a:moveTo>
                  <a:lnTo>
                    <a:pt x="1633537" y="341947"/>
                  </a:lnTo>
                  <a:lnTo>
                    <a:pt x="1460182" y="210502"/>
                  </a:lnTo>
                  <a:lnTo>
                    <a:pt x="1263967" y="296227"/>
                  </a:lnTo>
                  <a:lnTo>
                    <a:pt x="1432559" y="430529"/>
                  </a:lnTo>
                  <a:moveTo>
                    <a:pt x="1460182" y="210502"/>
                  </a:moveTo>
                  <a:lnTo>
                    <a:pt x="1633537" y="341947"/>
                  </a:lnTo>
                  <a:lnTo>
                    <a:pt x="1600200" y="572452"/>
                  </a:lnTo>
                  <a:lnTo>
                    <a:pt x="1411605" y="545782"/>
                  </a:lnTo>
                  <a:lnTo>
                    <a:pt x="1460182" y="210502"/>
                  </a:lnTo>
                  <a:moveTo>
                    <a:pt x="1189672" y="578167"/>
                  </a:moveTo>
                  <a:lnTo>
                    <a:pt x="1077277" y="867727"/>
                  </a:lnTo>
                  <a:lnTo>
                    <a:pt x="1255394" y="936307"/>
                  </a:lnTo>
                  <a:lnTo>
                    <a:pt x="1366837" y="646747"/>
                  </a:lnTo>
                  <a:lnTo>
                    <a:pt x="1189672" y="578167"/>
                  </a:lnTo>
                </a:path>
              </a:pathLst>
            </a:custGeom>
            <a:solidFill>
              <a:srgbClr val="E7E1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DFD59A19-5197-23DE-44AB-E5271ADA3BFF}"/>
                </a:ext>
              </a:extLst>
            </p:cNvPr>
            <p:cNvSpPr/>
            <p:nvPr/>
          </p:nvSpPr>
          <p:spPr>
            <a:xfrm>
              <a:off x="6033021" y="2770147"/>
              <a:ext cx="1495730" cy="977264"/>
            </a:xfrm>
            <a:custGeom>
              <a:avLst/>
              <a:gdLst/>
              <a:ahLst/>
              <a:cxnLst/>
              <a:rect l="0" t="0" r="0" b="0"/>
              <a:pathLst>
                <a:path w="1495730" h="977264">
                  <a:moveTo>
                    <a:pt x="88373" y="714679"/>
                  </a:moveTo>
                  <a:lnTo>
                    <a:pt x="45122" y="715244"/>
                  </a:lnTo>
                  <a:lnTo>
                    <a:pt x="45122" y="503892"/>
                  </a:lnTo>
                  <a:cubicBezTo>
                    <a:pt x="56446" y="516303"/>
                    <a:pt x="61554" y="521904"/>
                    <a:pt x="66604" y="527440"/>
                  </a:cubicBezTo>
                  <a:lnTo>
                    <a:pt x="66746" y="527595"/>
                  </a:lnTo>
                  <a:lnTo>
                    <a:pt x="66870" y="527732"/>
                  </a:lnTo>
                  <a:cubicBezTo>
                    <a:pt x="71928" y="533276"/>
                    <a:pt x="77034" y="538875"/>
                    <a:pt x="88373" y="551303"/>
                  </a:cubicBezTo>
                  <a:close/>
                  <a:moveTo>
                    <a:pt x="363930" y="568479"/>
                  </a:moveTo>
                  <a:lnTo>
                    <a:pt x="349552" y="560178"/>
                  </a:lnTo>
                  <a:cubicBezTo>
                    <a:pt x="333589" y="550963"/>
                    <a:pt x="324536" y="545737"/>
                    <a:pt x="303628" y="533672"/>
                  </a:cubicBezTo>
                  <a:lnTo>
                    <a:pt x="303628" y="662944"/>
                  </a:lnTo>
                  <a:close/>
                  <a:moveTo>
                    <a:pt x="353328" y="918612"/>
                  </a:moveTo>
                  <a:lnTo>
                    <a:pt x="385532" y="928965"/>
                  </a:lnTo>
                  <a:lnTo>
                    <a:pt x="385532" y="700363"/>
                  </a:lnTo>
                  <a:lnTo>
                    <a:pt x="353328" y="690010"/>
                  </a:lnTo>
                  <a:lnTo>
                    <a:pt x="352827" y="689849"/>
                  </a:lnTo>
                  <a:cubicBezTo>
                    <a:pt x="336888" y="684724"/>
                    <a:pt x="328923" y="682164"/>
                    <a:pt x="297752" y="672148"/>
                  </a:cubicBezTo>
                  <a:lnTo>
                    <a:pt x="297752" y="900750"/>
                  </a:lnTo>
                  <a:cubicBezTo>
                    <a:pt x="329246" y="910870"/>
                    <a:pt x="337051" y="913379"/>
                    <a:pt x="353328" y="918612"/>
                  </a:cubicBezTo>
                  <a:close/>
                  <a:moveTo>
                    <a:pt x="591738" y="862601"/>
                  </a:moveTo>
                  <a:lnTo>
                    <a:pt x="636012" y="869113"/>
                  </a:lnTo>
                  <a:lnTo>
                    <a:pt x="636012" y="640511"/>
                  </a:lnTo>
                  <a:lnTo>
                    <a:pt x="591738" y="633999"/>
                  </a:lnTo>
                  <a:lnTo>
                    <a:pt x="547539" y="627497"/>
                  </a:lnTo>
                  <a:lnTo>
                    <a:pt x="547539" y="856099"/>
                  </a:lnTo>
                  <a:close/>
                  <a:moveTo>
                    <a:pt x="855850" y="869038"/>
                  </a:moveTo>
                  <a:lnTo>
                    <a:pt x="854447" y="869243"/>
                  </a:lnTo>
                  <a:lnTo>
                    <a:pt x="854447" y="640641"/>
                  </a:lnTo>
                  <a:lnTo>
                    <a:pt x="855850" y="640436"/>
                  </a:lnTo>
                  <a:cubicBezTo>
                    <a:pt x="893487" y="634952"/>
                    <a:pt x="904699" y="633318"/>
                    <a:pt x="943005" y="627730"/>
                  </a:cubicBezTo>
                  <a:lnTo>
                    <a:pt x="943005" y="856332"/>
                  </a:lnTo>
                  <a:cubicBezTo>
                    <a:pt x="904699" y="861920"/>
                    <a:pt x="893487" y="863553"/>
                    <a:pt x="855850" y="869038"/>
                  </a:cubicBezTo>
                  <a:close/>
                  <a:moveTo>
                    <a:pt x="213168" y="434508"/>
                  </a:moveTo>
                  <a:cubicBezTo>
                    <a:pt x="210325" y="424537"/>
                    <a:pt x="208497" y="418136"/>
                    <a:pt x="206670" y="411735"/>
                  </a:cubicBezTo>
                  <a:cubicBezTo>
                    <a:pt x="204843" y="405334"/>
                    <a:pt x="203015" y="398933"/>
                    <a:pt x="200172" y="388962"/>
                  </a:cubicBezTo>
                  <a:lnTo>
                    <a:pt x="200172" y="439874"/>
                  </a:lnTo>
                  <a:close/>
                  <a:moveTo>
                    <a:pt x="797118" y="974215"/>
                  </a:moveTo>
                  <a:lnTo>
                    <a:pt x="692702" y="974151"/>
                  </a:lnTo>
                  <a:lnTo>
                    <a:pt x="692702" y="745549"/>
                  </a:lnTo>
                  <a:lnTo>
                    <a:pt x="797118" y="745614"/>
                  </a:lnTo>
                  <a:close/>
                  <a:moveTo>
                    <a:pt x="1172169" y="907795"/>
                  </a:moveTo>
                  <a:cubicBezTo>
                    <a:pt x="1146209" y="916089"/>
                    <a:pt x="1142862" y="917158"/>
                    <a:pt x="1104576" y="929397"/>
                  </a:cubicBezTo>
                  <a:lnTo>
                    <a:pt x="1104576" y="700795"/>
                  </a:lnTo>
                  <a:cubicBezTo>
                    <a:pt x="1142862" y="688556"/>
                    <a:pt x="1146209" y="687487"/>
                    <a:pt x="1172169" y="679193"/>
                  </a:cubicBezTo>
                  <a:lnTo>
                    <a:pt x="1192530" y="672688"/>
                  </a:lnTo>
                  <a:lnTo>
                    <a:pt x="1192530" y="901290"/>
                  </a:lnTo>
                  <a:close/>
                  <a:moveTo>
                    <a:pt x="1187490" y="534205"/>
                  </a:moveTo>
                  <a:lnTo>
                    <a:pt x="1126973" y="568940"/>
                  </a:lnTo>
                  <a:lnTo>
                    <a:pt x="1187490" y="664712"/>
                  </a:lnTo>
                  <a:close/>
                  <a:moveTo>
                    <a:pt x="1424412" y="757013"/>
                  </a:moveTo>
                  <a:cubicBezTo>
                    <a:pt x="1429544" y="751430"/>
                    <a:pt x="1434676" y="745848"/>
                    <a:pt x="1446180" y="733332"/>
                  </a:cubicBezTo>
                  <a:lnTo>
                    <a:pt x="1446180" y="504731"/>
                  </a:lnTo>
                  <a:cubicBezTo>
                    <a:pt x="1434676" y="517246"/>
                    <a:pt x="1429544" y="522829"/>
                    <a:pt x="1424412" y="528411"/>
                  </a:cubicBezTo>
                  <a:cubicBezTo>
                    <a:pt x="1419280" y="533992"/>
                    <a:pt x="1414148" y="539575"/>
                    <a:pt x="1402643" y="552091"/>
                  </a:cubicBezTo>
                  <a:lnTo>
                    <a:pt x="1402643" y="780693"/>
                  </a:lnTo>
                  <a:cubicBezTo>
                    <a:pt x="1414148" y="768177"/>
                    <a:pt x="1419280" y="762594"/>
                    <a:pt x="1424412" y="757013"/>
                  </a:cubicBezTo>
                  <a:close/>
                  <a:moveTo>
                    <a:pt x="1291816" y="389619"/>
                  </a:moveTo>
                  <a:cubicBezTo>
                    <a:pt x="1289255" y="398415"/>
                    <a:pt x="1287500" y="404432"/>
                    <a:pt x="1285841" y="410124"/>
                  </a:cubicBezTo>
                  <a:cubicBezTo>
                    <a:pt x="1283741" y="417327"/>
                    <a:pt x="1281793" y="424010"/>
                    <a:pt x="1278552" y="435148"/>
                  </a:cubicBezTo>
                  <a:lnTo>
                    <a:pt x="1291816" y="440654"/>
                  </a:lnTo>
                  <a:close/>
                  <a:moveTo>
                    <a:pt x="636012" y="869113"/>
                  </a:moveTo>
                  <a:cubicBezTo>
                    <a:pt x="616623" y="866261"/>
                    <a:pt x="604185" y="864432"/>
                    <a:pt x="591738" y="862601"/>
                  </a:cubicBezTo>
                  <a:cubicBezTo>
                    <a:pt x="579318" y="860773"/>
                    <a:pt x="566889" y="858945"/>
                    <a:pt x="547539" y="856099"/>
                  </a:cubicBezTo>
                  <a:moveTo>
                    <a:pt x="385532" y="928965"/>
                  </a:moveTo>
                  <a:cubicBezTo>
                    <a:pt x="370629" y="924173"/>
                    <a:pt x="361029" y="921087"/>
                    <a:pt x="353328" y="918612"/>
                  </a:cubicBezTo>
                  <a:moveTo>
                    <a:pt x="636012" y="640511"/>
                  </a:moveTo>
                  <a:cubicBezTo>
                    <a:pt x="616623" y="637660"/>
                    <a:pt x="604185" y="635830"/>
                    <a:pt x="591738" y="633999"/>
                  </a:cubicBezTo>
                  <a:cubicBezTo>
                    <a:pt x="579318" y="632171"/>
                    <a:pt x="566889" y="630343"/>
                    <a:pt x="547539" y="627497"/>
                  </a:cubicBezTo>
                  <a:moveTo>
                    <a:pt x="385532" y="700363"/>
                  </a:moveTo>
                  <a:cubicBezTo>
                    <a:pt x="370629" y="695572"/>
                    <a:pt x="361029" y="692486"/>
                    <a:pt x="353328" y="690010"/>
                  </a:cubicBezTo>
                  <a:cubicBezTo>
                    <a:pt x="353160" y="689956"/>
                    <a:pt x="352993" y="689902"/>
                    <a:pt x="352827" y="689849"/>
                  </a:cubicBezTo>
                  <a:moveTo>
                    <a:pt x="66870" y="527732"/>
                  </a:moveTo>
                  <a:cubicBezTo>
                    <a:pt x="66829" y="527687"/>
                    <a:pt x="66787" y="527641"/>
                    <a:pt x="66746" y="527595"/>
                  </a:cubicBezTo>
                  <a:cubicBezTo>
                    <a:pt x="66698" y="527544"/>
                    <a:pt x="66652" y="527492"/>
                    <a:pt x="66604" y="527440"/>
                  </a:cubicBezTo>
                  <a:moveTo>
                    <a:pt x="231580" y="281140"/>
                  </a:moveTo>
                  <a:cubicBezTo>
                    <a:pt x="242564" y="269197"/>
                    <a:pt x="248413" y="262831"/>
                    <a:pt x="255828" y="254764"/>
                  </a:cubicBezTo>
                  <a:lnTo>
                    <a:pt x="270026" y="239317"/>
                  </a:lnTo>
                  <a:lnTo>
                    <a:pt x="148505" y="148995"/>
                  </a:lnTo>
                  <a:lnTo>
                    <a:pt x="148505" y="286154"/>
                  </a:lnTo>
                  <a:close/>
                  <a:moveTo>
                    <a:pt x="200171" y="388970"/>
                  </a:moveTo>
                  <a:lnTo>
                    <a:pt x="0" y="345762"/>
                  </a:lnTo>
                  <a:lnTo>
                    <a:pt x="0" y="574364"/>
                  </a:lnTo>
                  <a:lnTo>
                    <a:pt x="45120" y="584104"/>
                  </a:lnTo>
                  <a:lnTo>
                    <a:pt x="45120" y="503900"/>
                  </a:lnTo>
                  <a:lnTo>
                    <a:pt x="200171" y="439882"/>
                  </a:lnTo>
                  <a:close/>
                  <a:moveTo>
                    <a:pt x="303626" y="532192"/>
                  </a:moveTo>
                  <a:lnTo>
                    <a:pt x="88371" y="549822"/>
                  </a:lnTo>
                  <a:lnTo>
                    <a:pt x="88371" y="714710"/>
                  </a:lnTo>
                  <a:lnTo>
                    <a:pt x="202874" y="713146"/>
                  </a:lnTo>
                  <a:lnTo>
                    <a:pt x="231895" y="757354"/>
                  </a:lnTo>
                  <a:lnTo>
                    <a:pt x="231895" y="766668"/>
                  </a:lnTo>
                  <a:lnTo>
                    <a:pt x="297751" y="761274"/>
                  </a:lnTo>
                  <a:lnTo>
                    <a:pt x="297751" y="670667"/>
                  </a:lnTo>
                  <a:lnTo>
                    <a:pt x="303626" y="661463"/>
                  </a:lnTo>
                  <a:close/>
                  <a:moveTo>
                    <a:pt x="385531" y="928973"/>
                  </a:moveTo>
                  <a:lnTo>
                    <a:pt x="547537" y="856106"/>
                  </a:lnTo>
                  <a:lnTo>
                    <a:pt x="547537" y="627505"/>
                  </a:lnTo>
                  <a:lnTo>
                    <a:pt x="385531" y="700371"/>
                  </a:lnTo>
                  <a:close/>
                  <a:moveTo>
                    <a:pt x="636011" y="869121"/>
                  </a:moveTo>
                  <a:lnTo>
                    <a:pt x="636011" y="640519"/>
                  </a:lnTo>
                  <a:lnTo>
                    <a:pt x="692701" y="745557"/>
                  </a:lnTo>
                  <a:lnTo>
                    <a:pt x="692701" y="974159"/>
                  </a:lnTo>
                  <a:close/>
                  <a:moveTo>
                    <a:pt x="797116" y="974223"/>
                  </a:moveTo>
                  <a:lnTo>
                    <a:pt x="854446" y="869250"/>
                  </a:lnTo>
                  <a:lnTo>
                    <a:pt x="854446" y="640648"/>
                  </a:lnTo>
                  <a:lnTo>
                    <a:pt x="797116" y="745621"/>
                  </a:lnTo>
                  <a:close/>
                  <a:moveTo>
                    <a:pt x="752872" y="202861"/>
                  </a:moveTo>
                  <a:cubicBezTo>
                    <a:pt x="942248" y="202861"/>
                    <a:pt x="1095772" y="279495"/>
                    <a:pt x="1095772" y="374025"/>
                  </a:cubicBezTo>
                  <a:cubicBezTo>
                    <a:pt x="1095772" y="417955"/>
                    <a:pt x="1062615" y="458021"/>
                    <a:pt x="1008113" y="488326"/>
                  </a:cubicBezTo>
                  <a:cubicBezTo>
                    <a:pt x="945337" y="453421"/>
                    <a:pt x="854241" y="431463"/>
                    <a:pt x="752872" y="431463"/>
                  </a:cubicBezTo>
                  <a:cubicBezTo>
                    <a:pt x="651504" y="431463"/>
                    <a:pt x="560408" y="453421"/>
                    <a:pt x="497631" y="488326"/>
                  </a:cubicBezTo>
                  <a:cubicBezTo>
                    <a:pt x="443128" y="458021"/>
                    <a:pt x="409972" y="417955"/>
                    <a:pt x="409972" y="374025"/>
                  </a:cubicBezTo>
                  <a:cubicBezTo>
                    <a:pt x="409972" y="279495"/>
                    <a:pt x="563497" y="202861"/>
                    <a:pt x="752872" y="202861"/>
                  </a:cubicBezTo>
                  <a:close/>
                  <a:moveTo>
                    <a:pt x="943002" y="856343"/>
                  </a:moveTo>
                  <a:lnTo>
                    <a:pt x="1104571" y="929407"/>
                  </a:lnTo>
                  <a:lnTo>
                    <a:pt x="1104571" y="700805"/>
                  </a:lnTo>
                  <a:lnTo>
                    <a:pt x="943002" y="627742"/>
                  </a:lnTo>
                  <a:close/>
                  <a:moveTo>
                    <a:pt x="1402640" y="552101"/>
                  </a:moveTo>
                  <a:lnTo>
                    <a:pt x="1187485" y="534215"/>
                  </a:lnTo>
                  <a:lnTo>
                    <a:pt x="1187485" y="664721"/>
                  </a:lnTo>
                  <a:lnTo>
                    <a:pt x="1192526" y="672698"/>
                  </a:lnTo>
                  <a:lnTo>
                    <a:pt x="1192526" y="763235"/>
                  </a:lnTo>
                  <a:lnTo>
                    <a:pt x="1402640" y="780703"/>
                  </a:lnTo>
                  <a:close/>
                  <a:moveTo>
                    <a:pt x="1492235" y="346664"/>
                  </a:moveTo>
                  <a:lnTo>
                    <a:pt x="1291812" y="389629"/>
                  </a:lnTo>
                  <a:lnTo>
                    <a:pt x="1291812" y="440664"/>
                  </a:lnTo>
                  <a:lnTo>
                    <a:pt x="1446175" y="504740"/>
                  </a:lnTo>
                  <a:lnTo>
                    <a:pt x="1446175" y="585139"/>
                  </a:lnTo>
                  <a:lnTo>
                    <a:pt x="1492235" y="575265"/>
                  </a:lnTo>
                  <a:close/>
                  <a:moveTo>
                    <a:pt x="1344909" y="149716"/>
                  </a:moveTo>
                  <a:lnTo>
                    <a:pt x="1222847" y="239896"/>
                  </a:lnTo>
                  <a:cubicBezTo>
                    <a:pt x="1232430" y="250402"/>
                    <a:pt x="1238083" y="256598"/>
                    <a:pt x="1244310" y="263422"/>
                  </a:cubicBezTo>
                  <a:lnTo>
                    <a:pt x="1261049" y="281768"/>
                  </a:lnTo>
                  <a:lnTo>
                    <a:pt x="1344909" y="286931"/>
                  </a:lnTo>
                  <a:close/>
                  <a:moveTo>
                    <a:pt x="692701" y="974159"/>
                  </a:moveTo>
                  <a:lnTo>
                    <a:pt x="692664" y="974162"/>
                  </a:lnTo>
                  <a:moveTo>
                    <a:pt x="855849" y="869046"/>
                  </a:moveTo>
                  <a:lnTo>
                    <a:pt x="854446" y="869250"/>
                  </a:lnTo>
                  <a:moveTo>
                    <a:pt x="692701" y="745557"/>
                  </a:moveTo>
                  <a:lnTo>
                    <a:pt x="692664" y="745560"/>
                  </a:lnTo>
                  <a:moveTo>
                    <a:pt x="270026" y="239317"/>
                  </a:moveTo>
                  <a:cubicBezTo>
                    <a:pt x="264173" y="245684"/>
                    <a:pt x="259779" y="250466"/>
                    <a:pt x="255828" y="254764"/>
                  </a:cubicBezTo>
                  <a:moveTo>
                    <a:pt x="855849" y="640444"/>
                  </a:moveTo>
                  <a:lnTo>
                    <a:pt x="854446" y="640648"/>
                  </a:lnTo>
                  <a:moveTo>
                    <a:pt x="1261049" y="281768"/>
                  </a:moveTo>
                  <a:cubicBezTo>
                    <a:pt x="1253909" y="273941"/>
                    <a:pt x="1248950" y="268507"/>
                    <a:pt x="1244310" y="263422"/>
                  </a:cubicBezTo>
                  <a:moveTo>
                    <a:pt x="758070" y="745594"/>
                  </a:moveTo>
                  <a:cubicBezTo>
                    <a:pt x="739186" y="745583"/>
                    <a:pt x="729667" y="745578"/>
                    <a:pt x="692664" y="745555"/>
                  </a:cubicBezTo>
                  <a:lnTo>
                    <a:pt x="692701" y="745553"/>
                  </a:lnTo>
                  <a:lnTo>
                    <a:pt x="636011" y="640515"/>
                  </a:lnTo>
                  <a:cubicBezTo>
                    <a:pt x="616622" y="637663"/>
                    <a:pt x="604183" y="635833"/>
                    <a:pt x="591737" y="634002"/>
                  </a:cubicBezTo>
                  <a:cubicBezTo>
                    <a:pt x="579316" y="632175"/>
                    <a:pt x="566888" y="630347"/>
                    <a:pt x="547537" y="627501"/>
                  </a:cubicBezTo>
                  <a:lnTo>
                    <a:pt x="385531" y="700367"/>
                  </a:lnTo>
                  <a:cubicBezTo>
                    <a:pt x="370627" y="695576"/>
                    <a:pt x="361027" y="692490"/>
                    <a:pt x="353326" y="690013"/>
                  </a:cubicBezTo>
                  <a:cubicBezTo>
                    <a:pt x="353158" y="689960"/>
                    <a:pt x="352991" y="689906"/>
                    <a:pt x="352826" y="689852"/>
                  </a:cubicBezTo>
                  <a:cubicBezTo>
                    <a:pt x="336886" y="684728"/>
                    <a:pt x="328921" y="682168"/>
                    <a:pt x="297751" y="672151"/>
                  </a:cubicBezTo>
                  <a:lnTo>
                    <a:pt x="363929" y="568483"/>
                  </a:lnTo>
                  <a:lnTo>
                    <a:pt x="349551" y="560182"/>
                  </a:lnTo>
                  <a:cubicBezTo>
                    <a:pt x="333588" y="550966"/>
                    <a:pt x="324534" y="545740"/>
                    <a:pt x="303626" y="533676"/>
                  </a:cubicBezTo>
                  <a:lnTo>
                    <a:pt x="88371" y="551306"/>
                  </a:lnTo>
                  <a:cubicBezTo>
                    <a:pt x="77033" y="538878"/>
                    <a:pt x="71926" y="533279"/>
                    <a:pt x="66869" y="527736"/>
                  </a:cubicBezTo>
                  <a:cubicBezTo>
                    <a:pt x="66827" y="527690"/>
                    <a:pt x="66786" y="527644"/>
                    <a:pt x="66744" y="527599"/>
                  </a:cubicBezTo>
                  <a:cubicBezTo>
                    <a:pt x="66697" y="527547"/>
                    <a:pt x="66650" y="527496"/>
                    <a:pt x="66603" y="527443"/>
                  </a:cubicBezTo>
                  <a:cubicBezTo>
                    <a:pt x="61553" y="521907"/>
                    <a:pt x="56445" y="516307"/>
                    <a:pt x="45120" y="503897"/>
                  </a:cubicBezTo>
                  <a:lnTo>
                    <a:pt x="213167" y="434512"/>
                  </a:lnTo>
                  <a:cubicBezTo>
                    <a:pt x="210323" y="424540"/>
                    <a:pt x="208496" y="418139"/>
                    <a:pt x="206669" y="411738"/>
                  </a:cubicBezTo>
                  <a:cubicBezTo>
                    <a:pt x="204841" y="405338"/>
                    <a:pt x="203014" y="398937"/>
                    <a:pt x="200171" y="388965"/>
                  </a:cubicBezTo>
                  <a:lnTo>
                    <a:pt x="0" y="345759"/>
                  </a:lnTo>
                  <a:cubicBezTo>
                    <a:pt x="3971" y="332134"/>
                    <a:pt x="5740" y="326058"/>
                    <a:pt x="7509" y="319982"/>
                  </a:cubicBezTo>
                  <a:cubicBezTo>
                    <a:pt x="9278" y="313906"/>
                    <a:pt x="11047" y="307829"/>
                    <a:pt x="15019" y="294206"/>
                  </a:cubicBezTo>
                  <a:lnTo>
                    <a:pt x="231580" y="281136"/>
                  </a:lnTo>
                  <a:cubicBezTo>
                    <a:pt x="242564" y="269193"/>
                    <a:pt x="248413" y="262827"/>
                    <a:pt x="255828" y="254761"/>
                  </a:cubicBezTo>
                  <a:cubicBezTo>
                    <a:pt x="259779" y="250461"/>
                    <a:pt x="264173" y="245680"/>
                    <a:pt x="270026" y="239312"/>
                  </a:cubicBezTo>
                  <a:lnTo>
                    <a:pt x="148505" y="148990"/>
                  </a:lnTo>
                  <a:cubicBezTo>
                    <a:pt x="177674" y="132243"/>
                    <a:pt x="180810" y="130443"/>
                    <a:pt x="199856" y="119512"/>
                  </a:cubicBezTo>
                  <a:cubicBezTo>
                    <a:pt x="204454" y="116874"/>
                    <a:pt x="209978" y="113703"/>
                    <a:pt x="217020" y="109662"/>
                  </a:cubicBezTo>
                  <a:lnTo>
                    <a:pt x="413342" y="157056"/>
                  </a:lnTo>
                  <a:lnTo>
                    <a:pt x="491019" y="132230"/>
                  </a:lnTo>
                  <a:lnTo>
                    <a:pt x="486721" y="23468"/>
                  </a:lnTo>
                  <a:cubicBezTo>
                    <a:pt x="497135" y="21951"/>
                    <a:pt x="505282" y="20764"/>
                    <a:pt x="512051" y="19777"/>
                  </a:cubicBezTo>
                  <a:cubicBezTo>
                    <a:pt x="539726" y="15745"/>
                    <a:pt x="544403" y="15064"/>
                    <a:pt x="586982" y="8855"/>
                  </a:cubicBezTo>
                  <a:lnTo>
                    <a:pt x="700718" y="101663"/>
                  </a:lnTo>
                  <a:lnTo>
                    <a:pt x="792970" y="101719"/>
                  </a:lnTo>
                  <a:lnTo>
                    <a:pt x="907263" y="9047"/>
                  </a:lnTo>
                  <a:cubicBezTo>
                    <a:pt x="933731" y="12938"/>
                    <a:pt x="945540" y="14675"/>
                    <a:pt x="957348" y="16411"/>
                  </a:cubicBezTo>
                  <a:cubicBezTo>
                    <a:pt x="969157" y="18147"/>
                    <a:pt x="980965" y="19886"/>
                    <a:pt x="1007436" y="23780"/>
                  </a:cubicBezTo>
                  <a:lnTo>
                    <a:pt x="1002491" y="132537"/>
                  </a:lnTo>
                  <a:cubicBezTo>
                    <a:pt x="1019442" y="137987"/>
                    <a:pt x="1030333" y="141487"/>
                    <a:pt x="1041217" y="144984"/>
                  </a:cubicBezTo>
                  <a:cubicBezTo>
                    <a:pt x="1052128" y="148490"/>
                    <a:pt x="1063032" y="151994"/>
                    <a:pt x="1080026" y="157457"/>
                  </a:cubicBezTo>
                  <a:lnTo>
                    <a:pt x="1276627" y="110299"/>
                  </a:lnTo>
                  <a:lnTo>
                    <a:pt x="1344910" y="149708"/>
                  </a:lnTo>
                  <a:lnTo>
                    <a:pt x="1222849" y="239887"/>
                  </a:lnTo>
                  <a:cubicBezTo>
                    <a:pt x="1232431" y="250394"/>
                    <a:pt x="1238085" y="256590"/>
                    <a:pt x="1244311" y="263414"/>
                  </a:cubicBezTo>
                  <a:cubicBezTo>
                    <a:pt x="1248951" y="268500"/>
                    <a:pt x="1253910" y="273934"/>
                    <a:pt x="1261049" y="281760"/>
                  </a:cubicBezTo>
                  <a:lnTo>
                    <a:pt x="1477528" y="295088"/>
                  </a:lnTo>
                  <a:lnTo>
                    <a:pt x="1492236" y="346655"/>
                  </a:lnTo>
                  <a:lnTo>
                    <a:pt x="1291813" y="389620"/>
                  </a:lnTo>
                  <a:cubicBezTo>
                    <a:pt x="1289251" y="398417"/>
                    <a:pt x="1287498" y="404434"/>
                    <a:pt x="1285838" y="410126"/>
                  </a:cubicBezTo>
                  <a:cubicBezTo>
                    <a:pt x="1283738" y="417330"/>
                    <a:pt x="1281790" y="424011"/>
                    <a:pt x="1278549" y="435149"/>
                  </a:cubicBezTo>
                  <a:lnTo>
                    <a:pt x="1446177" y="504732"/>
                  </a:lnTo>
                  <a:cubicBezTo>
                    <a:pt x="1434673" y="517249"/>
                    <a:pt x="1429541" y="522830"/>
                    <a:pt x="1424409" y="528412"/>
                  </a:cubicBezTo>
                  <a:cubicBezTo>
                    <a:pt x="1419277" y="533995"/>
                    <a:pt x="1414144" y="539576"/>
                    <a:pt x="1402641" y="552093"/>
                  </a:cubicBezTo>
                  <a:lnTo>
                    <a:pt x="1187486" y="534206"/>
                  </a:lnTo>
                  <a:lnTo>
                    <a:pt x="1126969" y="568943"/>
                  </a:lnTo>
                  <a:lnTo>
                    <a:pt x="1192527" y="672689"/>
                  </a:lnTo>
                  <a:lnTo>
                    <a:pt x="1172165" y="679195"/>
                  </a:lnTo>
                  <a:cubicBezTo>
                    <a:pt x="1146206" y="687489"/>
                    <a:pt x="1142859" y="688559"/>
                    <a:pt x="1104572" y="700797"/>
                  </a:cubicBezTo>
                  <a:lnTo>
                    <a:pt x="943004" y="627733"/>
                  </a:lnTo>
                  <a:cubicBezTo>
                    <a:pt x="904697" y="633321"/>
                    <a:pt x="893485" y="634955"/>
                    <a:pt x="855849" y="640439"/>
                  </a:cubicBezTo>
                  <a:lnTo>
                    <a:pt x="854446" y="640644"/>
                  </a:lnTo>
                  <a:lnTo>
                    <a:pt x="797116" y="745617"/>
                  </a:lnTo>
                  <a:close/>
                  <a:moveTo>
                    <a:pt x="752872" y="202857"/>
                  </a:moveTo>
                  <a:cubicBezTo>
                    <a:pt x="942248" y="202857"/>
                    <a:pt x="1095772" y="279491"/>
                    <a:pt x="1095772" y="374021"/>
                  </a:cubicBezTo>
                  <a:cubicBezTo>
                    <a:pt x="1095772" y="417952"/>
                    <a:pt x="1062615" y="458017"/>
                    <a:pt x="1008113" y="488322"/>
                  </a:cubicBezTo>
                  <a:cubicBezTo>
                    <a:pt x="945337" y="523228"/>
                    <a:pt x="854241" y="545186"/>
                    <a:pt x="752872" y="545186"/>
                  </a:cubicBezTo>
                  <a:cubicBezTo>
                    <a:pt x="651504" y="545186"/>
                    <a:pt x="560408" y="523228"/>
                    <a:pt x="497631" y="488322"/>
                  </a:cubicBezTo>
                  <a:cubicBezTo>
                    <a:pt x="443128" y="458017"/>
                    <a:pt x="409972" y="417952"/>
                    <a:pt x="409972" y="374021"/>
                  </a:cubicBezTo>
                  <a:cubicBezTo>
                    <a:pt x="409972" y="279491"/>
                    <a:pt x="563497" y="202857"/>
                    <a:pt x="752872" y="202857"/>
                  </a:cubicBezTo>
                  <a:close/>
                  <a:moveTo>
                    <a:pt x="758070" y="745594"/>
                  </a:moveTo>
                  <a:lnTo>
                    <a:pt x="692701" y="745553"/>
                  </a:lnTo>
                  <a:moveTo>
                    <a:pt x="547537" y="627501"/>
                  </a:moveTo>
                  <a:lnTo>
                    <a:pt x="591737" y="634002"/>
                  </a:lnTo>
                  <a:lnTo>
                    <a:pt x="636011" y="640515"/>
                  </a:lnTo>
                  <a:moveTo>
                    <a:pt x="385531" y="700367"/>
                  </a:moveTo>
                  <a:lnTo>
                    <a:pt x="353326" y="690013"/>
                  </a:lnTo>
                  <a:lnTo>
                    <a:pt x="352826" y="689852"/>
                  </a:lnTo>
                  <a:moveTo>
                    <a:pt x="270026" y="239312"/>
                  </a:moveTo>
                  <a:lnTo>
                    <a:pt x="255828" y="254761"/>
                  </a:lnTo>
                  <a:moveTo>
                    <a:pt x="1261049" y="281760"/>
                  </a:moveTo>
                  <a:lnTo>
                    <a:pt x="1244311" y="263414"/>
                  </a:lnTo>
                  <a:moveTo>
                    <a:pt x="66869" y="527736"/>
                  </a:moveTo>
                  <a:lnTo>
                    <a:pt x="66744" y="527599"/>
                  </a:lnTo>
                  <a:lnTo>
                    <a:pt x="66603" y="527443"/>
                  </a:lnTo>
                  <a:moveTo>
                    <a:pt x="87935" y="714375"/>
                  </a:moveTo>
                  <a:cubicBezTo>
                    <a:pt x="96507" y="661034"/>
                    <a:pt x="96507" y="604837"/>
                    <a:pt x="87935" y="551497"/>
                  </a:cubicBezTo>
                  <a:cubicBezTo>
                    <a:pt x="79362" y="537209"/>
                    <a:pt x="73647" y="530542"/>
                    <a:pt x="66980" y="527684"/>
                  </a:cubicBezTo>
                  <a:cubicBezTo>
                    <a:pt x="59360" y="524827"/>
                    <a:pt x="55550" y="517207"/>
                    <a:pt x="45072" y="503872"/>
                  </a:cubicBezTo>
                  <a:cubicBezTo>
                    <a:pt x="35547" y="573404"/>
                    <a:pt x="55550" y="645795"/>
                    <a:pt x="45072" y="715327"/>
                  </a:cubicBezTo>
                  <a:cubicBezTo>
                    <a:pt x="59360" y="713422"/>
                    <a:pt x="74600" y="718184"/>
                    <a:pt x="87935" y="714375"/>
                  </a:cubicBezTo>
                  <a:moveTo>
                    <a:pt x="364160" y="568642"/>
                  </a:moveTo>
                  <a:cubicBezTo>
                    <a:pt x="360350" y="563879"/>
                    <a:pt x="353682" y="563879"/>
                    <a:pt x="349872" y="560070"/>
                  </a:cubicBezTo>
                  <a:cubicBezTo>
                    <a:pt x="335585" y="547687"/>
                    <a:pt x="327012" y="538162"/>
                    <a:pt x="303200" y="533400"/>
                  </a:cubicBezTo>
                  <a:cubicBezTo>
                    <a:pt x="306057" y="576262"/>
                    <a:pt x="294627" y="621029"/>
                    <a:pt x="303200" y="662939"/>
                  </a:cubicBezTo>
                  <a:cubicBezTo>
                    <a:pt x="324155" y="631507"/>
                    <a:pt x="343205" y="600075"/>
                    <a:pt x="364160" y="568642"/>
                  </a:cubicBezTo>
                  <a:moveTo>
                    <a:pt x="353682" y="918209"/>
                  </a:moveTo>
                  <a:cubicBezTo>
                    <a:pt x="363207" y="923925"/>
                    <a:pt x="376542" y="922020"/>
                    <a:pt x="385115" y="928687"/>
                  </a:cubicBezTo>
                  <a:cubicBezTo>
                    <a:pt x="398450" y="853439"/>
                    <a:pt x="384162" y="776287"/>
                    <a:pt x="385115" y="700087"/>
                  </a:cubicBezTo>
                  <a:cubicBezTo>
                    <a:pt x="375590" y="695325"/>
                    <a:pt x="364160" y="691514"/>
                    <a:pt x="353682" y="689609"/>
                  </a:cubicBezTo>
                  <a:cubicBezTo>
                    <a:pt x="336537" y="687704"/>
                    <a:pt x="329870" y="678179"/>
                    <a:pt x="297485" y="672464"/>
                  </a:cubicBezTo>
                  <a:cubicBezTo>
                    <a:pt x="307010" y="747712"/>
                    <a:pt x="307962" y="824864"/>
                    <a:pt x="297485" y="901064"/>
                  </a:cubicBezTo>
                  <a:cubicBezTo>
                    <a:pt x="327012" y="915352"/>
                    <a:pt x="336537" y="915352"/>
                    <a:pt x="353682" y="918209"/>
                  </a:cubicBezTo>
                  <a:moveTo>
                    <a:pt x="591807" y="862964"/>
                  </a:moveTo>
                  <a:cubicBezTo>
                    <a:pt x="605142" y="869632"/>
                    <a:pt x="621335" y="872489"/>
                    <a:pt x="635622" y="868679"/>
                  </a:cubicBezTo>
                  <a:cubicBezTo>
                    <a:pt x="649910" y="794384"/>
                    <a:pt x="653720" y="714375"/>
                    <a:pt x="635622" y="640079"/>
                  </a:cubicBezTo>
                  <a:cubicBezTo>
                    <a:pt x="621335" y="642937"/>
                    <a:pt x="605142" y="640079"/>
                    <a:pt x="591807" y="634364"/>
                  </a:cubicBezTo>
                  <a:cubicBezTo>
                    <a:pt x="578472" y="627697"/>
                    <a:pt x="562280" y="628650"/>
                    <a:pt x="547992" y="627697"/>
                  </a:cubicBezTo>
                  <a:cubicBezTo>
                    <a:pt x="541325" y="703897"/>
                    <a:pt x="557517" y="781050"/>
                    <a:pt x="547992" y="856297"/>
                  </a:cubicBezTo>
                  <a:cubicBezTo>
                    <a:pt x="562280" y="857250"/>
                    <a:pt x="576567" y="863917"/>
                    <a:pt x="591807" y="862964"/>
                  </a:cubicBezTo>
                  <a:moveTo>
                    <a:pt x="855650" y="868679"/>
                  </a:moveTo>
                  <a:cubicBezTo>
                    <a:pt x="890892" y="853439"/>
                    <a:pt x="905180" y="862012"/>
                    <a:pt x="943280" y="856297"/>
                  </a:cubicBezTo>
                  <a:cubicBezTo>
                    <a:pt x="939470" y="780097"/>
                    <a:pt x="928040" y="702945"/>
                    <a:pt x="943280" y="627697"/>
                  </a:cubicBezTo>
                  <a:cubicBezTo>
                    <a:pt x="906132" y="641032"/>
                    <a:pt x="893750" y="635317"/>
                    <a:pt x="855650" y="640079"/>
                  </a:cubicBezTo>
                  <a:cubicBezTo>
                    <a:pt x="839457" y="715327"/>
                    <a:pt x="855650" y="793432"/>
                    <a:pt x="854697" y="869632"/>
                  </a:cubicBezTo>
                  <a:moveTo>
                    <a:pt x="212712" y="434340"/>
                  </a:moveTo>
                  <a:cubicBezTo>
                    <a:pt x="213665" y="423862"/>
                    <a:pt x="209855" y="418147"/>
                    <a:pt x="206997" y="411479"/>
                  </a:cubicBezTo>
                  <a:cubicBezTo>
                    <a:pt x="204140" y="405765"/>
                    <a:pt x="203187" y="399097"/>
                    <a:pt x="200330" y="388620"/>
                  </a:cubicBezTo>
                  <a:cubicBezTo>
                    <a:pt x="195567" y="405765"/>
                    <a:pt x="197472" y="422909"/>
                    <a:pt x="200330" y="440054"/>
                  </a:cubicBezTo>
                  <a:cubicBezTo>
                    <a:pt x="203187" y="436245"/>
                    <a:pt x="208902" y="434340"/>
                    <a:pt x="212712" y="434340"/>
                  </a:cubicBezTo>
                  <a:moveTo>
                    <a:pt x="797547" y="974407"/>
                  </a:moveTo>
                  <a:cubicBezTo>
                    <a:pt x="801357" y="898207"/>
                    <a:pt x="796595" y="822007"/>
                    <a:pt x="797547" y="745807"/>
                  </a:cubicBezTo>
                  <a:cubicBezTo>
                    <a:pt x="763257" y="740092"/>
                    <a:pt x="726110" y="735329"/>
                    <a:pt x="692772" y="745807"/>
                  </a:cubicBezTo>
                  <a:cubicBezTo>
                    <a:pt x="687057" y="822007"/>
                    <a:pt x="687057" y="898207"/>
                    <a:pt x="692772" y="974407"/>
                  </a:cubicBezTo>
                  <a:cubicBezTo>
                    <a:pt x="727062" y="975359"/>
                    <a:pt x="762305" y="977264"/>
                    <a:pt x="797547" y="974407"/>
                  </a:cubicBezTo>
                  <a:moveTo>
                    <a:pt x="1171880" y="907732"/>
                  </a:moveTo>
                  <a:cubicBezTo>
                    <a:pt x="1179500" y="907732"/>
                    <a:pt x="1186167" y="902970"/>
                    <a:pt x="1192835" y="901064"/>
                  </a:cubicBezTo>
                  <a:cubicBezTo>
                    <a:pt x="1209980" y="826770"/>
                    <a:pt x="1176642" y="746759"/>
                    <a:pt x="1192835" y="672464"/>
                  </a:cubicBezTo>
                  <a:cubicBezTo>
                    <a:pt x="1185215" y="673417"/>
                    <a:pt x="1178547" y="676275"/>
                    <a:pt x="1171880" y="679132"/>
                  </a:cubicBezTo>
                  <a:cubicBezTo>
                    <a:pt x="1148067" y="691514"/>
                    <a:pt x="1141400" y="685800"/>
                    <a:pt x="1104252" y="701039"/>
                  </a:cubicBezTo>
                  <a:cubicBezTo>
                    <a:pt x="1109015" y="777239"/>
                    <a:pt x="1106157" y="853439"/>
                    <a:pt x="1104252" y="929639"/>
                  </a:cubicBezTo>
                  <a:cubicBezTo>
                    <a:pt x="1144257" y="921067"/>
                    <a:pt x="1145210" y="907732"/>
                    <a:pt x="1171880" y="907732"/>
                  </a:cubicBezTo>
                  <a:moveTo>
                    <a:pt x="1187120" y="534352"/>
                  </a:moveTo>
                  <a:cubicBezTo>
                    <a:pt x="1172832" y="552450"/>
                    <a:pt x="1144257" y="553402"/>
                    <a:pt x="1127112" y="568642"/>
                  </a:cubicBezTo>
                  <a:cubicBezTo>
                    <a:pt x="1135685" y="605789"/>
                    <a:pt x="1169975" y="631507"/>
                    <a:pt x="1187120" y="664845"/>
                  </a:cubicBezTo>
                  <a:cubicBezTo>
                    <a:pt x="1176642" y="622934"/>
                    <a:pt x="1188072" y="577214"/>
                    <a:pt x="1187120" y="534352"/>
                  </a:cubicBezTo>
                  <a:moveTo>
                    <a:pt x="1424292" y="757237"/>
                  </a:moveTo>
                  <a:cubicBezTo>
                    <a:pt x="1427150" y="749617"/>
                    <a:pt x="1434770" y="746759"/>
                    <a:pt x="1446200" y="733425"/>
                  </a:cubicBezTo>
                  <a:cubicBezTo>
                    <a:pt x="1455725" y="657225"/>
                    <a:pt x="1446200" y="581025"/>
                    <a:pt x="1446200" y="504825"/>
                  </a:cubicBezTo>
                  <a:cubicBezTo>
                    <a:pt x="1431912" y="514350"/>
                    <a:pt x="1430960" y="524827"/>
                    <a:pt x="1424292" y="528637"/>
                  </a:cubicBezTo>
                  <a:cubicBezTo>
                    <a:pt x="1417625" y="531495"/>
                    <a:pt x="1414767" y="541020"/>
                    <a:pt x="1402385" y="552450"/>
                  </a:cubicBezTo>
                  <a:cubicBezTo>
                    <a:pt x="1412862" y="627697"/>
                    <a:pt x="1401432" y="704850"/>
                    <a:pt x="1402385" y="781050"/>
                  </a:cubicBezTo>
                  <a:cubicBezTo>
                    <a:pt x="1414767" y="768667"/>
                    <a:pt x="1418577" y="762000"/>
                    <a:pt x="1424292" y="757237"/>
                  </a:cubicBezTo>
                  <a:moveTo>
                    <a:pt x="1291895" y="389572"/>
                  </a:moveTo>
                  <a:cubicBezTo>
                    <a:pt x="1286180" y="397192"/>
                    <a:pt x="1289037" y="404812"/>
                    <a:pt x="1286180" y="410527"/>
                  </a:cubicBezTo>
                  <a:cubicBezTo>
                    <a:pt x="1282370" y="417195"/>
                    <a:pt x="1283322" y="424815"/>
                    <a:pt x="1278560" y="435292"/>
                  </a:cubicBezTo>
                  <a:cubicBezTo>
                    <a:pt x="1282370" y="437197"/>
                    <a:pt x="1288085" y="438150"/>
                    <a:pt x="1291895" y="441007"/>
                  </a:cubicBezTo>
                  <a:cubicBezTo>
                    <a:pt x="1287132" y="423862"/>
                    <a:pt x="1295705" y="405765"/>
                    <a:pt x="1291895" y="389572"/>
                  </a:cubicBezTo>
                  <a:moveTo>
                    <a:pt x="547992" y="856297"/>
                  </a:moveTo>
                  <a:cubicBezTo>
                    <a:pt x="567042" y="860107"/>
                    <a:pt x="579425" y="864870"/>
                    <a:pt x="591807" y="862964"/>
                  </a:cubicBezTo>
                  <a:cubicBezTo>
                    <a:pt x="604190" y="860107"/>
                    <a:pt x="617525" y="863917"/>
                    <a:pt x="635622" y="868679"/>
                  </a:cubicBezTo>
                  <a:moveTo>
                    <a:pt x="385115" y="928687"/>
                  </a:moveTo>
                  <a:cubicBezTo>
                    <a:pt x="372732" y="920114"/>
                    <a:pt x="361302" y="918209"/>
                    <a:pt x="353682" y="918209"/>
                  </a:cubicBezTo>
                  <a:moveTo>
                    <a:pt x="547992" y="627697"/>
                  </a:moveTo>
                  <a:cubicBezTo>
                    <a:pt x="567042" y="624839"/>
                    <a:pt x="579425" y="636270"/>
                    <a:pt x="591807" y="634364"/>
                  </a:cubicBezTo>
                  <a:cubicBezTo>
                    <a:pt x="604190" y="632459"/>
                    <a:pt x="617525" y="632459"/>
                    <a:pt x="635622" y="640079"/>
                  </a:cubicBezTo>
                  <a:moveTo>
                    <a:pt x="385115" y="700087"/>
                  </a:moveTo>
                  <a:cubicBezTo>
                    <a:pt x="372732" y="691514"/>
                    <a:pt x="361302" y="692467"/>
                    <a:pt x="353682" y="689609"/>
                  </a:cubicBezTo>
                  <a:moveTo>
                    <a:pt x="66980" y="527684"/>
                  </a:moveTo>
                  <a:moveTo>
                    <a:pt x="231762" y="280987"/>
                  </a:moveTo>
                  <a:cubicBezTo>
                    <a:pt x="246050" y="273367"/>
                    <a:pt x="250812" y="264795"/>
                    <a:pt x="255575" y="254317"/>
                  </a:cubicBezTo>
                  <a:cubicBezTo>
                    <a:pt x="258432" y="248602"/>
                    <a:pt x="267957" y="245745"/>
                    <a:pt x="269862" y="239077"/>
                  </a:cubicBezTo>
                  <a:cubicBezTo>
                    <a:pt x="240335" y="199072"/>
                    <a:pt x="195567" y="167640"/>
                    <a:pt x="148895" y="148590"/>
                  </a:cubicBezTo>
                  <a:cubicBezTo>
                    <a:pt x="141275" y="194309"/>
                    <a:pt x="145085" y="240982"/>
                    <a:pt x="148895" y="285750"/>
                  </a:cubicBezTo>
                  <a:cubicBezTo>
                    <a:pt x="176517" y="288607"/>
                    <a:pt x="204140" y="281940"/>
                    <a:pt x="231762" y="280987"/>
                  </a:cubicBezTo>
                  <a:moveTo>
                    <a:pt x="200330" y="388620"/>
                  </a:moveTo>
                  <a:cubicBezTo>
                    <a:pt x="131750" y="383857"/>
                    <a:pt x="63170" y="372427"/>
                    <a:pt x="305" y="345757"/>
                  </a:cubicBezTo>
                  <a:cubicBezTo>
                    <a:pt x="6972" y="421957"/>
                    <a:pt x="3162" y="498157"/>
                    <a:pt x="305" y="574357"/>
                  </a:cubicBezTo>
                  <a:cubicBezTo>
                    <a:pt x="13640" y="581977"/>
                    <a:pt x="29832" y="580072"/>
                    <a:pt x="45072" y="583882"/>
                  </a:cubicBezTo>
                  <a:cubicBezTo>
                    <a:pt x="40310" y="558164"/>
                    <a:pt x="40310" y="530542"/>
                    <a:pt x="45072" y="503872"/>
                  </a:cubicBezTo>
                  <a:cubicBezTo>
                    <a:pt x="95555" y="480059"/>
                    <a:pt x="146037" y="455295"/>
                    <a:pt x="200330" y="440054"/>
                  </a:cubicBezTo>
                  <a:cubicBezTo>
                    <a:pt x="202235" y="422909"/>
                    <a:pt x="196520" y="405765"/>
                    <a:pt x="200330" y="388620"/>
                  </a:cubicBezTo>
                  <a:moveTo>
                    <a:pt x="303200" y="532447"/>
                  </a:moveTo>
                  <a:cubicBezTo>
                    <a:pt x="232715" y="543877"/>
                    <a:pt x="160325" y="541972"/>
                    <a:pt x="87935" y="549592"/>
                  </a:cubicBezTo>
                  <a:cubicBezTo>
                    <a:pt x="85077" y="604837"/>
                    <a:pt x="77457" y="661034"/>
                    <a:pt x="87935" y="714375"/>
                  </a:cubicBezTo>
                  <a:cubicBezTo>
                    <a:pt x="125082" y="722947"/>
                    <a:pt x="166992" y="700087"/>
                    <a:pt x="203187" y="713422"/>
                  </a:cubicBezTo>
                  <a:cubicBezTo>
                    <a:pt x="216522" y="724852"/>
                    <a:pt x="223190" y="741997"/>
                    <a:pt x="231762" y="757237"/>
                  </a:cubicBezTo>
                  <a:cubicBezTo>
                    <a:pt x="232715" y="760095"/>
                    <a:pt x="231762" y="763904"/>
                    <a:pt x="231762" y="766762"/>
                  </a:cubicBezTo>
                  <a:cubicBezTo>
                    <a:pt x="253670" y="766762"/>
                    <a:pt x="275577" y="763904"/>
                    <a:pt x="297485" y="761047"/>
                  </a:cubicBezTo>
                  <a:cubicBezTo>
                    <a:pt x="302247" y="731520"/>
                    <a:pt x="301295" y="701039"/>
                    <a:pt x="297485" y="670559"/>
                  </a:cubicBezTo>
                  <a:cubicBezTo>
                    <a:pt x="299390" y="667702"/>
                    <a:pt x="303200" y="664845"/>
                    <a:pt x="303200" y="661034"/>
                  </a:cubicBezTo>
                  <a:cubicBezTo>
                    <a:pt x="294627" y="619125"/>
                    <a:pt x="291770" y="573404"/>
                    <a:pt x="303200" y="532447"/>
                  </a:cubicBezTo>
                  <a:moveTo>
                    <a:pt x="385115" y="928687"/>
                  </a:moveTo>
                  <a:cubicBezTo>
                    <a:pt x="429882" y="889634"/>
                    <a:pt x="490842" y="874395"/>
                    <a:pt x="547992" y="856297"/>
                  </a:cubicBezTo>
                  <a:cubicBezTo>
                    <a:pt x="539420" y="780097"/>
                    <a:pt x="560375" y="702945"/>
                    <a:pt x="547992" y="627697"/>
                  </a:cubicBezTo>
                  <a:cubicBezTo>
                    <a:pt x="494652" y="654367"/>
                    <a:pt x="444170" y="692467"/>
                    <a:pt x="385115" y="700087"/>
                  </a:cubicBezTo>
                  <a:cubicBezTo>
                    <a:pt x="367017" y="774382"/>
                    <a:pt x="392735" y="853439"/>
                    <a:pt x="385115" y="928687"/>
                  </a:cubicBezTo>
                  <a:moveTo>
                    <a:pt x="635622" y="868679"/>
                  </a:moveTo>
                  <a:cubicBezTo>
                    <a:pt x="662292" y="899159"/>
                    <a:pt x="667055" y="943927"/>
                    <a:pt x="692772" y="974407"/>
                  </a:cubicBezTo>
                  <a:cubicBezTo>
                    <a:pt x="705155" y="899159"/>
                    <a:pt x="682295" y="821054"/>
                    <a:pt x="692772" y="745807"/>
                  </a:cubicBezTo>
                  <a:cubicBezTo>
                    <a:pt x="678485" y="708659"/>
                    <a:pt x="647052" y="679132"/>
                    <a:pt x="635622" y="640079"/>
                  </a:cubicBezTo>
                  <a:cubicBezTo>
                    <a:pt x="627050" y="716279"/>
                    <a:pt x="626097" y="793432"/>
                    <a:pt x="635622" y="868679"/>
                  </a:cubicBezTo>
                  <a:moveTo>
                    <a:pt x="797547" y="974407"/>
                  </a:moveTo>
                  <a:cubicBezTo>
                    <a:pt x="812787" y="937259"/>
                    <a:pt x="828027" y="899159"/>
                    <a:pt x="854697" y="869632"/>
                  </a:cubicBezTo>
                  <a:cubicBezTo>
                    <a:pt x="845172" y="793432"/>
                    <a:pt x="848030" y="716279"/>
                    <a:pt x="854697" y="641032"/>
                  </a:cubicBezTo>
                  <a:cubicBezTo>
                    <a:pt x="833742" y="674370"/>
                    <a:pt x="815645" y="710564"/>
                    <a:pt x="797547" y="745807"/>
                  </a:cubicBezTo>
                  <a:cubicBezTo>
                    <a:pt x="796595" y="822007"/>
                    <a:pt x="785165" y="899159"/>
                    <a:pt x="797547" y="974407"/>
                  </a:cubicBezTo>
                  <a:moveTo>
                    <a:pt x="752780" y="202882"/>
                  </a:moveTo>
                  <a:cubicBezTo>
                    <a:pt x="942327" y="208597"/>
                    <a:pt x="1096632" y="279082"/>
                    <a:pt x="1095680" y="374332"/>
                  </a:cubicBezTo>
                  <a:cubicBezTo>
                    <a:pt x="1095680" y="418147"/>
                    <a:pt x="1062342" y="458152"/>
                    <a:pt x="1008050" y="488632"/>
                  </a:cubicBezTo>
                  <a:cubicBezTo>
                    <a:pt x="953757" y="441007"/>
                    <a:pt x="853745" y="436245"/>
                    <a:pt x="752780" y="431482"/>
                  </a:cubicBezTo>
                  <a:cubicBezTo>
                    <a:pt x="651815" y="426720"/>
                    <a:pt x="553707" y="443865"/>
                    <a:pt x="497510" y="488632"/>
                  </a:cubicBezTo>
                  <a:cubicBezTo>
                    <a:pt x="447980" y="450532"/>
                    <a:pt x="403212" y="417195"/>
                    <a:pt x="409880" y="374332"/>
                  </a:cubicBezTo>
                  <a:cubicBezTo>
                    <a:pt x="425120" y="280987"/>
                    <a:pt x="564185" y="219075"/>
                    <a:pt x="752780" y="202882"/>
                  </a:cubicBezTo>
                  <a:moveTo>
                    <a:pt x="943280" y="856297"/>
                  </a:moveTo>
                  <a:cubicBezTo>
                    <a:pt x="993762" y="885825"/>
                    <a:pt x="1050912" y="903922"/>
                    <a:pt x="1104252" y="929639"/>
                  </a:cubicBezTo>
                  <a:cubicBezTo>
                    <a:pt x="1098537" y="853439"/>
                    <a:pt x="1099490" y="777239"/>
                    <a:pt x="1104252" y="701039"/>
                  </a:cubicBezTo>
                  <a:cubicBezTo>
                    <a:pt x="1055675" y="666750"/>
                    <a:pt x="994715" y="656272"/>
                    <a:pt x="943280" y="627697"/>
                  </a:cubicBezTo>
                  <a:cubicBezTo>
                    <a:pt x="944232" y="703897"/>
                    <a:pt x="951852" y="781050"/>
                    <a:pt x="943280" y="856297"/>
                  </a:cubicBezTo>
                  <a:moveTo>
                    <a:pt x="1402385" y="552450"/>
                  </a:moveTo>
                  <a:cubicBezTo>
                    <a:pt x="1330947" y="548639"/>
                    <a:pt x="1259510" y="535304"/>
                    <a:pt x="1187120" y="534352"/>
                  </a:cubicBezTo>
                  <a:cubicBezTo>
                    <a:pt x="1186167" y="577214"/>
                    <a:pt x="1191882" y="621029"/>
                    <a:pt x="1187120" y="664845"/>
                  </a:cubicBezTo>
                  <a:cubicBezTo>
                    <a:pt x="1189025" y="667702"/>
                    <a:pt x="1190930" y="669607"/>
                    <a:pt x="1192835" y="672464"/>
                  </a:cubicBezTo>
                  <a:cubicBezTo>
                    <a:pt x="1195692" y="702945"/>
                    <a:pt x="1203312" y="735329"/>
                    <a:pt x="1192835" y="762952"/>
                  </a:cubicBezTo>
                  <a:cubicBezTo>
                    <a:pt x="1262367" y="765809"/>
                    <a:pt x="1333805" y="768667"/>
                    <a:pt x="1402385" y="781050"/>
                  </a:cubicBezTo>
                  <a:cubicBezTo>
                    <a:pt x="1417625" y="705802"/>
                    <a:pt x="1400480" y="628650"/>
                    <a:pt x="1402385" y="552450"/>
                  </a:cubicBezTo>
                  <a:moveTo>
                    <a:pt x="1491920" y="346709"/>
                  </a:moveTo>
                  <a:cubicBezTo>
                    <a:pt x="1424292" y="352425"/>
                    <a:pt x="1360475" y="385762"/>
                    <a:pt x="1291895" y="389572"/>
                  </a:cubicBezTo>
                  <a:cubicBezTo>
                    <a:pt x="1291895" y="406717"/>
                    <a:pt x="1285227" y="424815"/>
                    <a:pt x="1291895" y="441007"/>
                  </a:cubicBezTo>
                  <a:cubicBezTo>
                    <a:pt x="1343330" y="462915"/>
                    <a:pt x="1391907" y="490537"/>
                    <a:pt x="1446200" y="504825"/>
                  </a:cubicBezTo>
                  <a:cubicBezTo>
                    <a:pt x="1447152" y="531495"/>
                    <a:pt x="1437627" y="560070"/>
                    <a:pt x="1446200" y="584834"/>
                  </a:cubicBezTo>
                  <a:cubicBezTo>
                    <a:pt x="1461440" y="583882"/>
                    <a:pt x="1478585" y="581977"/>
                    <a:pt x="1491920" y="575309"/>
                  </a:cubicBezTo>
                  <a:cubicBezTo>
                    <a:pt x="1495730" y="499109"/>
                    <a:pt x="1489062" y="422909"/>
                    <a:pt x="1491920" y="346709"/>
                  </a:cubicBezTo>
                  <a:moveTo>
                    <a:pt x="1345235" y="149542"/>
                  </a:moveTo>
                  <a:cubicBezTo>
                    <a:pt x="1307135" y="183832"/>
                    <a:pt x="1255700" y="200977"/>
                    <a:pt x="1223315" y="240029"/>
                  </a:cubicBezTo>
                  <a:cubicBezTo>
                    <a:pt x="1230935" y="251459"/>
                    <a:pt x="1237602" y="257175"/>
                    <a:pt x="1244270" y="263842"/>
                  </a:cubicBezTo>
                  <a:cubicBezTo>
                    <a:pt x="1249985" y="269557"/>
                    <a:pt x="1255700" y="275272"/>
                    <a:pt x="1261415" y="281940"/>
                  </a:cubicBezTo>
                  <a:cubicBezTo>
                    <a:pt x="1288085" y="287654"/>
                    <a:pt x="1317612" y="291465"/>
                    <a:pt x="1345235" y="286702"/>
                  </a:cubicBezTo>
                  <a:cubicBezTo>
                    <a:pt x="1329995" y="243840"/>
                    <a:pt x="1338567" y="195262"/>
                    <a:pt x="1345235" y="149542"/>
                  </a:cubicBezTo>
                  <a:moveTo>
                    <a:pt x="692772" y="974407"/>
                  </a:moveTo>
                  <a:moveTo>
                    <a:pt x="855650" y="868679"/>
                  </a:moveTo>
                  <a:moveTo>
                    <a:pt x="692772" y="745807"/>
                  </a:moveTo>
                  <a:moveTo>
                    <a:pt x="269862" y="239077"/>
                  </a:moveTo>
                  <a:cubicBezTo>
                    <a:pt x="266052" y="246697"/>
                    <a:pt x="260337" y="251459"/>
                    <a:pt x="255575" y="254317"/>
                  </a:cubicBezTo>
                  <a:moveTo>
                    <a:pt x="855650" y="640079"/>
                  </a:moveTo>
                  <a:moveTo>
                    <a:pt x="1261415" y="281940"/>
                  </a:moveTo>
                  <a:cubicBezTo>
                    <a:pt x="1252842" y="275272"/>
                    <a:pt x="1249032" y="268604"/>
                    <a:pt x="1244270" y="263842"/>
                  </a:cubicBezTo>
                  <a:moveTo>
                    <a:pt x="758495" y="745807"/>
                  </a:moveTo>
                  <a:cubicBezTo>
                    <a:pt x="739445" y="741045"/>
                    <a:pt x="729920" y="745807"/>
                    <a:pt x="692772" y="745807"/>
                  </a:cubicBezTo>
                  <a:cubicBezTo>
                    <a:pt x="673722" y="710564"/>
                    <a:pt x="652767" y="676275"/>
                    <a:pt x="635622" y="640079"/>
                  </a:cubicBezTo>
                  <a:cubicBezTo>
                    <a:pt x="616572" y="637222"/>
                    <a:pt x="604190" y="632459"/>
                    <a:pt x="591807" y="634364"/>
                  </a:cubicBezTo>
                  <a:cubicBezTo>
                    <a:pt x="579425" y="635317"/>
                    <a:pt x="566090" y="632459"/>
                    <a:pt x="547992" y="627697"/>
                  </a:cubicBezTo>
                  <a:cubicBezTo>
                    <a:pt x="495605" y="655320"/>
                    <a:pt x="441312" y="680084"/>
                    <a:pt x="385115" y="700087"/>
                  </a:cubicBezTo>
                  <a:cubicBezTo>
                    <a:pt x="370827" y="694372"/>
                    <a:pt x="361302" y="690562"/>
                    <a:pt x="353682" y="689609"/>
                  </a:cubicBezTo>
                  <a:cubicBezTo>
                    <a:pt x="336537" y="688657"/>
                    <a:pt x="330822" y="673417"/>
                    <a:pt x="297485" y="672464"/>
                  </a:cubicBezTo>
                  <a:cubicBezTo>
                    <a:pt x="321297" y="639127"/>
                    <a:pt x="335585" y="598170"/>
                    <a:pt x="364160" y="568642"/>
                  </a:cubicBezTo>
                  <a:cubicBezTo>
                    <a:pt x="358445" y="566737"/>
                    <a:pt x="354635" y="561975"/>
                    <a:pt x="349872" y="560070"/>
                  </a:cubicBezTo>
                  <a:cubicBezTo>
                    <a:pt x="331775" y="553402"/>
                    <a:pt x="326060" y="542925"/>
                    <a:pt x="303200" y="533400"/>
                  </a:cubicBezTo>
                  <a:cubicBezTo>
                    <a:pt x="235572" y="557212"/>
                    <a:pt x="160325" y="556259"/>
                    <a:pt x="87935" y="551497"/>
                  </a:cubicBezTo>
                  <a:cubicBezTo>
                    <a:pt x="75552" y="541020"/>
                    <a:pt x="70790" y="534352"/>
                    <a:pt x="66980" y="527684"/>
                  </a:cubicBezTo>
                  <a:cubicBezTo>
                    <a:pt x="62217" y="521017"/>
                    <a:pt x="59360" y="512445"/>
                    <a:pt x="45072" y="503872"/>
                  </a:cubicBezTo>
                  <a:cubicBezTo>
                    <a:pt x="102222" y="483870"/>
                    <a:pt x="156515" y="455295"/>
                    <a:pt x="212712" y="434340"/>
                  </a:cubicBezTo>
                  <a:cubicBezTo>
                    <a:pt x="213665" y="423862"/>
                    <a:pt x="209855" y="417195"/>
                    <a:pt x="206997" y="411479"/>
                  </a:cubicBezTo>
                  <a:cubicBezTo>
                    <a:pt x="203187" y="405765"/>
                    <a:pt x="199377" y="399097"/>
                    <a:pt x="200330" y="388620"/>
                  </a:cubicBezTo>
                  <a:cubicBezTo>
                    <a:pt x="135560" y="367665"/>
                    <a:pt x="67932" y="350520"/>
                    <a:pt x="305" y="345757"/>
                  </a:cubicBezTo>
                  <a:cubicBezTo>
                    <a:pt x="5067" y="332422"/>
                    <a:pt x="6020" y="325754"/>
                    <a:pt x="7925" y="320040"/>
                  </a:cubicBezTo>
                  <a:cubicBezTo>
                    <a:pt x="9830" y="314325"/>
                    <a:pt x="10782" y="307657"/>
                    <a:pt x="14592" y="294322"/>
                  </a:cubicBezTo>
                  <a:cubicBezTo>
                    <a:pt x="86982" y="293370"/>
                    <a:pt x="159372" y="276225"/>
                    <a:pt x="231762" y="280987"/>
                  </a:cubicBezTo>
                  <a:cubicBezTo>
                    <a:pt x="246050" y="273367"/>
                    <a:pt x="246050" y="260032"/>
                    <a:pt x="255575" y="254317"/>
                  </a:cubicBezTo>
                  <a:cubicBezTo>
                    <a:pt x="261290" y="252412"/>
                    <a:pt x="266052" y="246697"/>
                    <a:pt x="269862" y="239077"/>
                  </a:cubicBezTo>
                  <a:cubicBezTo>
                    <a:pt x="226047" y="215265"/>
                    <a:pt x="196520" y="163829"/>
                    <a:pt x="148895" y="148590"/>
                  </a:cubicBezTo>
                  <a:cubicBezTo>
                    <a:pt x="182232" y="143827"/>
                    <a:pt x="184137" y="135254"/>
                    <a:pt x="200330" y="119062"/>
                  </a:cubicBezTo>
                  <a:cubicBezTo>
                    <a:pt x="203187" y="116204"/>
                    <a:pt x="209855" y="113347"/>
                    <a:pt x="217475" y="109537"/>
                  </a:cubicBezTo>
                  <a:cubicBezTo>
                    <a:pt x="279387" y="134302"/>
                    <a:pt x="346062" y="148590"/>
                    <a:pt x="413690" y="157162"/>
                  </a:cubicBezTo>
                  <a:cubicBezTo>
                    <a:pt x="440360" y="152400"/>
                    <a:pt x="464172" y="138112"/>
                    <a:pt x="490842" y="132397"/>
                  </a:cubicBezTo>
                  <a:cubicBezTo>
                    <a:pt x="492747" y="96202"/>
                    <a:pt x="487032" y="60007"/>
                    <a:pt x="487032" y="23812"/>
                  </a:cubicBezTo>
                  <a:cubicBezTo>
                    <a:pt x="497510" y="22859"/>
                    <a:pt x="505130" y="19050"/>
                    <a:pt x="511797" y="20002"/>
                  </a:cubicBezTo>
                  <a:cubicBezTo>
                    <a:pt x="540372" y="21907"/>
                    <a:pt x="545135" y="0"/>
                    <a:pt x="587045" y="8572"/>
                  </a:cubicBezTo>
                  <a:cubicBezTo>
                    <a:pt x="623240" y="41909"/>
                    <a:pt x="656577" y="80009"/>
                    <a:pt x="700392" y="101917"/>
                  </a:cubicBezTo>
                  <a:cubicBezTo>
                    <a:pt x="729920" y="91440"/>
                    <a:pt x="763257" y="92392"/>
                    <a:pt x="792785" y="101917"/>
                  </a:cubicBezTo>
                  <a:cubicBezTo>
                    <a:pt x="836600" y="79057"/>
                    <a:pt x="877557" y="47625"/>
                    <a:pt x="907085" y="8572"/>
                  </a:cubicBezTo>
                  <a:cubicBezTo>
                    <a:pt x="932802" y="17145"/>
                    <a:pt x="945185" y="17145"/>
                    <a:pt x="957567" y="16192"/>
                  </a:cubicBezTo>
                  <a:cubicBezTo>
                    <a:pt x="968997" y="16192"/>
                    <a:pt x="980427" y="21907"/>
                    <a:pt x="1007097" y="23812"/>
                  </a:cubicBezTo>
                  <a:cubicBezTo>
                    <a:pt x="1002335" y="60007"/>
                    <a:pt x="996620" y="96202"/>
                    <a:pt x="1002335" y="132397"/>
                  </a:cubicBezTo>
                  <a:cubicBezTo>
                    <a:pt x="1018527" y="140017"/>
                    <a:pt x="1031862" y="138112"/>
                    <a:pt x="1041387" y="144779"/>
                  </a:cubicBezTo>
                  <a:cubicBezTo>
                    <a:pt x="1049960" y="151447"/>
                    <a:pt x="1062342" y="155257"/>
                    <a:pt x="1080440" y="157162"/>
                  </a:cubicBezTo>
                  <a:cubicBezTo>
                    <a:pt x="1143305" y="133350"/>
                    <a:pt x="1211885" y="129540"/>
                    <a:pt x="1276655" y="110490"/>
                  </a:cubicBezTo>
                  <a:cubicBezTo>
                    <a:pt x="1300467" y="121920"/>
                    <a:pt x="1319517" y="142875"/>
                    <a:pt x="1345235" y="149542"/>
                  </a:cubicBezTo>
                  <a:cubicBezTo>
                    <a:pt x="1305230" y="180975"/>
                    <a:pt x="1265225" y="212407"/>
                    <a:pt x="1223315" y="240029"/>
                  </a:cubicBezTo>
                  <a:cubicBezTo>
                    <a:pt x="1228077" y="253365"/>
                    <a:pt x="1238555" y="256222"/>
                    <a:pt x="1244270" y="263842"/>
                  </a:cubicBezTo>
                  <a:cubicBezTo>
                    <a:pt x="1249032" y="268604"/>
                    <a:pt x="1254747" y="273367"/>
                    <a:pt x="1261415" y="281940"/>
                  </a:cubicBezTo>
                  <a:cubicBezTo>
                    <a:pt x="1331900" y="269557"/>
                    <a:pt x="1405242" y="288607"/>
                    <a:pt x="1477632" y="295275"/>
                  </a:cubicBezTo>
                  <a:cubicBezTo>
                    <a:pt x="1481442" y="312420"/>
                    <a:pt x="1483347" y="331470"/>
                    <a:pt x="1491920" y="346709"/>
                  </a:cubicBezTo>
                  <a:cubicBezTo>
                    <a:pt x="1424292" y="353377"/>
                    <a:pt x="1358570" y="374332"/>
                    <a:pt x="1291895" y="389572"/>
                  </a:cubicBezTo>
                  <a:cubicBezTo>
                    <a:pt x="1290942" y="399097"/>
                    <a:pt x="1286180" y="403859"/>
                    <a:pt x="1286180" y="410527"/>
                  </a:cubicBezTo>
                  <a:cubicBezTo>
                    <a:pt x="1285227" y="417195"/>
                    <a:pt x="1286180" y="425767"/>
                    <a:pt x="1278560" y="435292"/>
                  </a:cubicBezTo>
                  <a:cubicBezTo>
                    <a:pt x="1332852" y="461009"/>
                    <a:pt x="1391907" y="478154"/>
                    <a:pt x="1446200" y="504825"/>
                  </a:cubicBezTo>
                  <a:cubicBezTo>
                    <a:pt x="1437627" y="519112"/>
                    <a:pt x="1427150" y="521970"/>
                    <a:pt x="1424292" y="528637"/>
                  </a:cubicBezTo>
                  <a:cubicBezTo>
                    <a:pt x="1421435" y="535304"/>
                    <a:pt x="1410005" y="537209"/>
                    <a:pt x="1402385" y="552450"/>
                  </a:cubicBezTo>
                  <a:cubicBezTo>
                    <a:pt x="1330947" y="542925"/>
                    <a:pt x="1259510" y="540067"/>
                    <a:pt x="1187120" y="534352"/>
                  </a:cubicBezTo>
                  <a:cubicBezTo>
                    <a:pt x="1165212" y="541020"/>
                    <a:pt x="1149020" y="562927"/>
                    <a:pt x="1127112" y="568642"/>
                  </a:cubicBezTo>
                  <a:cubicBezTo>
                    <a:pt x="1159497" y="593407"/>
                    <a:pt x="1169975" y="639127"/>
                    <a:pt x="1192835" y="672464"/>
                  </a:cubicBezTo>
                  <a:cubicBezTo>
                    <a:pt x="1185215" y="674370"/>
                    <a:pt x="1179500" y="678179"/>
                    <a:pt x="1171880" y="679132"/>
                  </a:cubicBezTo>
                  <a:cubicBezTo>
                    <a:pt x="1145210" y="681989"/>
                    <a:pt x="1140447" y="683895"/>
                    <a:pt x="1104252" y="701039"/>
                  </a:cubicBezTo>
                  <a:cubicBezTo>
                    <a:pt x="1047102" y="686752"/>
                    <a:pt x="999477" y="643889"/>
                    <a:pt x="943280" y="627697"/>
                  </a:cubicBezTo>
                  <a:cubicBezTo>
                    <a:pt x="905180" y="635317"/>
                    <a:pt x="890892" y="625792"/>
                    <a:pt x="855650" y="640079"/>
                  </a:cubicBezTo>
                  <a:cubicBezTo>
                    <a:pt x="831837" y="673417"/>
                    <a:pt x="826122" y="718184"/>
                    <a:pt x="797547" y="745807"/>
                  </a:cubicBezTo>
                  <a:cubicBezTo>
                    <a:pt x="784212" y="746759"/>
                    <a:pt x="770877" y="744854"/>
                    <a:pt x="758495" y="745807"/>
                  </a:cubicBezTo>
                  <a:moveTo>
                    <a:pt x="752780" y="202882"/>
                  </a:moveTo>
                  <a:cubicBezTo>
                    <a:pt x="564185" y="192404"/>
                    <a:pt x="394640" y="280987"/>
                    <a:pt x="409880" y="374332"/>
                  </a:cubicBezTo>
                  <a:cubicBezTo>
                    <a:pt x="416547" y="417195"/>
                    <a:pt x="442265" y="459104"/>
                    <a:pt x="497510" y="488632"/>
                  </a:cubicBezTo>
                  <a:cubicBezTo>
                    <a:pt x="561327" y="521970"/>
                    <a:pt x="652767" y="530542"/>
                    <a:pt x="752780" y="544829"/>
                  </a:cubicBezTo>
                  <a:cubicBezTo>
                    <a:pt x="852792" y="560070"/>
                    <a:pt x="950900" y="531495"/>
                    <a:pt x="1008050" y="488632"/>
                  </a:cubicBezTo>
                  <a:cubicBezTo>
                    <a:pt x="1057580" y="450532"/>
                    <a:pt x="1103300" y="417195"/>
                    <a:pt x="1095680" y="374332"/>
                  </a:cubicBezTo>
                  <a:cubicBezTo>
                    <a:pt x="1080440" y="280987"/>
                    <a:pt x="942327" y="194309"/>
                    <a:pt x="752780" y="202882"/>
                  </a:cubicBezTo>
                  <a:moveTo>
                    <a:pt x="758495" y="745807"/>
                  </a:moveTo>
                  <a:cubicBezTo>
                    <a:pt x="737540" y="753427"/>
                    <a:pt x="713727" y="750570"/>
                    <a:pt x="692772" y="745807"/>
                  </a:cubicBezTo>
                  <a:moveTo>
                    <a:pt x="547992" y="627697"/>
                  </a:moveTo>
                  <a:cubicBezTo>
                    <a:pt x="562280" y="626745"/>
                    <a:pt x="578472" y="627697"/>
                    <a:pt x="591807" y="634364"/>
                  </a:cubicBezTo>
                  <a:cubicBezTo>
                    <a:pt x="605142" y="640079"/>
                    <a:pt x="621335" y="637222"/>
                    <a:pt x="635622" y="640079"/>
                  </a:cubicBezTo>
                  <a:moveTo>
                    <a:pt x="353682" y="689609"/>
                  </a:moveTo>
                  <a:cubicBezTo>
                    <a:pt x="364160" y="691514"/>
                    <a:pt x="374637" y="700087"/>
                    <a:pt x="385115" y="700087"/>
                  </a:cubicBezTo>
                  <a:moveTo>
                    <a:pt x="269862" y="239077"/>
                  </a:moveTo>
                  <a:cubicBezTo>
                    <a:pt x="265100" y="244792"/>
                    <a:pt x="258432" y="248602"/>
                    <a:pt x="255575" y="254317"/>
                  </a:cubicBezTo>
                  <a:moveTo>
                    <a:pt x="1261415" y="281940"/>
                  </a:moveTo>
                  <a:cubicBezTo>
                    <a:pt x="1256652" y="275272"/>
                    <a:pt x="1251890" y="266700"/>
                    <a:pt x="1244270" y="263842"/>
                  </a:cubicBezTo>
                  <a:moveTo>
                    <a:pt x="66980" y="527684"/>
                  </a:moveTo>
                </a:path>
              </a:pathLst>
            </a:custGeom>
            <a:noFill/>
            <a:ln w="2857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8" name="Rounded Rectangle 5">
              <a:extLst>
                <a:ext uri="{FF2B5EF4-FFF2-40B4-BE49-F238E27FC236}">
                  <a16:creationId xmlns:a16="http://schemas.microsoft.com/office/drawing/2014/main" id="{DEE65EDA-2E3F-E843-BF24-4DCC06A815B9}"/>
                </a:ext>
              </a:extLst>
            </p:cNvPr>
            <p:cNvSpPr/>
            <p:nvPr/>
          </p:nvSpPr>
          <p:spPr>
            <a:xfrm>
              <a:off x="1528953" y="3034945"/>
              <a:ext cx="1339215" cy="683895"/>
            </a:xfrm>
            <a:custGeom>
              <a:avLst/>
              <a:gdLst/>
              <a:ahLst/>
              <a:cxnLst/>
              <a:rect l="0" t="0" r="0" b="0"/>
              <a:pathLst>
                <a:path w="1339215" h="683895">
                  <a:moveTo>
                    <a:pt x="1339215" y="238125"/>
                  </a:moveTo>
                  <a:lnTo>
                    <a:pt x="1148715" y="231457"/>
                  </a:lnTo>
                  <a:lnTo>
                    <a:pt x="1150620" y="174307"/>
                  </a:lnTo>
                  <a:lnTo>
                    <a:pt x="1339215" y="237172"/>
                  </a:lnTo>
                  <a:lnTo>
                    <a:pt x="1339215" y="238125"/>
                  </a:lnTo>
                  <a:moveTo>
                    <a:pt x="1150620" y="174307"/>
                  </a:moveTo>
                  <a:lnTo>
                    <a:pt x="982980" y="411479"/>
                  </a:lnTo>
                  <a:lnTo>
                    <a:pt x="1185862" y="455295"/>
                  </a:lnTo>
                  <a:lnTo>
                    <a:pt x="1339215" y="237172"/>
                  </a:lnTo>
                  <a:lnTo>
                    <a:pt x="1150620" y="174307"/>
                  </a:lnTo>
                  <a:moveTo>
                    <a:pt x="1185862" y="455295"/>
                  </a:moveTo>
                  <a:lnTo>
                    <a:pt x="1140142" y="223837"/>
                  </a:lnTo>
                  <a:lnTo>
                    <a:pt x="942975" y="207645"/>
                  </a:lnTo>
                  <a:lnTo>
                    <a:pt x="982980" y="411479"/>
                  </a:lnTo>
                  <a:lnTo>
                    <a:pt x="1185862" y="455295"/>
                  </a:lnTo>
                  <a:moveTo>
                    <a:pt x="942975" y="207645"/>
                  </a:moveTo>
                  <a:lnTo>
                    <a:pt x="795337" y="605790"/>
                  </a:lnTo>
                  <a:lnTo>
                    <a:pt x="988695" y="632459"/>
                  </a:lnTo>
                  <a:lnTo>
                    <a:pt x="1140142" y="223837"/>
                  </a:lnTo>
                  <a:lnTo>
                    <a:pt x="942975" y="207645"/>
                  </a:lnTo>
                  <a:moveTo>
                    <a:pt x="988695" y="632459"/>
                  </a:moveTo>
                  <a:lnTo>
                    <a:pt x="964882" y="317182"/>
                  </a:lnTo>
                  <a:lnTo>
                    <a:pt x="771525" y="285750"/>
                  </a:lnTo>
                  <a:lnTo>
                    <a:pt x="795337" y="605790"/>
                  </a:lnTo>
                  <a:lnTo>
                    <a:pt x="988695" y="632459"/>
                  </a:lnTo>
                  <a:moveTo>
                    <a:pt x="771525" y="285750"/>
                  </a:moveTo>
                  <a:lnTo>
                    <a:pt x="616267" y="647700"/>
                  </a:lnTo>
                  <a:lnTo>
                    <a:pt x="808672" y="683895"/>
                  </a:lnTo>
                  <a:lnTo>
                    <a:pt x="964882" y="317182"/>
                  </a:lnTo>
                  <a:lnTo>
                    <a:pt x="771525" y="285750"/>
                  </a:lnTo>
                  <a:moveTo>
                    <a:pt x="808672" y="683895"/>
                  </a:moveTo>
                  <a:lnTo>
                    <a:pt x="800100" y="416242"/>
                  </a:lnTo>
                  <a:lnTo>
                    <a:pt x="607695" y="355282"/>
                  </a:lnTo>
                  <a:lnTo>
                    <a:pt x="616267" y="647700"/>
                  </a:lnTo>
                  <a:lnTo>
                    <a:pt x="808672" y="683895"/>
                  </a:lnTo>
                  <a:moveTo>
                    <a:pt x="607695" y="355282"/>
                  </a:moveTo>
                  <a:lnTo>
                    <a:pt x="466725" y="545782"/>
                  </a:lnTo>
                  <a:lnTo>
                    <a:pt x="677227" y="581025"/>
                  </a:lnTo>
                  <a:lnTo>
                    <a:pt x="800100" y="416242"/>
                  </a:lnTo>
                  <a:lnTo>
                    <a:pt x="607695" y="355282"/>
                  </a:lnTo>
                  <a:moveTo>
                    <a:pt x="677227" y="581025"/>
                  </a:moveTo>
                  <a:lnTo>
                    <a:pt x="609600" y="361950"/>
                  </a:lnTo>
                  <a:lnTo>
                    <a:pt x="405765" y="348615"/>
                  </a:lnTo>
                  <a:lnTo>
                    <a:pt x="466725" y="545782"/>
                  </a:lnTo>
                  <a:lnTo>
                    <a:pt x="677227" y="581025"/>
                  </a:lnTo>
                  <a:moveTo>
                    <a:pt x="405765" y="348615"/>
                  </a:moveTo>
                  <a:lnTo>
                    <a:pt x="281940" y="611504"/>
                  </a:lnTo>
                  <a:lnTo>
                    <a:pt x="480060" y="638175"/>
                  </a:lnTo>
                  <a:lnTo>
                    <a:pt x="609600" y="361950"/>
                  </a:lnTo>
                  <a:lnTo>
                    <a:pt x="405765" y="348615"/>
                  </a:lnTo>
                  <a:moveTo>
                    <a:pt x="480060" y="638175"/>
                  </a:moveTo>
                  <a:lnTo>
                    <a:pt x="453390" y="549592"/>
                  </a:lnTo>
                  <a:lnTo>
                    <a:pt x="271462" y="402907"/>
                  </a:lnTo>
                  <a:lnTo>
                    <a:pt x="1905" y="402907"/>
                  </a:lnTo>
                  <a:lnTo>
                    <a:pt x="199072" y="585787"/>
                  </a:lnTo>
                  <a:lnTo>
                    <a:pt x="277177" y="581977"/>
                  </a:lnTo>
                  <a:lnTo>
                    <a:pt x="281940" y="611504"/>
                  </a:lnTo>
                  <a:lnTo>
                    <a:pt x="480060" y="638175"/>
                  </a:lnTo>
                  <a:moveTo>
                    <a:pt x="199072" y="585787"/>
                  </a:moveTo>
                  <a:lnTo>
                    <a:pt x="190500" y="343852"/>
                  </a:lnTo>
                  <a:lnTo>
                    <a:pt x="0" y="349567"/>
                  </a:lnTo>
                  <a:lnTo>
                    <a:pt x="1905" y="402907"/>
                  </a:lnTo>
                  <a:lnTo>
                    <a:pt x="199072" y="585787"/>
                  </a:lnTo>
                  <a:moveTo>
                    <a:pt x="1138237" y="176212"/>
                  </a:moveTo>
                  <a:lnTo>
                    <a:pt x="1092517" y="0"/>
                  </a:lnTo>
                  <a:lnTo>
                    <a:pt x="896302" y="952"/>
                  </a:lnTo>
                  <a:lnTo>
                    <a:pt x="953452" y="223837"/>
                  </a:lnTo>
                  <a:lnTo>
                    <a:pt x="1138237" y="176212"/>
                  </a:lnTo>
                  <a:moveTo>
                    <a:pt x="896302" y="952"/>
                  </a:moveTo>
                  <a:lnTo>
                    <a:pt x="800100" y="392429"/>
                  </a:lnTo>
                  <a:lnTo>
                    <a:pt x="998220" y="383857"/>
                  </a:lnTo>
                  <a:lnTo>
                    <a:pt x="1092517" y="0"/>
                  </a:lnTo>
                  <a:lnTo>
                    <a:pt x="896302" y="952"/>
                  </a:lnTo>
                  <a:moveTo>
                    <a:pt x="998220" y="383857"/>
                  </a:moveTo>
                  <a:lnTo>
                    <a:pt x="913447" y="140017"/>
                  </a:lnTo>
                  <a:lnTo>
                    <a:pt x="701040" y="106679"/>
                  </a:lnTo>
                  <a:lnTo>
                    <a:pt x="800100" y="392429"/>
                  </a:lnTo>
                  <a:lnTo>
                    <a:pt x="998220" y="383857"/>
                  </a:lnTo>
                  <a:moveTo>
                    <a:pt x="701040" y="106679"/>
                  </a:moveTo>
                  <a:lnTo>
                    <a:pt x="573405" y="278129"/>
                  </a:lnTo>
                  <a:lnTo>
                    <a:pt x="784860" y="312420"/>
                  </a:lnTo>
                  <a:lnTo>
                    <a:pt x="913447" y="140017"/>
                  </a:lnTo>
                  <a:lnTo>
                    <a:pt x="701040" y="106679"/>
                  </a:lnTo>
                  <a:moveTo>
                    <a:pt x="784860" y="312420"/>
                  </a:moveTo>
                  <a:lnTo>
                    <a:pt x="698182" y="49529"/>
                  </a:lnTo>
                  <a:lnTo>
                    <a:pt x="499110" y="55245"/>
                  </a:lnTo>
                  <a:lnTo>
                    <a:pt x="573405" y="278129"/>
                  </a:lnTo>
                  <a:lnTo>
                    <a:pt x="784860" y="312420"/>
                  </a:lnTo>
                  <a:moveTo>
                    <a:pt x="499110" y="55245"/>
                  </a:moveTo>
                  <a:lnTo>
                    <a:pt x="410527" y="386715"/>
                  </a:lnTo>
                  <a:lnTo>
                    <a:pt x="603885" y="401002"/>
                  </a:lnTo>
                  <a:lnTo>
                    <a:pt x="698182" y="49529"/>
                  </a:lnTo>
                  <a:lnTo>
                    <a:pt x="499110" y="55245"/>
                  </a:lnTo>
                  <a:moveTo>
                    <a:pt x="603885" y="401002"/>
                  </a:moveTo>
                  <a:lnTo>
                    <a:pt x="570547" y="107632"/>
                  </a:lnTo>
                  <a:lnTo>
                    <a:pt x="375285" y="80962"/>
                  </a:lnTo>
                  <a:lnTo>
                    <a:pt x="410527" y="386715"/>
                  </a:lnTo>
                  <a:lnTo>
                    <a:pt x="603885" y="401002"/>
                  </a:lnTo>
                  <a:moveTo>
                    <a:pt x="375285" y="80962"/>
                  </a:moveTo>
                  <a:lnTo>
                    <a:pt x="217170" y="466725"/>
                  </a:lnTo>
                  <a:lnTo>
                    <a:pt x="417195" y="480059"/>
                  </a:lnTo>
                  <a:lnTo>
                    <a:pt x="570547" y="107632"/>
                  </a:lnTo>
                  <a:lnTo>
                    <a:pt x="375285" y="80962"/>
                  </a:lnTo>
                  <a:moveTo>
                    <a:pt x="417195" y="480059"/>
                  </a:moveTo>
                  <a:lnTo>
                    <a:pt x="325755" y="135254"/>
                  </a:lnTo>
                  <a:lnTo>
                    <a:pt x="141922" y="183832"/>
                  </a:lnTo>
                  <a:lnTo>
                    <a:pt x="217170" y="466725"/>
                  </a:lnTo>
                  <a:lnTo>
                    <a:pt x="417195" y="480059"/>
                  </a:lnTo>
                </a:path>
              </a:pathLst>
            </a:custGeom>
            <a:solidFill>
              <a:srgbClr val="DCE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9" name="Rounded Rectangle 6">
              <a:extLst>
                <a:ext uri="{FF2B5EF4-FFF2-40B4-BE49-F238E27FC236}">
                  <a16:creationId xmlns:a16="http://schemas.microsoft.com/office/drawing/2014/main" id="{F785F008-5B23-C12A-DE7B-4A343A1D1A82}"/>
                </a:ext>
              </a:extLst>
            </p:cNvPr>
            <p:cNvSpPr/>
            <p:nvPr/>
          </p:nvSpPr>
          <p:spPr>
            <a:xfrm>
              <a:off x="1569911" y="2997794"/>
              <a:ext cx="1265872" cy="756285"/>
            </a:xfrm>
            <a:custGeom>
              <a:avLst/>
              <a:gdLst/>
              <a:ahLst/>
              <a:cxnLst/>
              <a:rect l="0" t="0" r="0" b="0"/>
              <a:pathLst>
                <a:path w="1265872" h="756285">
                  <a:moveTo>
                    <a:pt x="590570" y="756182"/>
                  </a:moveTo>
                  <a:lnTo>
                    <a:pt x="590570" y="641882"/>
                  </a:lnTo>
                  <a:lnTo>
                    <a:pt x="683874" y="641882"/>
                  </a:lnTo>
                  <a:lnTo>
                    <a:pt x="683874" y="756182"/>
                  </a:lnTo>
                  <a:close/>
                  <a:moveTo>
                    <a:pt x="479684" y="650512"/>
                  </a:moveTo>
                  <a:lnTo>
                    <a:pt x="456717" y="646804"/>
                  </a:lnTo>
                  <a:lnTo>
                    <a:pt x="456717" y="532504"/>
                  </a:lnTo>
                  <a:lnTo>
                    <a:pt x="478071" y="535952"/>
                  </a:lnTo>
                  <a:cubicBezTo>
                    <a:pt x="496335" y="538900"/>
                    <a:pt x="508786" y="540910"/>
                    <a:pt x="533035" y="544826"/>
                  </a:cubicBezTo>
                  <a:lnTo>
                    <a:pt x="533035" y="659126"/>
                  </a:lnTo>
                  <a:cubicBezTo>
                    <a:pt x="509506" y="655326"/>
                    <a:pt x="497085" y="653321"/>
                    <a:pt x="479684" y="650512"/>
                  </a:cubicBezTo>
                  <a:close/>
                  <a:moveTo>
                    <a:pt x="295367" y="708514"/>
                  </a:moveTo>
                  <a:lnTo>
                    <a:pt x="295367" y="594214"/>
                  </a:lnTo>
                  <a:lnTo>
                    <a:pt x="219874" y="566959"/>
                  </a:lnTo>
                  <a:lnTo>
                    <a:pt x="219874" y="681259"/>
                  </a:lnTo>
                  <a:close/>
                  <a:moveTo>
                    <a:pt x="288117" y="471634"/>
                  </a:moveTo>
                  <a:lnTo>
                    <a:pt x="240946" y="537525"/>
                  </a:lnTo>
                  <a:lnTo>
                    <a:pt x="240946" y="439374"/>
                  </a:lnTo>
                  <a:cubicBezTo>
                    <a:pt x="254144" y="448405"/>
                    <a:pt x="261690" y="453565"/>
                    <a:pt x="271012" y="459939"/>
                  </a:cubicBezTo>
                  <a:close/>
                  <a:moveTo>
                    <a:pt x="19052" y="528398"/>
                  </a:moveTo>
                  <a:lnTo>
                    <a:pt x="8572" y="512372"/>
                  </a:lnTo>
                  <a:lnTo>
                    <a:pt x="8572" y="398072"/>
                  </a:lnTo>
                  <a:lnTo>
                    <a:pt x="19078" y="414139"/>
                  </a:lnTo>
                  <a:cubicBezTo>
                    <a:pt x="24489" y="422413"/>
                    <a:pt x="27227" y="426599"/>
                    <a:pt x="37413" y="442171"/>
                  </a:cubicBezTo>
                  <a:lnTo>
                    <a:pt x="37413" y="556471"/>
                  </a:lnTo>
                  <a:cubicBezTo>
                    <a:pt x="27210" y="540874"/>
                    <a:pt x="24480" y="536700"/>
                    <a:pt x="19052" y="528398"/>
                  </a:cubicBezTo>
                  <a:close/>
                  <a:moveTo>
                    <a:pt x="1033499" y="439374"/>
                  </a:moveTo>
                  <a:lnTo>
                    <a:pt x="1035003" y="539627"/>
                  </a:lnTo>
                  <a:lnTo>
                    <a:pt x="986328" y="471634"/>
                  </a:lnTo>
                  <a:cubicBezTo>
                    <a:pt x="999448" y="462657"/>
                    <a:pt x="1006984" y="457504"/>
                    <a:pt x="1016232" y="451181"/>
                  </a:cubicBezTo>
                  <a:lnTo>
                    <a:pt x="1016242" y="451175"/>
                  </a:lnTo>
                  <a:close/>
                  <a:moveTo>
                    <a:pt x="762611" y="655704"/>
                  </a:moveTo>
                  <a:lnTo>
                    <a:pt x="741409" y="659126"/>
                  </a:lnTo>
                  <a:lnTo>
                    <a:pt x="741409" y="544826"/>
                  </a:lnTo>
                  <a:lnTo>
                    <a:pt x="762611" y="541404"/>
                  </a:lnTo>
                  <a:cubicBezTo>
                    <a:pt x="780959" y="538442"/>
                    <a:pt x="793411" y="536431"/>
                    <a:pt x="817727" y="532504"/>
                  </a:cubicBezTo>
                  <a:lnTo>
                    <a:pt x="817727" y="646804"/>
                  </a:lnTo>
                  <a:cubicBezTo>
                    <a:pt x="793411" y="650731"/>
                    <a:pt x="780959" y="652742"/>
                    <a:pt x="762611" y="655704"/>
                  </a:cubicBezTo>
                  <a:close/>
                  <a:moveTo>
                    <a:pt x="979077" y="708514"/>
                  </a:moveTo>
                  <a:lnTo>
                    <a:pt x="1034117" y="688643"/>
                  </a:lnTo>
                  <a:lnTo>
                    <a:pt x="1034117" y="580460"/>
                  </a:lnTo>
                  <a:lnTo>
                    <a:pt x="1054570" y="576033"/>
                  </a:lnTo>
                  <a:lnTo>
                    <a:pt x="1054570" y="566959"/>
                  </a:lnTo>
                  <a:cubicBezTo>
                    <a:pt x="1034949" y="574042"/>
                    <a:pt x="1025886" y="577314"/>
                    <a:pt x="1016824" y="580586"/>
                  </a:cubicBezTo>
                  <a:cubicBezTo>
                    <a:pt x="1007762" y="583858"/>
                    <a:pt x="998699" y="587131"/>
                    <a:pt x="979077" y="594214"/>
                  </a:cubicBezTo>
                  <a:close/>
                  <a:moveTo>
                    <a:pt x="533035" y="659124"/>
                  </a:moveTo>
                  <a:lnTo>
                    <a:pt x="590570" y="756180"/>
                  </a:lnTo>
                  <a:lnTo>
                    <a:pt x="590570" y="641880"/>
                  </a:lnTo>
                  <a:lnTo>
                    <a:pt x="533035" y="544824"/>
                  </a:lnTo>
                  <a:close/>
                  <a:moveTo>
                    <a:pt x="295367" y="708511"/>
                  </a:moveTo>
                  <a:lnTo>
                    <a:pt x="295367" y="594211"/>
                  </a:lnTo>
                  <a:lnTo>
                    <a:pt x="456717" y="532501"/>
                  </a:lnTo>
                  <a:lnTo>
                    <a:pt x="456717" y="646801"/>
                  </a:lnTo>
                  <a:close/>
                  <a:moveTo>
                    <a:pt x="240946" y="439371"/>
                  </a:moveTo>
                  <a:lnTo>
                    <a:pt x="240946" y="537522"/>
                  </a:lnTo>
                  <a:lnTo>
                    <a:pt x="229269" y="553832"/>
                  </a:lnTo>
                  <a:lnTo>
                    <a:pt x="37413" y="556468"/>
                  </a:lnTo>
                  <a:lnTo>
                    <a:pt x="37413" y="442168"/>
                  </a:lnTo>
                  <a:close/>
                  <a:moveTo>
                    <a:pt x="176533" y="340888"/>
                  </a:moveTo>
                  <a:lnTo>
                    <a:pt x="67236" y="378097"/>
                  </a:lnTo>
                  <a:lnTo>
                    <a:pt x="8572" y="358125"/>
                  </a:lnTo>
                  <a:lnTo>
                    <a:pt x="8572" y="243825"/>
                  </a:lnTo>
                  <a:lnTo>
                    <a:pt x="176533" y="301006"/>
                  </a:lnTo>
                  <a:close/>
                  <a:moveTo>
                    <a:pt x="240946" y="202522"/>
                  </a:moveTo>
                  <a:lnTo>
                    <a:pt x="229269" y="202362"/>
                  </a:lnTo>
                  <a:lnTo>
                    <a:pt x="219874" y="189238"/>
                  </a:lnTo>
                  <a:lnTo>
                    <a:pt x="219874" y="74938"/>
                  </a:lnTo>
                  <a:lnTo>
                    <a:pt x="288117" y="170262"/>
                  </a:lnTo>
                  <a:cubicBezTo>
                    <a:pt x="274936" y="179281"/>
                    <a:pt x="267391" y="184439"/>
                    <a:pt x="258086" y="190802"/>
                  </a:cubicBezTo>
                  <a:close/>
                  <a:moveTo>
                    <a:pt x="1097911" y="301006"/>
                  </a:moveTo>
                  <a:lnTo>
                    <a:pt x="1265872" y="243825"/>
                  </a:lnTo>
                  <a:lnTo>
                    <a:pt x="1265872" y="358125"/>
                  </a:lnTo>
                  <a:lnTo>
                    <a:pt x="1207208" y="378097"/>
                  </a:lnTo>
                  <a:lnTo>
                    <a:pt x="1097911" y="340888"/>
                  </a:lnTo>
                  <a:close/>
                  <a:moveTo>
                    <a:pt x="1054570" y="74938"/>
                  </a:moveTo>
                  <a:lnTo>
                    <a:pt x="1054570" y="189238"/>
                  </a:lnTo>
                  <a:lnTo>
                    <a:pt x="1045175" y="202362"/>
                  </a:lnTo>
                  <a:lnTo>
                    <a:pt x="1033499" y="202522"/>
                  </a:lnTo>
                  <a:cubicBezTo>
                    <a:pt x="1020480" y="193615"/>
                    <a:pt x="1012960" y="188473"/>
                    <a:pt x="1003812" y="182218"/>
                  </a:cubicBezTo>
                  <a:lnTo>
                    <a:pt x="1003619" y="182086"/>
                  </a:lnTo>
                  <a:lnTo>
                    <a:pt x="986328" y="170262"/>
                  </a:lnTo>
                  <a:close/>
                  <a:moveTo>
                    <a:pt x="817727" y="646801"/>
                  </a:moveTo>
                  <a:lnTo>
                    <a:pt x="817727" y="532501"/>
                  </a:lnTo>
                  <a:lnTo>
                    <a:pt x="979077" y="594211"/>
                  </a:lnTo>
                  <a:lnTo>
                    <a:pt x="979077" y="708511"/>
                  </a:lnTo>
                  <a:close/>
                  <a:moveTo>
                    <a:pt x="683874" y="756180"/>
                  </a:moveTo>
                  <a:lnTo>
                    <a:pt x="741409" y="659124"/>
                  </a:lnTo>
                  <a:lnTo>
                    <a:pt x="741409" y="544824"/>
                  </a:lnTo>
                  <a:lnTo>
                    <a:pt x="683874" y="641880"/>
                  </a:lnTo>
                  <a:close/>
                  <a:moveTo>
                    <a:pt x="1033499" y="439371"/>
                  </a:moveTo>
                  <a:lnTo>
                    <a:pt x="1079394" y="440002"/>
                  </a:lnTo>
                  <a:lnTo>
                    <a:pt x="1079394" y="554302"/>
                  </a:lnTo>
                  <a:lnTo>
                    <a:pt x="1045175" y="553832"/>
                  </a:lnTo>
                  <a:lnTo>
                    <a:pt x="1035003" y="539624"/>
                  </a:lnTo>
                  <a:close/>
                  <a:moveTo>
                    <a:pt x="258086" y="190802"/>
                  </a:moveTo>
                  <a:cubicBezTo>
                    <a:pt x="253210" y="194135"/>
                    <a:pt x="247851" y="197799"/>
                    <a:pt x="240946" y="202522"/>
                  </a:cubicBezTo>
                  <a:moveTo>
                    <a:pt x="1003812" y="182218"/>
                  </a:moveTo>
                  <a:cubicBezTo>
                    <a:pt x="1003748" y="182174"/>
                    <a:pt x="1003683" y="182131"/>
                    <a:pt x="1003619" y="182086"/>
                  </a:cubicBezTo>
                  <a:cubicBezTo>
                    <a:pt x="998702" y="178725"/>
                    <a:pt x="993305" y="175035"/>
                    <a:pt x="986328" y="170262"/>
                  </a:cubicBezTo>
                  <a:moveTo>
                    <a:pt x="637222" y="149781"/>
                  </a:moveTo>
                  <a:cubicBezTo>
                    <a:pt x="447847" y="149781"/>
                    <a:pt x="294322" y="226416"/>
                    <a:pt x="294322" y="320946"/>
                  </a:cubicBezTo>
                  <a:cubicBezTo>
                    <a:pt x="294322" y="340986"/>
                    <a:pt x="301223" y="360223"/>
                    <a:pt x="313902" y="378096"/>
                  </a:cubicBezTo>
                  <a:cubicBezTo>
                    <a:pt x="347809" y="330302"/>
                    <a:pt x="423042" y="292266"/>
                    <a:pt x="518160" y="274685"/>
                  </a:cubicBezTo>
                  <a:cubicBezTo>
                    <a:pt x="555248" y="267829"/>
                    <a:pt x="595359" y="264084"/>
                    <a:pt x="637222" y="264084"/>
                  </a:cubicBezTo>
                  <a:cubicBezTo>
                    <a:pt x="688211" y="264084"/>
                    <a:pt x="736602" y="269640"/>
                    <a:pt x="780097" y="279605"/>
                  </a:cubicBezTo>
                  <a:cubicBezTo>
                    <a:pt x="863894" y="298804"/>
                    <a:pt x="929518" y="334364"/>
                    <a:pt x="960542" y="378096"/>
                  </a:cubicBezTo>
                  <a:cubicBezTo>
                    <a:pt x="973222" y="360223"/>
                    <a:pt x="980122" y="340986"/>
                    <a:pt x="980122" y="320946"/>
                  </a:cubicBezTo>
                  <a:cubicBezTo>
                    <a:pt x="980122" y="226416"/>
                    <a:pt x="826597" y="149781"/>
                    <a:pt x="637222" y="149781"/>
                  </a:cubicBezTo>
                  <a:close/>
                  <a:moveTo>
                    <a:pt x="1097911" y="340887"/>
                  </a:moveTo>
                  <a:lnTo>
                    <a:pt x="1221209" y="382862"/>
                  </a:lnTo>
                  <a:lnTo>
                    <a:pt x="1122513" y="374892"/>
                  </a:lnTo>
                  <a:lnTo>
                    <a:pt x="1079129" y="422017"/>
                  </a:lnTo>
                  <a:lnTo>
                    <a:pt x="1079129" y="439997"/>
                  </a:lnTo>
                  <a:lnTo>
                    <a:pt x="1033499" y="439370"/>
                  </a:lnTo>
                  <a:lnTo>
                    <a:pt x="1016242" y="451171"/>
                  </a:lnTo>
                  <a:lnTo>
                    <a:pt x="1016232" y="451177"/>
                  </a:lnTo>
                  <a:cubicBezTo>
                    <a:pt x="1006984" y="457500"/>
                    <a:pt x="999448" y="462652"/>
                    <a:pt x="986328" y="471630"/>
                  </a:cubicBezTo>
                  <a:lnTo>
                    <a:pt x="1054570" y="566954"/>
                  </a:lnTo>
                  <a:lnTo>
                    <a:pt x="979077" y="594210"/>
                  </a:lnTo>
                  <a:lnTo>
                    <a:pt x="817727" y="532500"/>
                  </a:lnTo>
                  <a:cubicBezTo>
                    <a:pt x="793411" y="536427"/>
                    <a:pt x="780959" y="538437"/>
                    <a:pt x="762611" y="541399"/>
                  </a:cubicBezTo>
                  <a:lnTo>
                    <a:pt x="741409" y="544822"/>
                  </a:lnTo>
                  <a:lnTo>
                    <a:pt x="683874" y="641878"/>
                  </a:lnTo>
                  <a:lnTo>
                    <a:pt x="590570" y="641878"/>
                  </a:lnTo>
                  <a:lnTo>
                    <a:pt x="533035" y="544822"/>
                  </a:lnTo>
                  <a:cubicBezTo>
                    <a:pt x="508786" y="540906"/>
                    <a:pt x="496335" y="538896"/>
                    <a:pt x="478071" y="535947"/>
                  </a:cubicBezTo>
                  <a:lnTo>
                    <a:pt x="456717" y="532500"/>
                  </a:lnTo>
                  <a:lnTo>
                    <a:pt x="295367" y="594210"/>
                  </a:lnTo>
                  <a:lnTo>
                    <a:pt x="219874" y="566954"/>
                  </a:lnTo>
                  <a:lnTo>
                    <a:pt x="288117" y="471630"/>
                  </a:lnTo>
                  <a:lnTo>
                    <a:pt x="271012" y="459934"/>
                  </a:lnTo>
                  <a:cubicBezTo>
                    <a:pt x="261690" y="453561"/>
                    <a:pt x="254144" y="448400"/>
                    <a:pt x="240946" y="439370"/>
                  </a:cubicBezTo>
                  <a:lnTo>
                    <a:pt x="37413" y="442167"/>
                  </a:lnTo>
                  <a:cubicBezTo>
                    <a:pt x="27227" y="426594"/>
                    <a:pt x="24489" y="422408"/>
                    <a:pt x="19078" y="414134"/>
                  </a:cubicBezTo>
                  <a:lnTo>
                    <a:pt x="8572" y="398067"/>
                  </a:lnTo>
                  <a:lnTo>
                    <a:pt x="176533" y="340887"/>
                  </a:lnTo>
                  <a:lnTo>
                    <a:pt x="176533" y="301004"/>
                  </a:lnTo>
                  <a:lnTo>
                    <a:pt x="8572" y="243823"/>
                  </a:lnTo>
                  <a:cubicBezTo>
                    <a:pt x="18749" y="228266"/>
                    <a:pt x="21491" y="224073"/>
                    <a:pt x="26891" y="215814"/>
                  </a:cubicBezTo>
                  <a:lnTo>
                    <a:pt x="37413" y="199724"/>
                  </a:lnTo>
                  <a:lnTo>
                    <a:pt x="240946" y="202521"/>
                  </a:lnTo>
                  <a:lnTo>
                    <a:pt x="258086" y="190800"/>
                  </a:lnTo>
                  <a:cubicBezTo>
                    <a:pt x="267391" y="184437"/>
                    <a:pt x="274936" y="179280"/>
                    <a:pt x="288117" y="170260"/>
                  </a:cubicBezTo>
                  <a:lnTo>
                    <a:pt x="219874" y="74936"/>
                  </a:lnTo>
                  <a:lnTo>
                    <a:pt x="295367" y="47681"/>
                  </a:lnTo>
                  <a:lnTo>
                    <a:pt x="456717" y="109391"/>
                  </a:lnTo>
                  <a:cubicBezTo>
                    <a:pt x="480762" y="105508"/>
                    <a:pt x="493207" y="103498"/>
                    <a:pt x="511223" y="100590"/>
                  </a:cubicBezTo>
                  <a:lnTo>
                    <a:pt x="533035" y="97068"/>
                  </a:lnTo>
                  <a:lnTo>
                    <a:pt x="590570" y="13"/>
                  </a:lnTo>
                  <a:lnTo>
                    <a:pt x="683874" y="13"/>
                  </a:lnTo>
                  <a:lnTo>
                    <a:pt x="741409" y="97068"/>
                  </a:lnTo>
                  <a:cubicBezTo>
                    <a:pt x="765496" y="100958"/>
                    <a:pt x="777941" y="102968"/>
                    <a:pt x="796007" y="105885"/>
                  </a:cubicBezTo>
                  <a:lnTo>
                    <a:pt x="817727" y="109391"/>
                  </a:lnTo>
                  <a:lnTo>
                    <a:pt x="979077" y="47681"/>
                  </a:lnTo>
                  <a:lnTo>
                    <a:pt x="1054570" y="74936"/>
                  </a:lnTo>
                  <a:lnTo>
                    <a:pt x="986328" y="170260"/>
                  </a:lnTo>
                  <a:lnTo>
                    <a:pt x="1003812" y="182216"/>
                  </a:lnTo>
                  <a:lnTo>
                    <a:pt x="1003837" y="182234"/>
                  </a:lnTo>
                  <a:cubicBezTo>
                    <a:pt x="1012975" y="188481"/>
                    <a:pt x="1020493" y="193621"/>
                    <a:pt x="1033499" y="202521"/>
                  </a:cubicBezTo>
                  <a:lnTo>
                    <a:pt x="1237032" y="199724"/>
                  </a:lnTo>
                  <a:cubicBezTo>
                    <a:pt x="1246690" y="214488"/>
                    <a:pt x="1249651" y="219017"/>
                    <a:pt x="1254544" y="226499"/>
                  </a:cubicBezTo>
                  <a:lnTo>
                    <a:pt x="1265872" y="243823"/>
                  </a:lnTo>
                  <a:lnTo>
                    <a:pt x="1097911" y="301004"/>
                  </a:lnTo>
                  <a:close/>
                  <a:moveTo>
                    <a:pt x="980122" y="320945"/>
                  </a:moveTo>
                  <a:cubicBezTo>
                    <a:pt x="980122" y="340987"/>
                    <a:pt x="973222" y="360223"/>
                    <a:pt x="960542" y="378095"/>
                  </a:cubicBezTo>
                  <a:cubicBezTo>
                    <a:pt x="913415" y="444524"/>
                    <a:pt x="786448" y="492109"/>
                    <a:pt x="637222" y="492109"/>
                  </a:cubicBezTo>
                  <a:cubicBezTo>
                    <a:pt x="487996" y="492109"/>
                    <a:pt x="361029" y="444524"/>
                    <a:pt x="313902" y="378095"/>
                  </a:cubicBezTo>
                  <a:cubicBezTo>
                    <a:pt x="301223" y="360223"/>
                    <a:pt x="294322" y="340987"/>
                    <a:pt x="294322" y="320945"/>
                  </a:cubicBezTo>
                  <a:cubicBezTo>
                    <a:pt x="294322" y="226415"/>
                    <a:pt x="447847" y="149781"/>
                    <a:pt x="637222" y="149781"/>
                  </a:cubicBezTo>
                  <a:cubicBezTo>
                    <a:pt x="826597" y="149781"/>
                    <a:pt x="980122" y="226415"/>
                    <a:pt x="980122" y="320945"/>
                  </a:cubicBezTo>
                  <a:close/>
                  <a:moveTo>
                    <a:pt x="590549" y="756285"/>
                  </a:moveTo>
                  <a:cubicBezTo>
                    <a:pt x="621982" y="756285"/>
                    <a:pt x="653415" y="749617"/>
                    <a:pt x="683895" y="756285"/>
                  </a:cubicBezTo>
                  <a:cubicBezTo>
                    <a:pt x="683895" y="718185"/>
                    <a:pt x="683895" y="680085"/>
                    <a:pt x="683895" y="641985"/>
                  </a:cubicBezTo>
                  <a:cubicBezTo>
                    <a:pt x="653415" y="636270"/>
                    <a:pt x="621982" y="642937"/>
                    <a:pt x="590549" y="641985"/>
                  </a:cubicBezTo>
                  <a:cubicBezTo>
                    <a:pt x="601027" y="678179"/>
                    <a:pt x="599122" y="719137"/>
                    <a:pt x="590549" y="756285"/>
                  </a:cubicBezTo>
                  <a:moveTo>
                    <a:pt x="480060" y="650557"/>
                  </a:moveTo>
                  <a:cubicBezTo>
                    <a:pt x="497204" y="651510"/>
                    <a:pt x="510540" y="650557"/>
                    <a:pt x="533399" y="659129"/>
                  </a:cubicBezTo>
                  <a:cubicBezTo>
                    <a:pt x="540067" y="621982"/>
                    <a:pt x="522922" y="581977"/>
                    <a:pt x="533399" y="544829"/>
                  </a:cubicBezTo>
                  <a:cubicBezTo>
                    <a:pt x="511492" y="533400"/>
                    <a:pt x="496252" y="539115"/>
                    <a:pt x="478154" y="536257"/>
                  </a:cubicBezTo>
                  <a:cubicBezTo>
                    <a:pt x="470535" y="534352"/>
                    <a:pt x="463867" y="534352"/>
                    <a:pt x="456247" y="532447"/>
                  </a:cubicBezTo>
                  <a:cubicBezTo>
                    <a:pt x="461962" y="570547"/>
                    <a:pt x="448627" y="609600"/>
                    <a:pt x="456247" y="646747"/>
                  </a:cubicBezTo>
                  <a:cubicBezTo>
                    <a:pt x="463867" y="648652"/>
                    <a:pt x="472440" y="647700"/>
                    <a:pt x="480060" y="650557"/>
                  </a:cubicBezTo>
                  <a:moveTo>
                    <a:pt x="295274" y="708660"/>
                  </a:moveTo>
                  <a:cubicBezTo>
                    <a:pt x="295274" y="670560"/>
                    <a:pt x="294322" y="632460"/>
                    <a:pt x="295274" y="594360"/>
                  </a:cubicBezTo>
                  <a:cubicBezTo>
                    <a:pt x="270510" y="584835"/>
                    <a:pt x="244792" y="576262"/>
                    <a:pt x="220027" y="566737"/>
                  </a:cubicBezTo>
                  <a:cubicBezTo>
                    <a:pt x="208597" y="602932"/>
                    <a:pt x="220027" y="642937"/>
                    <a:pt x="220027" y="681037"/>
                  </a:cubicBezTo>
                  <a:cubicBezTo>
                    <a:pt x="245744" y="688657"/>
                    <a:pt x="268604" y="706754"/>
                    <a:pt x="295274" y="708660"/>
                  </a:cubicBezTo>
                  <a:moveTo>
                    <a:pt x="287654" y="471487"/>
                  </a:moveTo>
                  <a:cubicBezTo>
                    <a:pt x="275272" y="495300"/>
                    <a:pt x="261937" y="521017"/>
                    <a:pt x="240982" y="537210"/>
                  </a:cubicBezTo>
                  <a:cubicBezTo>
                    <a:pt x="243840" y="504825"/>
                    <a:pt x="237172" y="471487"/>
                    <a:pt x="240982" y="439102"/>
                  </a:cubicBezTo>
                  <a:cubicBezTo>
                    <a:pt x="253365" y="449579"/>
                    <a:pt x="262890" y="452437"/>
                    <a:pt x="271462" y="460057"/>
                  </a:cubicBezTo>
                  <a:cubicBezTo>
                    <a:pt x="276224" y="464820"/>
                    <a:pt x="281940" y="468629"/>
                    <a:pt x="287654" y="471487"/>
                  </a:cubicBezTo>
                  <a:moveTo>
                    <a:pt x="19050" y="528637"/>
                  </a:moveTo>
                  <a:cubicBezTo>
                    <a:pt x="22859" y="537210"/>
                    <a:pt x="22859" y="544829"/>
                    <a:pt x="37147" y="556260"/>
                  </a:cubicBezTo>
                  <a:cubicBezTo>
                    <a:pt x="40004" y="518160"/>
                    <a:pt x="40957" y="480060"/>
                    <a:pt x="37147" y="441960"/>
                  </a:cubicBezTo>
                  <a:cubicBezTo>
                    <a:pt x="22859" y="430529"/>
                    <a:pt x="22859" y="422910"/>
                    <a:pt x="19050" y="414337"/>
                  </a:cubicBezTo>
                  <a:cubicBezTo>
                    <a:pt x="16192" y="408622"/>
                    <a:pt x="13334" y="402907"/>
                    <a:pt x="8572" y="398145"/>
                  </a:cubicBezTo>
                  <a:cubicBezTo>
                    <a:pt x="952" y="435292"/>
                    <a:pt x="0" y="475297"/>
                    <a:pt x="8572" y="512445"/>
                  </a:cubicBezTo>
                  <a:cubicBezTo>
                    <a:pt x="12382" y="518160"/>
                    <a:pt x="14287" y="523875"/>
                    <a:pt x="19050" y="528637"/>
                  </a:cubicBezTo>
                  <a:moveTo>
                    <a:pt x="1033462" y="439102"/>
                  </a:moveTo>
                  <a:cubicBezTo>
                    <a:pt x="1045845" y="470535"/>
                    <a:pt x="1032510" y="505777"/>
                    <a:pt x="1035367" y="540067"/>
                  </a:cubicBezTo>
                  <a:cubicBezTo>
                    <a:pt x="1021080" y="515302"/>
                    <a:pt x="994410" y="498157"/>
                    <a:pt x="986790" y="471487"/>
                  </a:cubicBezTo>
                  <a:cubicBezTo>
                    <a:pt x="1000125" y="462915"/>
                    <a:pt x="1005840" y="454342"/>
                    <a:pt x="1016317" y="451485"/>
                  </a:cubicBezTo>
                  <a:cubicBezTo>
                    <a:pt x="1022985" y="448627"/>
                    <a:pt x="1026795" y="441960"/>
                    <a:pt x="1033462" y="439102"/>
                  </a:cubicBezTo>
                  <a:moveTo>
                    <a:pt x="762952" y="655320"/>
                  </a:moveTo>
                  <a:cubicBezTo>
                    <a:pt x="780097" y="649604"/>
                    <a:pt x="794385" y="654367"/>
                    <a:pt x="818197" y="646747"/>
                  </a:cubicBezTo>
                  <a:cubicBezTo>
                    <a:pt x="822960" y="608647"/>
                    <a:pt x="818197" y="570547"/>
                    <a:pt x="818197" y="532447"/>
                  </a:cubicBezTo>
                  <a:cubicBezTo>
                    <a:pt x="794385" y="541020"/>
                    <a:pt x="781050" y="544829"/>
                    <a:pt x="762952" y="541020"/>
                  </a:cubicBezTo>
                  <a:cubicBezTo>
                    <a:pt x="755332" y="540067"/>
                    <a:pt x="748665" y="546735"/>
                    <a:pt x="741045" y="544829"/>
                  </a:cubicBezTo>
                  <a:cubicBezTo>
                    <a:pt x="750570" y="581977"/>
                    <a:pt x="741997" y="621029"/>
                    <a:pt x="741045" y="659129"/>
                  </a:cubicBezTo>
                  <a:cubicBezTo>
                    <a:pt x="747712" y="657225"/>
                    <a:pt x="756285" y="658177"/>
                    <a:pt x="762952" y="655320"/>
                  </a:cubicBezTo>
                  <a:moveTo>
                    <a:pt x="979170" y="708660"/>
                  </a:moveTo>
                  <a:cubicBezTo>
                    <a:pt x="998220" y="709612"/>
                    <a:pt x="1017270" y="698182"/>
                    <a:pt x="1034415" y="688657"/>
                  </a:cubicBezTo>
                  <a:cubicBezTo>
                    <a:pt x="1028700" y="653415"/>
                    <a:pt x="1035367" y="616267"/>
                    <a:pt x="1034415" y="580072"/>
                  </a:cubicBezTo>
                  <a:cubicBezTo>
                    <a:pt x="1040130" y="577215"/>
                    <a:pt x="1048702" y="580072"/>
                    <a:pt x="1054417" y="576262"/>
                  </a:cubicBezTo>
                  <a:cubicBezTo>
                    <a:pt x="1055370" y="573404"/>
                    <a:pt x="1054417" y="569595"/>
                    <a:pt x="1054417" y="566737"/>
                  </a:cubicBezTo>
                  <a:cubicBezTo>
                    <a:pt x="1038225" y="580072"/>
                    <a:pt x="1025842" y="577215"/>
                    <a:pt x="1017270" y="581025"/>
                  </a:cubicBezTo>
                  <a:cubicBezTo>
                    <a:pt x="1007745" y="583882"/>
                    <a:pt x="999172" y="588645"/>
                    <a:pt x="979170" y="594360"/>
                  </a:cubicBezTo>
                  <a:cubicBezTo>
                    <a:pt x="983932" y="632460"/>
                    <a:pt x="982980" y="670560"/>
                    <a:pt x="979170" y="708660"/>
                  </a:cubicBezTo>
                  <a:moveTo>
                    <a:pt x="533399" y="659129"/>
                  </a:moveTo>
                  <a:cubicBezTo>
                    <a:pt x="554355" y="689610"/>
                    <a:pt x="573405" y="722947"/>
                    <a:pt x="590549" y="756285"/>
                  </a:cubicBezTo>
                  <a:cubicBezTo>
                    <a:pt x="588645" y="718185"/>
                    <a:pt x="586740" y="680085"/>
                    <a:pt x="590549" y="641985"/>
                  </a:cubicBezTo>
                  <a:cubicBezTo>
                    <a:pt x="570547" y="609600"/>
                    <a:pt x="558165" y="572452"/>
                    <a:pt x="533399" y="544829"/>
                  </a:cubicBezTo>
                  <a:cubicBezTo>
                    <a:pt x="534352" y="582929"/>
                    <a:pt x="524827" y="621982"/>
                    <a:pt x="533399" y="659129"/>
                  </a:cubicBezTo>
                  <a:moveTo>
                    <a:pt x="295274" y="708660"/>
                  </a:moveTo>
                  <a:cubicBezTo>
                    <a:pt x="346710" y="682942"/>
                    <a:pt x="400049" y="654367"/>
                    <a:pt x="456247" y="646747"/>
                  </a:cubicBezTo>
                  <a:cubicBezTo>
                    <a:pt x="467677" y="610552"/>
                    <a:pt x="454342" y="570547"/>
                    <a:pt x="456247" y="532447"/>
                  </a:cubicBezTo>
                  <a:cubicBezTo>
                    <a:pt x="401002" y="546735"/>
                    <a:pt x="348615" y="571500"/>
                    <a:pt x="295274" y="594360"/>
                  </a:cubicBezTo>
                  <a:cubicBezTo>
                    <a:pt x="289560" y="631507"/>
                    <a:pt x="292417" y="670560"/>
                    <a:pt x="295274" y="708660"/>
                  </a:cubicBezTo>
                  <a:moveTo>
                    <a:pt x="240982" y="439102"/>
                  </a:moveTo>
                  <a:cubicBezTo>
                    <a:pt x="244792" y="471487"/>
                    <a:pt x="250507" y="505777"/>
                    <a:pt x="240982" y="537210"/>
                  </a:cubicBezTo>
                  <a:cubicBezTo>
                    <a:pt x="236219" y="542925"/>
                    <a:pt x="231457" y="547687"/>
                    <a:pt x="229552" y="553402"/>
                  </a:cubicBezTo>
                  <a:cubicBezTo>
                    <a:pt x="166687" y="541020"/>
                    <a:pt x="100965" y="546735"/>
                    <a:pt x="37147" y="556260"/>
                  </a:cubicBezTo>
                  <a:cubicBezTo>
                    <a:pt x="34290" y="518160"/>
                    <a:pt x="39052" y="480060"/>
                    <a:pt x="37147" y="441960"/>
                  </a:cubicBezTo>
                  <a:cubicBezTo>
                    <a:pt x="105727" y="441007"/>
                    <a:pt x="176212" y="458152"/>
                    <a:pt x="240982" y="439102"/>
                  </a:cubicBezTo>
                  <a:moveTo>
                    <a:pt x="176212" y="340995"/>
                  </a:moveTo>
                  <a:cubicBezTo>
                    <a:pt x="180975" y="328612"/>
                    <a:pt x="173354" y="314325"/>
                    <a:pt x="176212" y="300990"/>
                  </a:cubicBezTo>
                  <a:cubicBezTo>
                    <a:pt x="123825" y="275272"/>
                    <a:pt x="65722" y="258127"/>
                    <a:pt x="8572" y="243840"/>
                  </a:cubicBezTo>
                  <a:cubicBezTo>
                    <a:pt x="7619" y="281940"/>
                    <a:pt x="22859" y="322897"/>
                    <a:pt x="8572" y="358140"/>
                  </a:cubicBezTo>
                  <a:cubicBezTo>
                    <a:pt x="25717" y="369570"/>
                    <a:pt x="46672" y="373379"/>
                    <a:pt x="67627" y="378142"/>
                  </a:cubicBezTo>
                  <a:cubicBezTo>
                    <a:pt x="105727" y="378142"/>
                    <a:pt x="143827" y="361950"/>
                    <a:pt x="176212" y="340995"/>
                  </a:cubicBezTo>
                  <a:moveTo>
                    <a:pt x="240982" y="202882"/>
                  </a:moveTo>
                  <a:cubicBezTo>
                    <a:pt x="237172" y="203835"/>
                    <a:pt x="233362" y="202882"/>
                    <a:pt x="229552" y="201929"/>
                  </a:cubicBezTo>
                  <a:cubicBezTo>
                    <a:pt x="225742" y="199072"/>
                    <a:pt x="221932" y="194310"/>
                    <a:pt x="220027" y="189547"/>
                  </a:cubicBezTo>
                  <a:cubicBezTo>
                    <a:pt x="218122" y="151447"/>
                    <a:pt x="230504" y="111442"/>
                    <a:pt x="220027" y="75247"/>
                  </a:cubicBezTo>
                  <a:cubicBezTo>
                    <a:pt x="234315" y="111442"/>
                    <a:pt x="263842" y="140017"/>
                    <a:pt x="287654" y="170497"/>
                  </a:cubicBezTo>
                  <a:cubicBezTo>
                    <a:pt x="279082" y="182879"/>
                    <a:pt x="267652" y="185737"/>
                    <a:pt x="258127" y="190500"/>
                  </a:cubicBezTo>
                  <a:cubicBezTo>
                    <a:pt x="252412" y="194310"/>
                    <a:pt x="247650" y="200025"/>
                    <a:pt x="240982" y="202882"/>
                  </a:cubicBezTo>
                  <a:moveTo>
                    <a:pt x="1098232" y="300990"/>
                  </a:moveTo>
                  <a:cubicBezTo>
                    <a:pt x="1152525" y="277177"/>
                    <a:pt x="1207770" y="257175"/>
                    <a:pt x="1265872" y="243840"/>
                  </a:cubicBezTo>
                  <a:cubicBezTo>
                    <a:pt x="1264920" y="281940"/>
                    <a:pt x="1263015" y="320040"/>
                    <a:pt x="1265872" y="358140"/>
                  </a:cubicBezTo>
                  <a:cubicBezTo>
                    <a:pt x="1245870" y="363854"/>
                    <a:pt x="1227772" y="374332"/>
                    <a:pt x="1206817" y="378142"/>
                  </a:cubicBezTo>
                  <a:cubicBezTo>
                    <a:pt x="1173480" y="359092"/>
                    <a:pt x="1135380" y="351472"/>
                    <a:pt x="1098232" y="340995"/>
                  </a:cubicBezTo>
                  <a:cubicBezTo>
                    <a:pt x="1100137" y="327660"/>
                    <a:pt x="1096327" y="314325"/>
                    <a:pt x="1098232" y="300990"/>
                  </a:cubicBezTo>
                  <a:moveTo>
                    <a:pt x="1054417" y="75247"/>
                  </a:moveTo>
                  <a:cubicBezTo>
                    <a:pt x="1052512" y="113347"/>
                    <a:pt x="1052512" y="151447"/>
                    <a:pt x="1054417" y="189547"/>
                  </a:cubicBezTo>
                  <a:cubicBezTo>
                    <a:pt x="1050607" y="193357"/>
                    <a:pt x="1048702" y="198120"/>
                    <a:pt x="1044892" y="201929"/>
                  </a:cubicBezTo>
                  <a:cubicBezTo>
                    <a:pt x="1041082" y="200977"/>
                    <a:pt x="1037272" y="200977"/>
                    <a:pt x="1033462" y="202882"/>
                  </a:cubicBezTo>
                  <a:cubicBezTo>
                    <a:pt x="1021080" y="192404"/>
                    <a:pt x="1014412" y="185737"/>
                    <a:pt x="1003935" y="181927"/>
                  </a:cubicBezTo>
                  <a:cubicBezTo>
                    <a:pt x="997267" y="180022"/>
                    <a:pt x="991552" y="175260"/>
                    <a:pt x="986790" y="170497"/>
                  </a:cubicBezTo>
                  <a:cubicBezTo>
                    <a:pt x="1013460" y="141922"/>
                    <a:pt x="1037272" y="109537"/>
                    <a:pt x="1054417" y="75247"/>
                  </a:cubicBezTo>
                  <a:moveTo>
                    <a:pt x="818197" y="646747"/>
                  </a:moveTo>
                  <a:cubicBezTo>
                    <a:pt x="873442" y="661035"/>
                    <a:pt x="922972" y="696277"/>
                    <a:pt x="979170" y="708660"/>
                  </a:cubicBezTo>
                  <a:cubicBezTo>
                    <a:pt x="981075" y="670560"/>
                    <a:pt x="986790" y="631507"/>
                    <a:pt x="979170" y="594360"/>
                  </a:cubicBezTo>
                  <a:cubicBezTo>
                    <a:pt x="922020" y="588645"/>
                    <a:pt x="862012" y="568642"/>
                    <a:pt x="818197" y="532447"/>
                  </a:cubicBezTo>
                  <a:cubicBezTo>
                    <a:pt x="814387" y="570547"/>
                    <a:pt x="815340" y="608647"/>
                    <a:pt x="818197" y="646747"/>
                  </a:cubicBezTo>
                  <a:moveTo>
                    <a:pt x="683895" y="756285"/>
                  </a:moveTo>
                  <a:cubicBezTo>
                    <a:pt x="694372" y="720090"/>
                    <a:pt x="728662" y="694372"/>
                    <a:pt x="741045" y="659129"/>
                  </a:cubicBezTo>
                  <a:cubicBezTo>
                    <a:pt x="737235" y="621029"/>
                    <a:pt x="741997" y="582929"/>
                    <a:pt x="741045" y="544829"/>
                  </a:cubicBezTo>
                  <a:cubicBezTo>
                    <a:pt x="716279" y="572452"/>
                    <a:pt x="702945" y="609600"/>
                    <a:pt x="683895" y="641985"/>
                  </a:cubicBezTo>
                  <a:cubicBezTo>
                    <a:pt x="682942" y="680085"/>
                    <a:pt x="693420" y="719137"/>
                    <a:pt x="683895" y="756285"/>
                  </a:cubicBezTo>
                  <a:moveTo>
                    <a:pt x="1033462" y="439102"/>
                  </a:moveTo>
                  <a:cubicBezTo>
                    <a:pt x="1047750" y="444817"/>
                    <a:pt x="1064895" y="443865"/>
                    <a:pt x="1079182" y="440054"/>
                  </a:cubicBezTo>
                  <a:cubicBezTo>
                    <a:pt x="1070610" y="477202"/>
                    <a:pt x="1080135" y="516254"/>
                    <a:pt x="1079182" y="554354"/>
                  </a:cubicBezTo>
                  <a:cubicBezTo>
                    <a:pt x="1067752" y="554354"/>
                    <a:pt x="1056322" y="555307"/>
                    <a:pt x="1044892" y="553402"/>
                  </a:cubicBezTo>
                  <a:cubicBezTo>
                    <a:pt x="1042035" y="548640"/>
                    <a:pt x="1037272" y="544829"/>
                    <a:pt x="1035367" y="540067"/>
                  </a:cubicBezTo>
                  <a:cubicBezTo>
                    <a:pt x="1031557" y="506729"/>
                    <a:pt x="1035367" y="472440"/>
                    <a:pt x="1033462" y="439102"/>
                  </a:cubicBezTo>
                  <a:moveTo>
                    <a:pt x="258127" y="190500"/>
                  </a:moveTo>
                  <a:cubicBezTo>
                    <a:pt x="253365" y="194310"/>
                    <a:pt x="246697" y="196215"/>
                    <a:pt x="240982" y="202882"/>
                  </a:cubicBezTo>
                  <a:moveTo>
                    <a:pt x="1003935" y="181927"/>
                  </a:moveTo>
                  <a:cubicBezTo>
                    <a:pt x="999172" y="178117"/>
                    <a:pt x="991552" y="176212"/>
                    <a:pt x="986790" y="170497"/>
                  </a:cubicBezTo>
                  <a:moveTo>
                    <a:pt x="637222" y="149542"/>
                  </a:moveTo>
                  <a:cubicBezTo>
                    <a:pt x="826770" y="153352"/>
                    <a:pt x="968692" y="227647"/>
                    <a:pt x="980122" y="320992"/>
                  </a:cubicBezTo>
                  <a:cubicBezTo>
                    <a:pt x="982980" y="340995"/>
                    <a:pt x="976312" y="362902"/>
                    <a:pt x="960120" y="378142"/>
                  </a:cubicBezTo>
                  <a:cubicBezTo>
                    <a:pt x="926782" y="336232"/>
                    <a:pt x="863917" y="299085"/>
                    <a:pt x="780097" y="280035"/>
                  </a:cubicBezTo>
                  <a:cubicBezTo>
                    <a:pt x="736282" y="269557"/>
                    <a:pt x="687704" y="260985"/>
                    <a:pt x="637222" y="263842"/>
                  </a:cubicBezTo>
                  <a:cubicBezTo>
                    <a:pt x="595312" y="266700"/>
                    <a:pt x="555307" y="269557"/>
                    <a:pt x="518160" y="274320"/>
                  </a:cubicBezTo>
                  <a:cubicBezTo>
                    <a:pt x="421957" y="286702"/>
                    <a:pt x="348615" y="330517"/>
                    <a:pt x="314324" y="378142"/>
                  </a:cubicBezTo>
                  <a:cubicBezTo>
                    <a:pt x="302895" y="359092"/>
                    <a:pt x="294322" y="340995"/>
                    <a:pt x="294322" y="320992"/>
                  </a:cubicBezTo>
                  <a:cubicBezTo>
                    <a:pt x="294322" y="226695"/>
                    <a:pt x="447674" y="152400"/>
                    <a:pt x="637222" y="149542"/>
                  </a:cubicBezTo>
                  <a:moveTo>
                    <a:pt x="1098232" y="340995"/>
                  </a:moveTo>
                  <a:cubicBezTo>
                    <a:pt x="1100137" y="327660"/>
                    <a:pt x="1098232" y="314325"/>
                    <a:pt x="1098232" y="300990"/>
                  </a:cubicBezTo>
                  <a:cubicBezTo>
                    <a:pt x="1155382" y="286702"/>
                    <a:pt x="1209675" y="261937"/>
                    <a:pt x="1265872" y="243840"/>
                  </a:cubicBezTo>
                  <a:cubicBezTo>
                    <a:pt x="1261110" y="238125"/>
                    <a:pt x="1260157" y="230504"/>
                    <a:pt x="1254442" y="226695"/>
                  </a:cubicBezTo>
                  <a:cubicBezTo>
                    <a:pt x="1246822" y="220979"/>
                    <a:pt x="1242060" y="216217"/>
                    <a:pt x="1237297" y="200025"/>
                  </a:cubicBezTo>
                  <a:cubicBezTo>
                    <a:pt x="1169670" y="204787"/>
                    <a:pt x="1100137" y="192404"/>
                    <a:pt x="1033462" y="202882"/>
                  </a:cubicBezTo>
                  <a:cubicBezTo>
                    <a:pt x="1020127" y="193357"/>
                    <a:pt x="1013460" y="187642"/>
                    <a:pt x="1003935" y="181927"/>
                  </a:cubicBezTo>
                  <a:cubicBezTo>
                    <a:pt x="997267" y="179070"/>
                    <a:pt x="992505" y="174307"/>
                    <a:pt x="986790" y="170497"/>
                  </a:cubicBezTo>
                  <a:cubicBezTo>
                    <a:pt x="1016317" y="145732"/>
                    <a:pt x="1030605" y="105727"/>
                    <a:pt x="1054417" y="75247"/>
                  </a:cubicBezTo>
                  <a:cubicBezTo>
                    <a:pt x="1027747" y="75247"/>
                    <a:pt x="1000125" y="63817"/>
                    <a:pt x="979170" y="47625"/>
                  </a:cubicBezTo>
                  <a:cubicBezTo>
                    <a:pt x="922972" y="60960"/>
                    <a:pt x="866775" y="79057"/>
                    <a:pt x="818197" y="109537"/>
                  </a:cubicBezTo>
                  <a:cubicBezTo>
                    <a:pt x="810577" y="110490"/>
                    <a:pt x="802957" y="105727"/>
                    <a:pt x="796290" y="105727"/>
                  </a:cubicBezTo>
                  <a:cubicBezTo>
                    <a:pt x="778192" y="106679"/>
                    <a:pt x="765810" y="99060"/>
                    <a:pt x="741045" y="97154"/>
                  </a:cubicBezTo>
                  <a:cubicBezTo>
                    <a:pt x="720090" y="65722"/>
                    <a:pt x="704850" y="31432"/>
                    <a:pt x="683895" y="0"/>
                  </a:cubicBezTo>
                  <a:cubicBezTo>
                    <a:pt x="653415" y="4762"/>
                    <a:pt x="621982" y="0"/>
                    <a:pt x="590549" y="0"/>
                  </a:cubicBezTo>
                  <a:cubicBezTo>
                    <a:pt x="561022" y="23812"/>
                    <a:pt x="559117" y="69532"/>
                    <a:pt x="533399" y="97154"/>
                  </a:cubicBezTo>
                  <a:cubicBezTo>
                    <a:pt x="525780" y="96202"/>
                    <a:pt x="518160" y="100965"/>
                    <a:pt x="511492" y="100965"/>
                  </a:cubicBezTo>
                  <a:cubicBezTo>
                    <a:pt x="493395" y="98107"/>
                    <a:pt x="481012" y="112395"/>
                    <a:pt x="456247" y="109537"/>
                  </a:cubicBezTo>
                  <a:cubicBezTo>
                    <a:pt x="402907" y="89535"/>
                    <a:pt x="352424" y="58102"/>
                    <a:pt x="295274" y="47625"/>
                  </a:cubicBezTo>
                  <a:cubicBezTo>
                    <a:pt x="268604" y="52387"/>
                    <a:pt x="243840" y="63817"/>
                    <a:pt x="220027" y="75247"/>
                  </a:cubicBezTo>
                  <a:cubicBezTo>
                    <a:pt x="237172" y="109537"/>
                    <a:pt x="263842" y="140017"/>
                    <a:pt x="287654" y="170497"/>
                  </a:cubicBezTo>
                  <a:cubicBezTo>
                    <a:pt x="279082" y="183832"/>
                    <a:pt x="268604" y="187642"/>
                    <a:pt x="258127" y="190500"/>
                  </a:cubicBezTo>
                  <a:cubicBezTo>
                    <a:pt x="251460" y="192404"/>
                    <a:pt x="246697" y="199072"/>
                    <a:pt x="240982" y="202882"/>
                  </a:cubicBezTo>
                  <a:cubicBezTo>
                    <a:pt x="173354" y="198120"/>
                    <a:pt x="104775" y="197167"/>
                    <a:pt x="37147" y="200025"/>
                  </a:cubicBezTo>
                  <a:cubicBezTo>
                    <a:pt x="35242" y="205740"/>
                    <a:pt x="30479" y="210502"/>
                    <a:pt x="26669" y="216217"/>
                  </a:cubicBezTo>
                  <a:cubicBezTo>
                    <a:pt x="21907" y="224790"/>
                    <a:pt x="21907" y="230504"/>
                    <a:pt x="8572" y="243840"/>
                  </a:cubicBezTo>
                  <a:cubicBezTo>
                    <a:pt x="65722" y="258127"/>
                    <a:pt x="118109" y="291465"/>
                    <a:pt x="176212" y="300990"/>
                  </a:cubicBezTo>
                  <a:cubicBezTo>
                    <a:pt x="180022" y="313372"/>
                    <a:pt x="180022" y="327660"/>
                    <a:pt x="176212" y="340995"/>
                  </a:cubicBezTo>
                  <a:cubicBezTo>
                    <a:pt x="120967" y="361950"/>
                    <a:pt x="65722" y="382904"/>
                    <a:pt x="8572" y="398145"/>
                  </a:cubicBezTo>
                  <a:cubicBezTo>
                    <a:pt x="10477" y="403860"/>
                    <a:pt x="15240" y="409575"/>
                    <a:pt x="19050" y="414337"/>
                  </a:cubicBezTo>
                  <a:cubicBezTo>
                    <a:pt x="25717" y="421004"/>
                    <a:pt x="27622" y="426720"/>
                    <a:pt x="37147" y="441960"/>
                  </a:cubicBezTo>
                  <a:cubicBezTo>
                    <a:pt x="104775" y="433387"/>
                    <a:pt x="174307" y="426720"/>
                    <a:pt x="240982" y="439102"/>
                  </a:cubicBezTo>
                  <a:cubicBezTo>
                    <a:pt x="255269" y="446722"/>
                    <a:pt x="260032" y="457200"/>
                    <a:pt x="271462" y="460057"/>
                  </a:cubicBezTo>
                  <a:cubicBezTo>
                    <a:pt x="278129" y="461010"/>
                    <a:pt x="283845" y="465772"/>
                    <a:pt x="287654" y="471487"/>
                  </a:cubicBezTo>
                  <a:cubicBezTo>
                    <a:pt x="268604" y="505777"/>
                    <a:pt x="251460" y="543877"/>
                    <a:pt x="220027" y="566737"/>
                  </a:cubicBezTo>
                  <a:cubicBezTo>
                    <a:pt x="244792" y="577215"/>
                    <a:pt x="271462" y="582929"/>
                    <a:pt x="295274" y="594360"/>
                  </a:cubicBezTo>
                  <a:cubicBezTo>
                    <a:pt x="351472" y="581977"/>
                    <a:pt x="401954" y="551497"/>
                    <a:pt x="456247" y="532447"/>
                  </a:cubicBezTo>
                  <a:cubicBezTo>
                    <a:pt x="463867" y="534352"/>
                    <a:pt x="471487" y="533400"/>
                    <a:pt x="478154" y="536257"/>
                  </a:cubicBezTo>
                  <a:cubicBezTo>
                    <a:pt x="495299" y="542925"/>
                    <a:pt x="509587" y="538162"/>
                    <a:pt x="533399" y="544829"/>
                  </a:cubicBezTo>
                  <a:cubicBezTo>
                    <a:pt x="549592" y="579120"/>
                    <a:pt x="572452" y="608647"/>
                    <a:pt x="590549" y="641985"/>
                  </a:cubicBezTo>
                  <a:cubicBezTo>
                    <a:pt x="621982" y="640079"/>
                    <a:pt x="652462" y="641985"/>
                    <a:pt x="683895" y="641985"/>
                  </a:cubicBezTo>
                  <a:cubicBezTo>
                    <a:pt x="707707" y="612457"/>
                    <a:pt x="730567" y="581025"/>
                    <a:pt x="741045" y="544829"/>
                  </a:cubicBezTo>
                  <a:cubicBezTo>
                    <a:pt x="748665" y="543877"/>
                    <a:pt x="755332" y="540067"/>
                    <a:pt x="762952" y="541020"/>
                  </a:cubicBezTo>
                  <a:cubicBezTo>
                    <a:pt x="781050" y="544829"/>
                    <a:pt x="793432" y="537210"/>
                    <a:pt x="818197" y="532447"/>
                  </a:cubicBezTo>
                  <a:cubicBezTo>
                    <a:pt x="873442" y="546735"/>
                    <a:pt x="923925" y="578167"/>
                    <a:pt x="979170" y="594360"/>
                  </a:cubicBezTo>
                  <a:cubicBezTo>
                    <a:pt x="1004887" y="588645"/>
                    <a:pt x="1030605" y="578167"/>
                    <a:pt x="1054417" y="566737"/>
                  </a:cubicBezTo>
                  <a:cubicBezTo>
                    <a:pt x="1033462" y="534352"/>
                    <a:pt x="1011555" y="501967"/>
                    <a:pt x="986790" y="471487"/>
                  </a:cubicBezTo>
                  <a:cubicBezTo>
                    <a:pt x="1001077" y="465772"/>
                    <a:pt x="1007745" y="458152"/>
                    <a:pt x="1016317" y="451485"/>
                  </a:cubicBezTo>
                  <a:cubicBezTo>
                    <a:pt x="1022032" y="446722"/>
                    <a:pt x="1026795" y="441007"/>
                    <a:pt x="1033462" y="439102"/>
                  </a:cubicBezTo>
                  <a:cubicBezTo>
                    <a:pt x="1048702" y="438150"/>
                    <a:pt x="1063942" y="440054"/>
                    <a:pt x="1079182" y="440054"/>
                  </a:cubicBezTo>
                  <a:cubicBezTo>
                    <a:pt x="1077277" y="434340"/>
                    <a:pt x="1080135" y="427672"/>
                    <a:pt x="1079182" y="421957"/>
                  </a:cubicBezTo>
                  <a:cubicBezTo>
                    <a:pt x="1088707" y="402907"/>
                    <a:pt x="1110615" y="392429"/>
                    <a:pt x="1122045" y="375285"/>
                  </a:cubicBezTo>
                  <a:cubicBezTo>
                    <a:pt x="1154430" y="381952"/>
                    <a:pt x="1188720" y="383857"/>
                    <a:pt x="1221105" y="382904"/>
                  </a:cubicBezTo>
                  <a:cubicBezTo>
                    <a:pt x="1179195" y="370522"/>
                    <a:pt x="1140142" y="351472"/>
                    <a:pt x="1098232" y="340995"/>
                  </a:cubicBezTo>
                  <a:moveTo>
                    <a:pt x="980122" y="320992"/>
                  </a:moveTo>
                  <a:cubicBezTo>
                    <a:pt x="975360" y="340042"/>
                    <a:pt x="972502" y="360045"/>
                    <a:pt x="960120" y="378142"/>
                  </a:cubicBezTo>
                  <a:cubicBezTo>
                    <a:pt x="915352" y="445770"/>
                    <a:pt x="786765" y="494347"/>
                    <a:pt x="637222" y="492442"/>
                  </a:cubicBezTo>
                  <a:cubicBezTo>
                    <a:pt x="487679" y="489585"/>
                    <a:pt x="380999" y="423862"/>
                    <a:pt x="314324" y="378142"/>
                  </a:cubicBezTo>
                  <a:cubicBezTo>
                    <a:pt x="296227" y="365760"/>
                    <a:pt x="294322" y="340995"/>
                    <a:pt x="294322" y="320992"/>
                  </a:cubicBezTo>
                  <a:cubicBezTo>
                    <a:pt x="294322" y="226695"/>
                    <a:pt x="447674" y="153352"/>
                    <a:pt x="637222" y="149542"/>
                  </a:cubicBezTo>
                  <a:cubicBezTo>
                    <a:pt x="826770" y="145732"/>
                    <a:pt x="984885" y="226695"/>
                    <a:pt x="980122" y="320992"/>
                  </a:cubicBezTo>
                </a:path>
              </a:pathLst>
            </a:custGeom>
            <a:noFill/>
            <a:ln w="2857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10" name="Rounded Rectangle 7">
              <a:extLst>
                <a:ext uri="{FF2B5EF4-FFF2-40B4-BE49-F238E27FC236}">
                  <a16:creationId xmlns:a16="http://schemas.microsoft.com/office/drawing/2014/main" id="{38C948B5-1524-C2AE-9B06-4B83E26238B1}"/>
                </a:ext>
              </a:extLst>
            </p:cNvPr>
            <p:cNvSpPr/>
            <p:nvPr/>
          </p:nvSpPr>
          <p:spPr>
            <a:xfrm>
              <a:off x="4836033" y="3193060"/>
              <a:ext cx="1622107" cy="843914"/>
            </a:xfrm>
            <a:custGeom>
              <a:avLst/>
              <a:gdLst/>
              <a:ahLst/>
              <a:cxnLst/>
              <a:rect l="0" t="0" r="0" b="0"/>
              <a:pathLst>
                <a:path w="1622107" h="843914">
                  <a:moveTo>
                    <a:pt x="33337" y="538162"/>
                  </a:moveTo>
                  <a:lnTo>
                    <a:pt x="217170" y="589597"/>
                  </a:lnTo>
                  <a:lnTo>
                    <a:pt x="175259" y="736282"/>
                  </a:lnTo>
                  <a:lnTo>
                    <a:pt x="0" y="657225"/>
                  </a:lnTo>
                  <a:lnTo>
                    <a:pt x="33337" y="538162"/>
                  </a:lnTo>
                  <a:moveTo>
                    <a:pt x="175259" y="736282"/>
                  </a:moveTo>
                  <a:lnTo>
                    <a:pt x="338137" y="482917"/>
                  </a:lnTo>
                  <a:lnTo>
                    <a:pt x="117157" y="475297"/>
                  </a:lnTo>
                  <a:lnTo>
                    <a:pt x="0" y="657225"/>
                  </a:lnTo>
                  <a:lnTo>
                    <a:pt x="175259" y="736282"/>
                  </a:lnTo>
                  <a:moveTo>
                    <a:pt x="117157" y="475297"/>
                  </a:moveTo>
                  <a:lnTo>
                    <a:pt x="271462" y="757237"/>
                  </a:lnTo>
                  <a:lnTo>
                    <a:pt x="482917" y="746759"/>
                  </a:lnTo>
                  <a:lnTo>
                    <a:pt x="338137" y="482917"/>
                  </a:lnTo>
                  <a:lnTo>
                    <a:pt x="117157" y="475297"/>
                  </a:lnTo>
                  <a:moveTo>
                    <a:pt x="482917" y="746759"/>
                  </a:moveTo>
                  <a:lnTo>
                    <a:pt x="592454" y="482917"/>
                  </a:lnTo>
                  <a:lnTo>
                    <a:pt x="382904" y="491489"/>
                  </a:lnTo>
                  <a:lnTo>
                    <a:pt x="271462" y="757237"/>
                  </a:lnTo>
                  <a:lnTo>
                    <a:pt x="482917" y="746759"/>
                  </a:lnTo>
                  <a:moveTo>
                    <a:pt x="382904" y="491489"/>
                  </a:moveTo>
                  <a:lnTo>
                    <a:pt x="465772" y="603884"/>
                  </a:lnTo>
                  <a:lnTo>
                    <a:pt x="553402" y="671512"/>
                  </a:lnTo>
                  <a:lnTo>
                    <a:pt x="649604" y="714375"/>
                  </a:lnTo>
                  <a:lnTo>
                    <a:pt x="670559" y="798194"/>
                  </a:lnTo>
                  <a:lnTo>
                    <a:pt x="879157" y="843914"/>
                  </a:lnTo>
                  <a:lnTo>
                    <a:pt x="840104" y="692467"/>
                  </a:lnTo>
                  <a:lnTo>
                    <a:pt x="663892" y="522922"/>
                  </a:lnTo>
                  <a:lnTo>
                    <a:pt x="606742" y="510539"/>
                  </a:lnTo>
                  <a:lnTo>
                    <a:pt x="592454" y="482917"/>
                  </a:lnTo>
                  <a:lnTo>
                    <a:pt x="382904" y="491489"/>
                  </a:lnTo>
                  <a:moveTo>
                    <a:pt x="879157" y="843914"/>
                  </a:moveTo>
                  <a:lnTo>
                    <a:pt x="1080134" y="595312"/>
                  </a:lnTo>
                  <a:lnTo>
                    <a:pt x="876300" y="544829"/>
                  </a:lnTo>
                  <a:lnTo>
                    <a:pt x="670559" y="798194"/>
                  </a:lnTo>
                  <a:lnTo>
                    <a:pt x="879157" y="843914"/>
                  </a:lnTo>
                  <a:moveTo>
                    <a:pt x="876300" y="544829"/>
                  </a:moveTo>
                  <a:lnTo>
                    <a:pt x="912495" y="726757"/>
                  </a:lnTo>
                  <a:lnTo>
                    <a:pt x="1110615" y="748664"/>
                  </a:lnTo>
                  <a:lnTo>
                    <a:pt x="1080134" y="595312"/>
                  </a:lnTo>
                  <a:lnTo>
                    <a:pt x="876300" y="544829"/>
                  </a:lnTo>
                  <a:moveTo>
                    <a:pt x="1110615" y="748664"/>
                  </a:moveTo>
                  <a:lnTo>
                    <a:pt x="1242059" y="447675"/>
                  </a:lnTo>
                  <a:lnTo>
                    <a:pt x="1045845" y="422909"/>
                  </a:lnTo>
                  <a:lnTo>
                    <a:pt x="912495" y="726757"/>
                  </a:lnTo>
                  <a:lnTo>
                    <a:pt x="1110615" y="748664"/>
                  </a:lnTo>
                  <a:moveTo>
                    <a:pt x="1045845" y="422909"/>
                  </a:moveTo>
                  <a:lnTo>
                    <a:pt x="1063942" y="540067"/>
                  </a:lnTo>
                  <a:lnTo>
                    <a:pt x="1266825" y="596264"/>
                  </a:lnTo>
                  <a:lnTo>
                    <a:pt x="1242059" y="447675"/>
                  </a:lnTo>
                  <a:lnTo>
                    <a:pt x="1045845" y="422909"/>
                  </a:lnTo>
                  <a:moveTo>
                    <a:pt x="1266825" y="596264"/>
                  </a:moveTo>
                  <a:lnTo>
                    <a:pt x="1425892" y="410527"/>
                  </a:lnTo>
                  <a:lnTo>
                    <a:pt x="1196340" y="384809"/>
                  </a:lnTo>
                  <a:lnTo>
                    <a:pt x="1063942" y="540067"/>
                  </a:lnTo>
                  <a:lnTo>
                    <a:pt x="1266825" y="596264"/>
                  </a:lnTo>
                  <a:moveTo>
                    <a:pt x="1196340" y="384809"/>
                  </a:moveTo>
                  <a:lnTo>
                    <a:pt x="1298257" y="575309"/>
                  </a:lnTo>
                  <a:lnTo>
                    <a:pt x="1502092" y="553402"/>
                  </a:lnTo>
                  <a:lnTo>
                    <a:pt x="1425892" y="410527"/>
                  </a:lnTo>
                  <a:lnTo>
                    <a:pt x="1196340" y="384809"/>
                  </a:lnTo>
                  <a:moveTo>
                    <a:pt x="1502092" y="553402"/>
                  </a:moveTo>
                  <a:lnTo>
                    <a:pt x="1586865" y="245744"/>
                  </a:lnTo>
                  <a:lnTo>
                    <a:pt x="1386840" y="256222"/>
                  </a:lnTo>
                  <a:lnTo>
                    <a:pt x="1298257" y="575309"/>
                  </a:lnTo>
                  <a:lnTo>
                    <a:pt x="1502092" y="553402"/>
                  </a:lnTo>
                  <a:moveTo>
                    <a:pt x="1386840" y="256222"/>
                  </a:moveTo>
                  <a:lnTo>
                    <a:pt x="1443990" y="404812"/>
                  </a:lnTo>
                  <a:lnTo>
                    <a:pt x="1622107" y="335279"/>
                  </a:lnTo>
                  <a:lnTo>
                    <a:pt x="1586865" y="245744"/>
                  </a:lnTo>
                  <a:lnTo>
                    <a:pt x="1386840" y="256222"/>
                  </a:lnTo>
                  <a:moveTo>
                    <a:pt x="102870" y="303847"/>
                  </a:moveTo>
                  <a:lnTo>
                    <a:pt x="111442" y="355282"/>
                  </a:lnTo>
                  <a:lnTo>
                    <a:pt x="308609" y="387667"/>
                  </a:lnTo>
                  <a:lnTo>
                    <a:pt x="291465" y="274319"/>
                  </a:lnTo>
                  <a:lnTo>
                    <a:pt x="102870" y="303847"/>
                  </a:lnTo>
                  <a:moveTo>
                    <a:pt x="308609" y="387667"/>
                  </a:moveTo>
                  <a:lnTo>
                    <a:pt x="480059" y="56197"/>
                  </a:lnTo>
                  <a:lnTo>
                    <a:pt x="275272" y="38100"/>
                  </a:lnTo>
                  <a:lnTo>
                    <a:pt x="111442" y="355282"/>
                  </a:lnTo>
                  <a:lnTo>
                    <a:pt x="308609" y="387667"/>
                  </a:lnTo>
                  <a:moveTo>
                    <a:pt x="275272" y="38100"/>
                  </a:moveTo>
                  <a:lnTo>
                    <a:pt x="377190" y="360044"/>
                  </a:lnTo>
                  <a:lnTo>
                    <a:pt x="591502" y="405764"/>
                  </a:lnTo>
                  <a:lnTo>
                    <a:pt x="480059" y="56197"/>
                  </a:lnTo>
                  <a:lnTo>
                    <a:pt x="275272" y="38100"/>
                  </a:lnTo>
                  <a:moveTo>
                    <a:pt x="591502" y="405764"/>
                  </a:moveTo>
                  <a:lnTo>
                    <a:pt x="761047" y="217169"/>
                  </a:lnTo>
                  <a:lnTo>
                    <a:pt x="580072" y="133350"/>
                  </a:lnTo>
                  <a:lnTo>
                    <a:pt x="377190" y="360044"/>
                  </a:lnTo>
                  <a:lnTo>
                    <a:pt x="591502" y="405764"/>
                  </a:lnTo>
                  <a:moveTo>
                    <a:pt x="580072" y="133350"/>
                  </a:moveTo>
                  <a:lnTo>
                    <a:pt x="761047" y="217169"/>
                  </a:lnTo>
                  <a:lnTo>
                    <a:pt x="738187" y="389572"/>
                  </a:lnTo>
                  <a:lnTo>
                    <a:pt x="557212" y="302894"/>
                  </a:lnTo>
                  <a:lnTo>
                    <a:pt x="580072" y="133350"/>
                  </a:lnTo>
                  <a:moveTo>
                    <a:pt x="738187" y="389572"/>
                  </a:moveTo>
                  <a:lnTo>
                    <a:pt x="949642" y="166687"/>
                  </a:lnTo>
                  <a:lnTo>
                    <a:pt x="741045" y="109537"/>
                  </a:lnTo>
                  <a:lnTo>
                    <a:pt x="557212" y="302894"/>
                  </a:lnTo>
                  <a:lnTo>
                    <a:pt x="738187" y="389572"/>
                  </a:lnTo>
                  <a:moveTo>
                    <a:pt x="741045" y="109537"/>
                  </a:moveTo>
                  <a:lnTo>
                    <a:pt x="785812" y="303847"/>
                  </a:lnTo>
                  <a:lnTo>
                    <a:pt x="998220" y="378142"/>
                  </a:lnTo>
                  <a:lnTo>
                    <a:pt x="949642" y="166687"/>
                  </a:lnTo>
                  <a:lnTo>
                    <a:pt x="741045" y="109537"/>
                  </a:lnTo>
                  <a:moveTo>
                    <a:pt x="998220" y="378142"/>
                  </a:moveTo>
                  <a:lnTo>
                    <a:pt x="1166812" y="243839"/>
                  </a:lnTo>
                  <a:lnTo>
                    <a:pt x="925829" y="191452"/>
                  </a:lnTo>
                  <a:lnTo>
                    <a:pt x="785812" y="303847"/>
                  </a:lnTo>
                  <a:lnTo>
                    <a:pt x="998220" y="378142"/>
                  </a:lnTo>
                  <a:moveTo>
                    <a:pt x="925829" y="191452"/>
                  </a:moveTo>
                  <a:lnTo>
                    <a:pt x="1007745" y="350519"/>
                  </a:lnTo>
                  <a:lnTo>
                    <a:pt x="1212532" y="333375"/>
                  </a:lnTo>
                  <a:lnTo>
                    <a:pt x="1166812" y="243839"/>
                  </a:lnTo>
                  <a:lnTo>
                    <a:pt x="925829" y="191452"/>
                  </a:lnTo>
                  <a:moveTo>
                    <a:pt x="1212532" y="333375"/>
                  </a:moveTo>
                  <a:lnTo>
                    <a:pt x="1318259" y="0"/>
                  </a:lnTo>
                  <a:lnTo>
                    <a:pt x="1114425" y="13334"/>
                  </a:lnTo>
                  <a:lnTo>
                    <a:pt x="1007745" y="350519"/>
                  </a:lnTo>
                  <a:lnTo>
                    <a:pt x="1212532" y="333375"/>
                  </a:lnTo>
                  <a:moveTo>
                    <a:pt x="1114425" y="13334"/>
                  </a:moveTo>
                  <a:lnTo>
                    <a:pt x="1215390" y="228600"/>
                  </a:lnTo>
                  <a:lnTo>
                    <a:pt x="1387792" y="147637"/>
                  </a:lnTo>
                  <a:lnTo>
                    <a:pt x="1318259" y="0"/>
                  </a:lnTo>
                  <a:lnTo>
                    <a:pt x="1114425" y="13334"/>
                  </a:lnTo>
                  <a:moveTo>
                    <a:pt x="119062" y="331469"/>
                  </a:moveTo>
                  <a:lnTo>
                    <a:pt x="196215" y="477202"/>
                  </a:lnTo>
                  <a:lnTo>
                    <a:pt x="420052" y="492442"/>
                  </a:lnTo>
                  <a:lnTo>
                    <a:pt x="287654" y="241934"/>
                  </a:lnTo>
                  <a:lnTo>
                    <a:pt x="119062" y="331469"/>
                  </a:lnTo>
                  <a:moveTo>
                    <a:pt x="420052" y="492442"/>
                  </a:moveTo>
                  <a:lnTo>
                    <a:pt x="556259" y="300037"/>
                  </a:lnTo>
                  <a:lnTo>
                    <a:pt x="356234" y="252412"/>
                  </a:lnTo>
                  <a:lnTo>
                    <a:pt x="196215" y="477202"/>
                  </a:lnTo>
                  <a:lnTo>
                    <a:pt x="420052" y="492442"/>
                  </a:lnTo>
                  <a:moveTo>
                    <a:pt x="356234" y="252412"/>
                  </a:moveTo>
                  <a:lnTo>
                    <a:pt x="390525" y="475297"/>
                  </a:lnTo>
                  <a:lnTo>
                    <a:pt x="579120" y="446722"/>
                  </a:lnTo>
                  <a:lnTo>
                    <a:pt x="556259" y="300037"/>
                  </a:lnTo>
                  <a:lnTo>
                    <a:pt x="356234" y="252412"/>
                  </a:lnTo>
                  <a:moveTo>
                    <a:pt x="196215" y="433387"/>
                  </a:moveTo>
                  <a:lnTo>
                    <a:pt x="187642" y="501967"/>
                  </a:lnTo>
                  <a:lnTo>
                    <a:pt x="358140" y="676275"/>
                  </a:lnTo>
                  <a:lnTo>
                    <a:pt x="385762" y="457200"/>
                  </a:lnTo>
                  <a:lnTo>
                    <a:pt x="196215" y="433387"/>
                  </a:lnTo>
                  <a:moveTo>
                    <a:pt x="358140" y="676275"/>
                  </a:moveTo>
                  <a:lnTo>
                    <a:pt x="476250" y="663892"/>
                  </a:lnTo>
                  <a:lnTo>
                    <a:pt x="472440" y="647700"/>
                  </a:lnTo>
                  <a:lnTo>
                    <a:pt x="658177" y="602932"/>
                  </a:lnTo>
                  <a:lnTo>
                    <a:pt x="664845" y="630554"/>
                  </a:lnTo>
                  <a:lnTo>
                    <a:pt x="445770" y="476250"/>
                  </a:lnTo>
                  <a:lnTo>
                    <a:pt x="187642" y="501967"/>
                  </a:lnTo>
                  <a:lnTo>
                    <a:pt x="358140" y="676275"/>
                  </a:lnTo>
                  <a:moveTo>
                    <a:pt x="427672" y="567689"/>
                  </a:moveTo>
                  <a:lnTo>
                    <a:pt x="606742" y="500062"/>
                  </a:lnTo>
                  <a:lnTo>
                    <a:pt x="681990" y="700087"/>
                  </a:lnTo>
                  <a:lnTo>
                    <a:pt x="503872" y="767714"/>
                  </a:lnTo>
                  <a:lnTo>
                    <a:pt x="427672" y="567689"/>
                  </a:lnTo>
                  <a:moveTo>
                    <a:pt x="936307" y="216217"/>
                  </a:moveTo>
                  <a:lnTo>
                    <a:pt x="1019175" y="319087"/>
                  </a:lnTo>
                  <a:lnTo>
                    <a:pt x="1178242" y="397192"/>
                  </a:lnTo>
                  <a:lnTo>
                    <a:pt x="1249680" y="408622"/>
                  </a:lnTo>
                  <a:lnTo>
                    <a:pt x="1286827" y="565784"/>
                  </a:lnTo>
                  <a:lnTo>
                    <a:pt x="1471612" y="521017"/>
                  </a:lnTo>
                  <a:lnTo>
                    <a:pt x="1436369" y="372427"/>
                  </a:lnTo>
                  <a:lnTo>
                    <a:pt x="1213484" y="221932"/>
                  </a:lnTo>
                  <a:lnTo>
                    <a:pt x="1162050" y="229552"/>
                  </a:lnTo>
                  <a:lnTo>
                    <a:pt x="1102995" y="122872"/>
                  </a:lnTo>
                  <a:lnTo>
                    <a:pt x="936307" y="216217"/>
                  </a:lnTo>
                  <a:moveTo>
                    <a:pt x="990600" y="287654"/>
                  </a:moveTo>
                  <a:lnTo>
                    <a:pt x="1178242" y="257175"/>
                  </a:lnTo>
                  <a:lnTo>
                    <a:pt x="1209675" y="441959"/>
                  </a:lnTo>
                  <a:lnTo>
                    <a:pt x="1003934" y="369569"/>
                  </a:lnTo>
                  <a:lnTo>
                    <a:pt x="990600" y="287654"/>
                  </a:lnTo>
                  <a:moveTo>
                    <a:pt x="1209675" y="441959"/>
                  </a:moveTo>
                  <a:lnTo>
                    <a:pt x="1003934" y="369569"/>
                  </a:lnTo>
                  <a:lnTo>
                    <a:pt x="1192530" y="201929"/>
                  </a:lnTo>
                  <a:lnTo>
                    <a:pt x="1389697" y="281939"/>
                  </a:lnTo>
                  <a:lnTo>
                    <a:pt x="1209675" y="441959"/>
                  </a:lnTo>
                  <a:moveTo>
                    <a:pt x="1192530" y="201929"/>
                  </a:moveTo>
                  <a:lnTo>
                    <a:pt x="1389697" y="281939"/>
                  </a:lnTo>
                  <a:lnTo>
                    <a:pt x="1392555" y="319087"/>
                  </a:lnTo>
                  <a:lnTo>
                    <a:pt x="1202055" y="333375"/>
                  </a:lnTo>
                  <a:lnTo>
                    <a:pt x="1192530" y="201929"/>
                  </a:lnTo>
                  <a:moveTo>
                    <a:pt x="1008697" y="466725"/>
                  </a:moveTo>
                  <a:lnTo>
                    <a:pt x="1077277" y="761047"/>
                  </a:lnTo>
                  <a:lnTo>
                    <a:pt x="1279207" y="787717"/>
                  </a:lnTo>
                  <a:lnTo>
                    <a:pt x="1193482" y="423862"/>
                  </a:lnTo>
                  <a:lnTo>
                    <a:pt x="1008697" y="466725"/>
                  </a:lnTo>
                  <a:moveTo>
                    <a:pt x="1279207" y="787717"/>
                  </a:moveTo>
                  <a:lnTo>
                    <a:pt x="1458277" y="456247"/>
                  </a:lnTo>
                  <a:lnTo>
                    <a:pt x="1249680" y="441959"/>
                  </a:lnTo>
                  <a:lnTo>
                    <a:pt x="1077277" y="761047"/>
                  </a:lnTo>
                  <a:lnTo>
                    <a:pt x="1279207" y="787717"/>
                  </a:lnTo>
                  <a:moveTo>
                    <a:pt x="1249680" y="441959"/>
                  </a:moveTo>
                  <a:lnTo>
                    <a:pt x="1359217" y="736282"/>
                  </a:lnTo>
                  <a:lnTo>
                    <a:pt x="1537334" y="669607"/>
                  </a:lnTo>
                  <a:lnTo>
                    <a:pt x="1458277" y="456247"/>
                  </a:lnTo>
                  <a:lnTo>
                    <a:pt x="1249680" y="441959"/>
                  </a:ln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11" name="Rounded Rectangle 8">
              <a:extLst>
                <a:ext uri="{FF2B5EF4-FFF2-40B4-BE49-F238E27FC236}">
                  <a16:creationId xmlns:a16="http://schemas.microsoft.com/office/drawing/2014/main" id="{0D089B48-587E-02D6-E804-94463CF2FD5F}"/>
                </a:ext>
              </a:extLst>
            </p:cNvPr>
            <p:cNvSpPr/>
            <p:nvPr/>
          </p:nvSpPr>
          <p:spPr>
            <a:xfrm>
              <a:off x="4997006" y="3277829"/>
              <a:ext cx="1271587" cy="767714"/>
            </a:xfrm>
            <a:custGeom>
              <a:avLst/>
              <a:gdLst/>
              <a:ahLst/>
              <a:cxnLst/>
              <a:rect l="0" t="0" r="0" b="0"/>
              <a:pathLst>
                <a:path w="1271587" h="767714">
                  <a:moveTo>
                    <a:pt x="592475" y="761897"/>
                  </a:moveTo>
                  <a:lnTo>
                    <a:pt x="592475" y="647597"/>
                  </a:lnTo>
                  <a:lnTo>
                    <a:pt x="685779" y="647597"/>
                  </a:lnTo>
                  <a:lnTo>
                    <a:pt x="685779" y="761897"/>
                  </a:lnTo>
                  <a:close/>
                  <a:moveTo>
                    <a:pt x="479976" y="655967"/>
                  </a:moveTo>
                  <a:lnTo>
                    <a:pt x="458622" y="652519"/>
                  </a:lnTo>
                  <a:lnTo>
                    <a:pt x="458622" y="538219"/>
                  </a:lnTo>
                  <a:lnTo>
                    <a:pt x="479976" y="541667"/>
                  </a:lnTo>
                  <a:cubicBezTo>
                    <a:pt x="498240" y="544615"/>
                    <a:pt x="510691" y="546625"/>
                    <a:pt x="534940" y="550541"/>
                  </a:cubicBezTo>
                  <a:lnTo>
                    <a:pt x="534940" y="664841"/>
                  </a:lnTo>
                  <a:cubicBezTo>
                    <a:pt x="511411" y="661041"/>
                    <a:pt x="498990" y="659036"/>
                    <a:pt x="481589" y="656227"/>
                  </a:cubicBezTo>
                  <a:close/>
                  <a:moveTo>
                    <a:pt x="259525" y="700601"/>
                  </a:moveTo>
                  <a:lnTo>
                    <a:pt x="221779" y="686974"/>
                  </a:lnTo>
                  <a:lnTo>
                    <a:pt x="221779" y="572674"/>
                  </a:lnTo>
                  <a:lnTo>
                    <a:pt x="259525" y="586301"/>
                  </a:lnTo>
                  <a:lnTo>
                    <a:pt x="297272" y="599929"/>
                  </a:lnTo>
                  <a:lnTo>
                    <a:pt x="297272" y="714229"/>
                  </a:lnTo>
                  <a:close/>
                  <a:moveTo>
                    <a:pt x="290022" y="477349"/>
                  </a:moveTo>
                  <a:lnTo>
                    <a:pt x="272917" y="465654"/>
                  </a:lnTo>
                  <a:cubicBezTo>
                    <a:pt x="263595" y="459280"/>
                    <a:pt x="256049" y="454120"/>
                    <a:pt x="242851" y="445089"/>
                  </a:cubicBezTo>
                  <a:lnTo>
                    <a:pt x="242851" y="543240"/>
                  </a:lnTo>
                  <a:close/>
                  <a:moveTo>
                    <a:pt x="20957" y="534113"/>
                  </a:moveTo>
                  <a:cubicBezTo>
                    <a:pt x="26385" y="542415"/>
                    <a:pt x="29115" y="546589"/>
                    <a:pt x="39318" y="562186"/>
                  </a:cubicBezTo>
                  <a:lnTo>
                    <a:pt x="39318" y="447886"/>
                  </a:lnTo>
                  <a:cubicBezTo>
                    <a:pt x="29132" y="432314"/>
                    <a:pt x="26394" y="428128"/>
                    <a:pt x="20983" y="419854"/>
                  </a:cubicBezTo>
                  <a:lnTo>
                    <a:pt x="20957" y="419813"/>
                  </a:lnTo>
                  <a:lnTo>
                    <a:pt x="10477" y="403787"/>
                  </a:lnTo>
                  <a:lnTo>
                    <a:pt x="10477" y="518087"/>
                  </a:lnTo>
                  <a:close/>
                  <a:moveTo>
                    <a:pt x="1249952" y="545342"/>
                  </a:moveTo>
                  <a:cubicBezTo>
                    <a:pt x="1255035" y="537567"/>
                    <a:pt x="1257915" y="533164"/>
                    <a:pt x="1267777" y="518087"/>
                  </a:cubicBezTo>
                  <a:lnTo>
                    <a:pt x="1267777" y="403787"/>
                  </a:lnTo>
                  <a:cubicBezTo>
                    <a:pt x="1257915" y="418864"/>
                    <a:pt x="1255035" y="423267"/>
                    <a:pt x="1249952" y="431042"/>
                  </a:cubicBezTo>
                  <a:lnTo>
                    <a:pt x="1238937" y="447886"/>
                  </a:lnTo>
                  <a:lnTo>
                    <a:pt x="1238937" y="562186"/>
                  </a:lnTo>
                  <a:close/>
                  <a:moveTo>
                    <a:pt x="1035404" y="445089"/>
                  </a:moveTo>
                  <a:lnTo>
                    <a:pt x="1018147" y="456890"/>
                  </a:lnTo>
                  <a:lnTo>
                    <a:pt x="1018137" y="456896"/>
                  </a:lnTo>
                  <a:cubicBezTo>
                    <a:pt x="1008889" y="463219"/>
                    <a:pt x="1001353" y="468372"/>
                    <a:pt x="988233" y="477349"/>
                  </a:cubicBezTo>
                  <a:lnTo>
                    <a:pt x="1036908" y="545342"/>
                  </a:lnTo>
                  <a:close/>
                  <a:moveTo>
                    <a:pt x="1018729" y="700601"/>
                  </a:moveTo>
                  <a:lnTo>
                    <a:pt x="1056475" y="686974"/>
                  </a:lnTo>
                  <a:lnTo>
                    <a:pt x="1056475" y="572674"/>
                  </a:lnTo>
                  <a:lnTo>
                    <a:pt x="1018729" y="586301"/>
                  </a:lnTo>
                  <a:lnTo>
                    <a:pt x="980982" y="599929"/>
                  </a:lnTo>
                  <a:lnTo>
                    <a:pt x="980982" y="714229"/>
                  </a:lnTo>
                  <a:close/>
                  <a:moveTo>
                    <a:pt x="764516" y="661419"/>
                  </a:moveTo>
                  <a:lnTo>
                    <a:pt x="743314" y="664841"/>
                  </a:lnTo>
                  <a:lnTo>
                    <a:pt x="743314" y="550541"/>
                  </a:lnTo>
                  <a:lnTo>
                    <a:pt x="764516" y="547119"/>
                  </a:lnTo>
                  <a:cubicBezTo>
                    <a:pt x="782864" y="544157"/>
                    <a:pt x="795316" y="542146"/>
                    <a:pt x="819632" y="538219"/>
                  </a:cubicBezTo>
                  <a:lnTo>
                    <a:pt x="819632" y="652519"/>
                  </a:lnTo>
                  <a:cubicBezTo>
                    <a:pt x="795316" y="656446"/>
                    <a:pt x="782864" y="658457"/>
                    <a:pt x="764516" y="661419"/>
                  </a:cubicBezTo>
                  <a:close/>
                  <a:moveTo>
                    <a:pt x="1249952" y="545342"/>
                  </a:moveTo>
                  <a:cubicBezTo>
                    <a:pt x="1247307" y="549386"/>
                    <a:pt x="1244066" y="554342"/>
                    <a:pt x="1238937" y="562186"/>
                  </a:cubicBezTo>
                  <a:moveTo>
                    <a:pt x="1056475" y="686974"/>
                  </a:moveTo>
                  <a:cubicBezTo>
                    <a:pt x="1036854" y="694057"/>
                    <a:pt x="1027791" y="697329"/>
                    <a:pt x="1018729" y="700601"/>
                  </a:cubicBezTo>
                  <a:cubicBezTo>
                    <a:pt x="1009667" y="703873"/>
                    <a:pt x="1000604" y="707146"/>
                    <a:pt x="980982" y="714229"/>
                  </a:cubicBezTo>
                  <a:moveTo>
                    <a:pt x="481589" y="656227"/>
                  </a:moveTo>
                  <a:cubicBezTo>
                    <a:pt x="481056" y="656141"/>
                    <a:pt x="480519" y="656055"/>
                    <a:pt x="479976" y="655967"/>
                  </a:cubicBezTo>
                  <a:cubicBezTo>
                    <a:pt x="473762" y="654963"/>
                    <a:pt x="466875" y="653852"/>
                    <a:pt x="458622" y="652519"/>
                  </a:cubicBezTo>
                  <a:moveTo>
                    <a:pt x="297272" y="714229"/>
                  </a:moveTo>
                  <a:cubicBezTo>
                    <a:pt x="277650" y="707146"/>
                    <a:pt x="268587" y="703873"/>
                    <a:pt x="259525" y="700601"/>
                  </a:cubicBezTo>
                  <a:cubicBezTo>
                    <a:pt x="250463" y="697329"/>
                    <a:pt x="241400" y="694057"/>
                    <a:pt x="221779" y="686974"/>
                  </a:cubicBezTo>
                  <a:moveTo>
                    <a:pt x="20957" y="534113"/>
                  </a:moveTo>
                  <a:cubicBezTo>
                    <a:pt x="18409" y="530216"/>
                    <a:pt x="15266" y="525411"/>
                    <a:pt x="10477" y="518087"/>
                  </a:cubicBezTo>
                  <a:moveTo>
                    <a:pt x="1249952" y="431042"/>
                  </a:moveTo>
                  <a:cubicBezTo>
                    <a:pt x="1247307" y="435086"/>
                    <a:pt x="1244066" y="440042"/>
                    <a:pt x="1238937" y="447886"/>
                  </a:cubicBezTo>
                  <a:moveTo>
                    <a:pt x="1035404" y="445089"/>
                  </a:moveTo>
                  <a:cubicBezTo>
                    <a:pt x="1028442" y="449850"/>
                    <a:pt x="1023053" y="453535"/>
                    <a:pt x="1018147" y="456890"/>
                  </a:cubicBezTo>
                  <a:moveTo>
                    <a:pt x="1056475" y="572674"/>
                  </a:moveTo>
                  <a:cubicBezTo>
                    <a:pt x="1036854" y="579757"/>
                    <a:pt x="1027791" y="583029"/>
                    <a:pt x="1018729" y="586301"/>
                  </a:cubicBezTo>
                  <a:cubicBezTo>
                    <a:pt x="1009667" y="589573"/>
                    <a:pt x="1000604" y="592846"/>
                    <a:pt x="980982" y="599929"/>
                  </a:cubicBezTo>
                  <a:moveTo>
                    <a:pt x="458622" y="538219"/>
                  </a:moveTo>
                  <a:cubicBezTo>
                    <a:pt x="466875" y="539552"/>
                    <a:pt x="473762" y="540663"/>
                    <a:pt x="479976" y="541667"/>
                  </a:cubicBezTo>
                  <a:moveTo>
                    <a:pt x="297272" y="599929"/>
                  </a:moveTo>
                  <a:cubicBezTo>
                    <a:pt x="277650" y="592846"/>
                    <a:pt x="268587" y="589573"/>
                    <a:pt x="259525" y="586301"/>
                  </a:cubicBezTo>
                  <a:cubicBezTo>
                    <a:pt x="250463" y="583029"/>
                    <a:pt x="241400" y="579757"/>
                    <a:pt x="221779" y="572674"/>
                  </a:cubicBezTo>
                  <a:moveTo>
                    <a:pt x="290022" y="477349"/>
                  </a:moveTo>
                  <a:cubicBezTo>
                    <a:pt x="283133" y="472638"/>
                    <a:pt x="277783" y="468981"/>
                    <a:pt x="272917" y="465654"/>
                  </a:cubicBezTo>
                  <a:moveTo>
                    <a:pt x="20957" y="419813"/>
                  </a:moveTo>
                  <a:cubicBezTo>
                    <a:pt x="18409" y="415916"/>
                    <a:pt x="15266" y="411111"/>
                    <a:pt x="10477" y="403787"/>
                  </a:cubicBezTo>
                  <a:moveTo>
                    <a:pt x="534940" y="664837"/>
                  </a:moveTo>
                  <a:lnTo>
                    <a:pt x="592475" y="761893"/>
                  </a:lnTo>
                  <a:lnTo>
                    <a:pt x="592475" y="647593"/>
                  </a:lnTo>
                  <a:lnTo>
                    <a:pt x="534940" y="550537"/>
                  </a:lnTo>
                  <a:close/>
                  <a:moveTo>
                    <a:pt x="297272" y="714224"/>
                  </a:moveTo>
                  <a:lnTo>
                    <a:pt x="297272" y="599924"/>
                  </a:lnTo>
                  <a:lnTo>
                    <a:pt x="458622" y="538215"/>
                  </a:lnTo>
                  <a:lnTo>
                    <a:pt x="458622" y="652515"/>
                  </a:lnTo>
                  <a:close/>
                  <a:moveTo>
                    <a:pt x="242851" y="445085"/>
                  </a:moveTo>
                  <a:lnTo>
                    <a:pt x="242851" y="543235"/>
                  </a:lnTo>
                  <a:lnTo>
                    <a:pt x="231174" y="559546"/>
                  </a:lnTo>
                  <a:lnTo>
                    <a:pt x="39318" y="562181"/>
                  </a:lnTo>
                  <a:lnTo>
                    <a:pt x="39318" y="447881"/>
                  </a:lnTo>
                  <a:close/>
                  <a:moveTo>
                    <a:pt x="178438" y="346601"/>
                  </a:moveTo>
                  <a:lnTo>
                    <a:pt x="178438" y="306720"/>
                  </a:lnTo>
                  <a:lnTo>
                    <a:pt x="10477" y="249539"/>
                  </a:lnTo>
                  <a:lnTo>
                    <a:pt x="10477" y="363839"/>
                  </a:lnTo>
                  <a:lnTo>
                    <a:pt x="69141" y="383811"/>
                  </a:lnTo>
                  <a:close/>
                  <a:moveTo>
                    <a:pt x="242851" y="208235"/>
                  </a:moveTo>
                  <a:lnTo>
                    <a:pt x="259991" y="196516"/>
                  </a:lnTo>
                  <a:cubicBezTo>
                    <a:pt x="269296" y="190153"/>
                    <a:pt x="276841" y="184994"/>
                    <a:pt x="290022" y="175976"/>
                  </a:cubicBezTo>
                  <a:lnTo>
                    <a:pt x="221779" y="80652"/>
                  </a:lnTo>
                  <a:lnTo>
                    <a:pt x="221779" y="194952"/>
                  </a:lnTo>
                  <a:lnTo>
                    <a:pt x="231174" y="208075"/>
                  </a:lnTo>
                  <a:close/>
                  <a:moveTo>
                    <a:pt x="1099816" y="306720"/>
                  </a:moveTo>
                  <a:lnTo>
                    <a:pt x="1099816" y="346601"/>
                  </a:lnTo>
                  <a:lnTo>
                    <a:pt x="1209113" y="383811"/>
                  </a:lnTo>
                  <a:lnTo>
                    <a:pt x="1267777" y="363839"/>
                  </a:lnTo>
                  <a:lnTo>
                    <a:pt x="1267777" y="249539"/>
                  </a:lnTo>
                  <a:close/>
                  <a:moveTo>
                    <a:pt x="1056475" y="80652"/>
                  </a:moveTo>
                  <a:lnTo>
                    <a:pt x="988233" y="175976"/>
                  </a:lnTo>
                  <a:lnTo>
                    <a:pt x="1005524" y="187799"/>
                  </a:lnTo>
                  <a:lnTo>
                    <a:pt x="1005717" y="187932"/>
                  </a:lnTo>
                  <a:cubicBezTo>
                    <a:pt x="1014865" y="194187"/>
                    <a:pt x="1022385" y="199328"/>
                    <a:pt x="1035404" y="208235"/>
                  </a:cubicBezTo>
                  <a:lnTo>
                    <a:pt x="1047080" y="208075"/>
                  </a:lnTo>
                  <a:lnTo>
                    <a:pt x="1056475" y="194952"/>
                  </a:lnTo>
                  <a:close/>
                  <a:moveTo>
                    <a:pt x="1238937" y="447881"/>
                  </a:moveTo>
                  <a:lnTo>
                    <a:pt x="1238937" y="562181"/>
                  </a:lnTo>
                  <a:lnTo>
                    <a:pt x="1047080" y="559546"/>
                  </a:lnTo>
                  <a:lnTo>
                    <a:pt x="1036908" y="545337"/>
                  </a:lnTo>
                  <a:lnTo>
                    <a:pt x="1035404" y="445085"/>
                  </a:lnTo>
                  <a:close/>
                  <a:moveTo>
                    <a:pt x="819632" y="652515"/>
                  </a:moveTo>
                  <a:lnTo>
                    <a:pt x="819632" y="538215"/>
                  </a:lnTo>
                  <a:lnTo>
                    <a:pt x="980982" y="599924"/>
                  </a:lnTo>
                  <a:lnTo>
                    <a:pt x="980982" y="714224"/>
                  </a:lnTo>
                  <a:close/>
                  <a:moveTo>
                    <a:pt x="685779" y="761893"/>
                  </a:moveTo>
                  <a:lnTo>
                    <a:pt x="743314" y="664837"/>
                  </a:lnTo>
                  <a:lnTo>
                    <a:pt x="743314" y="550537"/>
                  </a:lnTo>
                  <a:lnTo>
                    <a:pt x="685779" y="647593"/>
                  </a:lnTo>
                  <a:close/>
                  <a:moveTo>
                    <a:pt x="259991" y="196516"/>
                  </a:moveTo>
                  <a:cubicBezTo>
                    <a:pt x="255115" y="199849"/>
                    <a:pt x="249756" y="203513"/>
                    <a:pt x="242851" y="208235"/>
                  </a:cubicBezTo>
                  <a:moveTo>
                    <a:pt x="1005717" y="187932"/>
                  </a:moveTo>
                  <a:cubicBezTo>
                    <a:pt x="1005653" y="187888"/>
                    <a:pt x="1005588" y="187844"/>
                    <a:pt x="1005524" y="187799"/>
                  </a:cubicBezTo>
                  <a:cubicBezTo>
                    <a:pt x="1000607" y="184439"/>
                    <a:pt x="995210" y="180748"/>
                    <a:pt x="988233" y="175976"/>
                  </a:cubicBezTo>
                  <a:moveTo>
                    <a:pt x="639127" y="155495"/>
                  </a:moveTo>
                  <a:cubicBezTo>
                    <a:pt x="449752" y="155495"/>
                    <a:pt x="296227" y="232129"/>
                    <a:pt x="296227" y="326659"/>
                  </a:cubicBezTo>
                  <a:cubicBezTo>
                    <a:pt x="296227" y="346700"/>
                    <a:pt x="303128" y="365937"/>
                    <a:pt x="315807" y="383809"/>
                  </a:cubicBezTo>
                  <a:cubicBezTo>
                    <a:pt x="349714" y="336016"/>
                    <a:pt x="424947" y="297980"/>
                    <a:pt x="520065" y="280398"/>
                  </a:cubicBezTo>
                  <a:cubicBezTo>
                    <a:pt x="557153" y="273543"/>
                    <a:pt x="597264" y="269798"/>
                    <a:pt x="639127" y="269798"/>
                  </a:cubicBezTo>
                  <a:cubicBezTo>
                    <a:pt x="690116" y="269798"/>
                    <a:pt x="738507" y="275354"/>
                    <a:pt x="782002" y="285319"/>
                  </a:cubicBezTo>
                  <a:cubicBezTo>
                    <a:pt x="865799" y="304518"/>
                    <a:pt x="931423" y="340078"/>
                    <a:pt x="962447" y="383809"/>
                  </a:cubicBezTo>
                  <a:cubicBezTo>
                    <a:pt x="975127" y="365937"/>
                    <a:pt x="982027" y="346700"/>
                    <a:pt x="982027" y="326659"/>
                  </a:cubicBezTo>
                  <a:cubicBezTo>
                    <a:pt x="982027" y="232129"/>
                    <a:pt x="828502" y="155495"/>
                    <a:pt x="639127" y="155495"/>
                  </a:cubicBezTo>
                  <a:close/>
                  <a:moveTo>
                    <a:pt x="1267777" y="249538"/>
                  </a:moveTo>
                  <a:cubicBezTo>
                    <a:pt x="1262645" y="241690"/>
                    <a:pt x="1259404" y="236734"/>
                    <a:pt x="1256758" y="232688"/>
                  </a:cubicBezTo>
                  <a:cubicBezTo>
                    <a:pt x="1251677" y="224918"/>
                    <a:pt x="1248797" y="220512"/>
                    <a:pt x="1238937" y="205439"/>
                  </a:cubicBezTo>
                  <a:lnTo>
                    <a:pt x="1035404" y="208236"/>
                  </a:lnTo>
                  <a:cubicBezTo>
                    <a:pt x="1022385" y="199329"/>
                    <a:pt x="1014865" y="194186"/>
                    <a:pt x="1005717" y="187931"/>
                  </a:cubicBezTo>
                  <a:cubicBezTo>
                    <a:pt x="1005653" y="187887"/>
                    <a:pt x="1005588" y="187844"/>
                    <a:pt x="1005524" y="187800"/>
                  </a:cubicBezTo>
                  <a:cubicBezTo>
                    <a:pt x="1000607" y="184438"/>
                    <a:pt x="995210" y="180747"/>
                    <a:pt x="988233" y="175975"/>
                  </a:cubicBezTo>
                  <a:lnTo>
                    <a:pt x="1056475" y="80651"/>
                  </a:lnTo>
                  <a:cubicBezTo>
                    <a:pt x="1036854" y="73568"/>
                    <a:pt x="1027791" y="70297"/>
                    <a:pt x="1018729" y="67024"/>
                  </a:cubicBezTo>
                  <a:cubicBezTo>
                    <a:pt x="1009667" y="63752"/>
                    <a:pt x="1000604" y="60479"/>
                    <a:pt x="980982" y="53396"/>
                  </a:cubicBezTo>
                  <a:lnTo>
                    <a:pt x="819632" y="115106"/>
                  </a:lnTo>
                  <a:cubicBezTo>
                    <a:pt x="787121" y="109857"/>
                    <a:pt x="775814" y="108033"/>
                    <a:pt x="743314" y="102783"/>
                  </a:cubicBezTo>
                  <a:lnTo>
                    <a:pt x="685779" y="5728"/>
                  </a:lnTo>
                  <a:lnTo>
                    <a:pt x="592475" y="5728"/>
                  </a:lnTo>
                  <a:lnTo>
                    <a:pt x="534940" y="102783"/>
                  </a:lnTo>
                  <a:lnTo>
                    <a:pt x="513128" y="106305"/>
                  </a:lnTo>
                  <a:cubicBezTo>
                    <a:pt x="495112" y="109213"/>
                    <a:pt x="482667" y="111223"/>
                    <a:pt x="458622" y="115106"/>
                  </a:cubicBezTo>
                  <a:lnTo>
                    <a:pt x="297272" y="53396"/>
                  </a:lnTo>
                  <a:cubicBezTo>
                    <a:pt x="277650" y="60479"/>
                    <a:pt x="268587" y="63752"/>
                    <a:pt x="259525" y="67024"/>
                  </a:cubicBezTo>
                  <a:cubicBezTo>
                    <a:pt x="250463" y="70297"/>
                    <a:pt x="241400" y="73568"/>
                    <a:pt x="221779" y="80651"/>
                  </a:cubicBezTo>
                  <a:lnTo>
                    <a:pt x="290022" y="175975"/>
                  </a:lnTo>
                  <a:cubicBezTo>
                    <a:pt x="276841" y="184995"/>
                    <a:pt x="269296" y="190152"/>
                    <a:pt x="259991" y="196515"/>
                  </a:cubicBezTo>
                  <a:cubicBezTo>
                    <a:pt x="255115" y="199849"/>
                    <a:pt x="249756" y="203513"/>
                    <a:pt x="242851" y="208236"/>
                  </a:cubicBezTo>
                  <a:lnTo>
                    <a:pt x="39318" y="205439"/>
                  </a:lnTo>
                  <a:cubicBezTo>
                    <a:pt x="34502" y="212803"/>
                    <a:pt x="31352" y="217621"/>
                    <a:pt x="28796" y="221529"/>
                  </a:cubicBezTo>
                  <a:cubicBezTo>
                    <a:pt x="23396" y="229788"/>
                    <a:pt x="20654" y="233981"/>
                    <a:pt x="10477" y="249538"/>
                  </a:cubicBezTo>
                  <a:lnTo>
                    <a:pt x="178438" y="306719"/>
                  </a:lnTo>
                  <a:lnTo>
                    <a:pt x="178438" y="346602"/>
                  </a:lnTo>
                  <a:lnTo>
                    <a:pt x="10477" y="403782"/>
                  </a:lnTo>
                  <a:cubicBezTo>
                    <a:pt x="15266" y="411106"/>
                    <a:pt x="18409" y="415912"/>
                    <a:pt x="20957" y="419809"/>
                  </a:cubicBezTo>
                  <a:lnTo>
                    <a:pt x="20983" y="419849"/>
                  </a:lnTo>
                  <a:cubicBezTo>
                    <a:pt x="26394" y="428123"/>
                    <a:pt x="29132" y="432309"/>
                    <a:pt x="39318" y="447882"/>
                  </a:cubicBezTo>
                  <a:lnTo>
                    <a:pt x="242851" y="445085"/>
                  </a:lnTo>
                  <a:cubicBezTo>
                    <a:pt x="256049" y="454115"/>
                    <a:pt x="263595" y="459276"/>
                    <a:pt x="272917" y="465649"/>
                  </a:cubicBezTo>
                  <a:cubicBezTo>
                    <a:pt x="277783" y="468976"/>
                    <a:pt x="283133" y="472633"/>
                    <a:pt x="290022" y="477345"/>
                  </a:cubicBezTo>
                  <a:lnTo>
                    <a:pt x="221779" y="572669"/>
                  </a:lnTo>
                  <a:cubicBezTo>
                    <a:pt x="241400" y="579753"/>
                    <a:pt x="250463" y="583024"/>
                    <a:pt x="259525" y="586296"/>
                  </a:cubicBezTo>
                  <a:cubicBezTo>
                    <a:pt x="268587" y="589569"/>
                    <a:pt x="277650" y="592841"/>
                    <a:pt x="297272" y="599925"/>
                  </a:cubicBezTo>
                  <a:lnTo>
                    <a:pt x="458622" y="538215"/>
                  </a:lnTo>
                  <a:cubicBezTo>
                    <a:pt x="466875" y="539548"/>
                    <a:pt x="473762" y="540659"/>
                    <a:pt x="479976" y="541662"/>
                  </a:cubicBezTo>
                  <a:cubicBezTo>
                    <a:pt x="498240" y="544611"/>
                    <a:pt x="510691" y="546621"/>
                    <a:pt x="534940" y="550537"/>
                  </a:cubicBezTo>
                  <a:lnTo>
                    <a:pt x="592475" y="647593"/>
                  </a:lnTo>
                  <a:lnTo>
                    <a:pt x="685779" y="647593"/>
                  </a:lnTo>
                  <a:lnTo>
                    <a:pt x="743314" y="550537"/>
                  </a:lnTo>
                  <a:lnTo>
                    <a:pt x="764516" y="547114"/>
                  </a:lnTo>
                  <a:cubicBezTo>
                    <a:pt x="782864" y="544152"/>
                    <a:pt x="795316" y="542142"/>
                    <a:pt x="819632" y="538215"/>
                  </a:cubicBezTo>
                  <a:lnTo>
                    <a:pt x="980982" y="599925"/>
                  </a:lnTo>
                  <a:cubicBezTo>
                    <a:pt x="1000604" y="592841"/>
                    <a:pt x="1009667" y="589569"/>
                    <a:pt x="1018729" y="586296"/>
                  </a:cubicBezTo>
                  <a:cubicBezTo>
                    <a:pt x="1027791" y="583024"/>
                    <a:pt x="1036854" y="579753"/>
                    <a:pt x="1056475" y="572669"/>
                  </a:cubicBezTo>
                  <a:lnTo>
                    <a:pt x="988233" y="477345"/>
                  </a:lnTo>
                  <a:cubicBezTo>
                    <a:pt x="1001353" y="468367"/>
                    <a:pt x="1008889" y="463215"/>
                    <a:pt x="1018137" y="456892"/>
                  </a:cubicBezTo>
                  <a:lnTo>
                    <a:pt x="1018147" y="456886"/>
                  </a:lnTo>
                  <a:cubicBezTo>
                    <a:pt x="1023053" y="453530"/>
                    <a:pt x="1028442" y="449846"/>
                    <a:pt x="1035404" y="445085"/>
                  </a:cubicBezTo>
                  <a:lnTo>
                    <a:pt x="1238937" y="447882"/>
                  </a:lnTo>
                  <a:cubicBezTo>
                    <a:pt x="1244066" y="440037"/>
                    <a:pt x="1247307" y="435081"/>
                    <a:pt x="1249952" y="431038"/>
                  </a:cubicBezTo>
                  <a:cubicBezTo>
                    <a:pt x="1255035" y="423263"/>
                    <a:pt x="1257915" y="418859"/>
                    <a:pt x="1267777" y="403782"/>
                  </a:cubicBezTo>
                  <a:lnTo>
                    <a:pt x="1099816" y="346602"/>
                  </a:lnTo>
                  <a:lnTo>
                    <a:pt x="1099816" y="306719"/>
                  </a:lnTo>
                  <a:close/>
                  <a:moveTo>
                    <a:pt x="296227" y="326660"/>
                  </a:moveTo>
                  <a:cubicBezTo>
                    <a:pt x="296227" y="232130"/>
                    <a:pt x="449752" y="155496"/>
                    <a:pt x="639127" y="155496"/>
                  </a:cubicBezTo>
                  <a:cubicBezTo>
                    <a:pt x="828502" y="155496"/>
                    <a:pt x="982027" y="232130"/>
                    <a:pt x="982027" y="326660"/>
                  </a:cubicBezTo>
                  <a:cubicBezTo>
                    <a:pt x="982027" y="346702"/>
                    <a:pt x="975127" y="365938"/>
                    <a:pt x="962447" y="383810"/>
                  </a:cubicBezTo>
                  <a:cubicBezTo>
                    <a:pt x="915320" y="450239"/>
                    <a:pt x="788353" y="497824"/>
                    <a:pt x="639127" y="497824"/>
                  </a:cubicBezTo>
                  <a:cubicBezTo>
                    <a:pt x="489901" y="497824"/>
                    <a:pt x="362934" y="450239"/>
                    <a:pt x="315807" y="383810"/>
                  </a:cubicBezTo>
                  <a:cubicBezTo>
                    <a:pt x="303128" y="365938"/>
                    <a:pt x="296227" y="346702"/>
                    <a:pt x="296227" y="326660"/>
                  </a:cubicBezTo>
                  <a:close/>
                  <a:moveTo>
                    <a:pt x="592455" y="762000"/>
                  </a:moveTo>
                  <a:cubicBezTo>
                    <a:pt x="622935" y="767714"/>
                    <a:pt x="655320" y="767714"/>
                    <a:pt x="685800" y="762000"/>
                  </a:cubicBezTo>
                  <a:cubicBezTo>
                    <a:pt x="677227" y="724852"/>
                    <a:pt x="681990" y="685800"/>
                    <a:pt x="685800" y="647700"/>
                  </a:cubicBezTo>
                  <a:cubicBezTo>
                    <a:pt x="654367" y="646747"/>
                    <a:pt x="622935" y="641984"/>
                    <a:pt x="592455" y="647700"/>
                  </a:cubicBezTo>
                  <a:cubicBezTo>
                    <a:pt x="587692" y="685800"/>
                    <a:pt x="592455" y="723900"/>
                    <a:pt x="592455" y="762000"/>
                  </a:cubicBezTo>
                  <a:moveTo>
                    <a:pt x="480060" y="656272"/>
                  </a:moveTo>
                  <a:cubicBezTo>
                    <a:pt x="497205" y="664844"/>
                    <a:pt x="511492" y="663892"/>
                    <a:pt x="535305" y="664844"/>
                  </a:cubicBezTo>
                  <a:cubicBezTo>
                    <a:pt x="534352" y="626744"/>
                    <a:pt x="532447" y="588644"/>
                    <a:pt x="535305" y="550544"/>
                  </a:cubicBezTo>
                  <a:cubicBezTo>
                    <a:pt x="513397" y="539114"/>
                    <a:pt x="498157" y="542925"/>
                    <a:pt x="480060" y="541972"/>
                  </a:cubicBezTo>
                  <a:cubicBezTo>
                    <a:pt x="472440" y="541019"/>
                    <a:pt x="465772" y="537209"/>
                    <a:pt x="458152" y="538162"/>
                  </a:cubicBezTo>
                  <a:cubicBezTo>
                    <a:pt x="461010" y="576262"/>
                    <a:pt x="467677" y="615314"/>
                    <a:pt x="458152" y="652462"/>
                  </a:cubicBezTo>
                  <a:cubicBezTo>
                    <a:pt x="464820" y="655319"/>
                    <a:pt x="473392" y="652462"/>
                    <a:pt x="480060" y="656272"/>
                  </a:cubicBezTo>
                  <a:moveTo>
                    <a:pt x="259080" y="701039"/>
                  </a:moveTo>
                  <a:cubicBezTo>
                    <a:pt x="271462" y="706754"/>
                    <a:pt x="286702" y="705802"/>
                    <a:pt x="297180" y="714375"/>
                  </a:cubicBezTo>
                  <a:cubicBezTo>
                    <a:pt x="291465" y="676275"/>
                    <a:pt x="298132" y="638175"/>
                    <a:pt x="297180" y="600075"/>
                  </a:cubicBezTo>
                  <a:cubicBezTo>
                    <a:pt x="283845" y="599122"/>
                    <a:pt x="270510" y="594359"/>
                    <a:pt x="259080" y="586739"/>
                  </a:cubicBezTo>
                  <a:cubicBezTo>
                    <a:pt x="248602" y="578167"/>
                    <a:pt x="234315" y="577214"/>
                    <a:pt x="221932" y="572452"/>
                  </a:cubicBezTo>
                  <a:cubicBezTo>
                    <a:pt x="222885" y="610552"/>
                    <a:pt x="212407" y="649604"/>
                    <a:pt x="221932" y="686752"/>
                  </a:cubicBezTo>
                  <a:cubicBezTo>
                    <a:pt x="232410" y="695325"/>
                    <a:pt x="246697" y="697229"/>
                    <a:pt x="259080" y="701039"/>
                  </a:cubicBezTo>
                  <a:moveTo>
                    <a:pt x="289560" y="477202"/>
                  </a:moveTo>
                  <a:cubicBezTo>
                    <a:pt x="285750" y="471487"/>
                    <a:pt x="279082" y="468629"/>
                    <a:pt x="273367" y="465772"/>
                  </a:cubicBezTo>
                  <a:cubicBezTo>
                    <a:pt x="262890" y="460057"/>
                    <a:pt x="257175" y="453389"/>
                    <a:pt x="242887" y="444817"/>
                  </a:cubicBezTo>
                  <a:cubicBezTo>
                    <a:pt x="247650" y="477202"/>
                    <a:pt x="232410" y="512444"/>
                    <a:pt x="242887" y="542925"/>
                  </a:cubicBezTo>
                  <a:cubicBezTo>
                    <a:pt x="261937" y="524827"/>
                    <a:pt x="270510" y="496252"/>
                    <a:pt x="289560" y="477202"/>
                  </a:cubicBezTo>
                  <a:moveTo>
                    <a:pt x="20955" y="534352"/>
                  </a:moveTo>
                  <a:cubicBezTo>
                    <a:pt x="22860" y="543877"/>
                    <a:pt x="30480" y="545782"/>
                    <a:pt x="39052" y="561975"/>
                  </a:cubicBezTo>
                  <a:cubicBezTo>
                    <a:pt x="43815" y="524827"/>
                    <a:pt x="30480" y="484822"/>
                    <a:pt x="39052" y="447675"/>
                  </a:cubicBezTo>
                  <a:cubicBezTo>
                    <a:pt x="28575" y="432434"/>
                    <a:pt x="28575" y="425767"/>
                    <a:pt x="20955" y="420052"/>
                  </a:cubicBezTo>
                  <a:cubicBezTo>
                    <a:pt x="16192" y="416242"/>
                    <a:pt x="12382" y="409575"/>
                    <a:pt x="10477" y="403859"/>
                  </a:cubicBezTo>
                  <a:cubicBezTo>
                    <a:pt x="0" y="440054"/>
                    <a:pt x="7620" y="480059"/>
                    <a:pt x="10477" y="518159"/>
                  </a:cubicBezTo>
                  <a:cubicBezTo>
                    <a:pt x="15240" y="522922"/>
                    <a:pt x="19050" y="527684"/>
                    <a:pt x="20955" y="534352"/>
                  </a:cubicBezTo>
                  <a:moveTo>
                    <a:pt x="1249680" y="545782"/>
                  </a:moveTo>
                  <a:cubicBezTo>
                    <a:pt x="1253490" y="537209"/>
                    <a:pt x="1260157" y="534352"/>
                    <a:pt x="1267777" y="518159"/>
                  </a:cubicBezTo>
                  <a:cubicBezTo>
                    <a:pt x="1271587" y="480059"/>
                    <a:pt x="1269682" y="441959"/>
                    <a:pt x="1267777" y="403859"/>
                  </a:cubicBezTo>
                  <a:cubicBezTo>
                    <a:pt x="1263015" y="421004"/>
                    <a:pt x="1253490" y="421957"/>
                    <a:pt x="1249680" y="431482"/>
                  </a:cubicBezTo>
                  <a:cubicBezTo>
                    <a:pt x="1247775" y="437197"/>
                    <a:pt x="1243965" y="443864"/>
                    <a:pt x="1239202" y="447675"/>
                  </a:cubicBezTo>
                  <a:cubicBezTo>
                    <a:pt x="1238250" y="485775"/>
                    <a:pt x="1230630" y="524827"/>
                    <a:pt x="1239202" y="561975"/>
                  </a:cubicBezTo>
                  <a:cubicBezTo>
                    <a:pt x="1242059" y="556259"/>
                    <a:pt x="1245870" y="550544"/>
                    <a:pt x="1249680" y="545782"/>
                  </a:cubicBezTo>
                  <a:moveTo>
                    <a:pt x="1035367" y="444817"/>
                  </a:moveTo>
                  <a:cubicBezTo>
                    <a:pt x="1030605" y="449579"/>
                    <a:pt x="1022032" y="451484"/>
                    <a:pt x="1018222" y="457200"/>
                  </a:cubicBezTo>
                  <a:cubicBezTo>
                    <a:pt x="1011555" y="465772"/>
                    <a:pt x="1002030" y="469582"/>
                    <a:pt x="988695" y="477202"/>
                  </a:cubicBezTo>
                  <a:cubicBezTo>
                    <a:pt x="1007745" y="497204"/>
                    <a:pt x="1021080" y="521969"/>
                    <a:pt x="1037272" y="545782"/>
                  </a:cubicBezTo>
                  <a:cubicBezTo>
                    <a:pt x="1029652" y="512444"/>
                    <a:pt x="1029652" y="478154"/>
                    <a:pt x="1035367" y="444817"/>
                  </a:cubicBezTo>
                  <a:moveTo>
                    <a:pt x="1019175" y="701039"/>
                  </a:moveTo>
                  <a:cubicBezTo>
                    <a:pt x="1031557" y="698182"/>
                    <a:pt x="1043940" y="692467"/>
                    <a:pt x="1056322" y="686752"/>
                  </a:cubicBezTo>
                  <a:cubicBezTo>
                    <a:pt x="1051560" y="649604"/>
                    <a:pt x="1051560" y="610552"/>
                    <a:pt x="1056322" y="572452"/>
                  </a:cubicBezTo>
                  <a:cubicBezTo>
                    <a:pt x="1044892" y="579119"/>
                    <a:pt x="1031557" y="582929"/>
                    <a:pt x="1019175" y="586739"/>
                  </a:cubicBezTo>
                  <a:cubicBezTo>
                    <a:pt x="1005840" y="589597"/>
                    <a:pt x="993457" y="595312"/>
                    <a:pt x="981075" y="600075"/>
                  </a:cubicBezTo>
                  <a:cubicBezTo>
                    <a:pt x="982980" y="638175"/>
                    <a:pt x="980122" y="676275"/>
                    <a:pt x="981075" y="714375"/>
                  </a:cubicBezTo>
                  <a:cubicBezTo>
                    <a:pt x="993457" y="709612"/>
                    <a:pt x="1005840" y="703897"/>
                    <a:pt x="1019175" y="701039"/>
                  </a:cubicBezTo>
                  <a:moveTo>
                    <a:pt x="764857" y="661034"/>
                  </a:moveTo>
                  <a:cubicBezTo>
                    <a:pt x="782955" y="660082"/>
                    <a:pt x="795337" y="647700"/>
                    <a:pt x="820102" y="652462"/>
                  </a:cubicBezTo>
                  <a:cubicBezTo>
                    <a:pt x="814387" y="614362"/>
                    <a:pt x="810577" y="575309"/>
                    <a:pt x="820102" y="538162"/>
                  </a:cubicBezTo>
                  <a:cubicBezTo>
                    <a:pt x="795337" y="541019"/>
                    <a:pt x="782955" y="547687"/>
                    <a:pt x="764857" y="546734"/>
                  </a:cubicBezTo>
                  <a:cubicBezTo>
                    <a:pt x="757237" y="546734"/>
                    <a:pt x="750570" y="549592"/>
                    <a:pt x="742950" y="550544"/>
                  </a:cubicBezTo>
                  <a:cubicBezTo>
                    <a:pt x="735330" y="587692"/>
                    <a:pt x="732472" y="628650"/>
                    <a:pt x="742950" y="664844"/>
                  </a:cubicBezTo>
                  <a:cubicBezTo>
                    <a:pt x="750570" y="662939"/>
                    <a:pt x="757237" y="660082"/>
                    <a:pt x="764857" y="661034"/>
                  </a:cubicBezTo>
                  <a:moveTo>
                    <a:pt x="1239202" y="561975"/>
                  </a:moveTo>
                  <a:cubicBezTo>
                    <a:pt x="1243965" y="554354"/>
                    <a:pt x="1247775" y="549592"/>
                    <a:pt x="1249680" y="545782"/>
                  </a:cubicBezTo>
                  <a:moveTo>
                    <a:pt x="1056322" y="686752"/>
                  </a:moveTo>
                  <a:cubicBezTo>
                    <a:pt x="1040130" y="700087"/>
                    <a:pt x="1026795" y="695325"/>
                    <a:pt x="1019175" y="701039"/>
                  </a:cubicBezTo>
                  <a:cubicBezTo>
                    <a:pt x="1010602" y="705802"/>
                    <a:pt x="997267" y="701039"/>
                    <a:pt x="981075" y="714375"/>
                  </a:cubicBezTo>
                  <a:moveTo>
                    <a:pt x="480060" y="656272"/>
                  </a:moveTo>
                  <a:cubicBezTo>
                    <a:pt x="474345" y="653414"/>
                    <a:pt x="466725" y="654367"/>
                    <a:pt x="458152" y="652462"/>
                  </a:cubicBezTo>
                  <a:moveTo>
                    <a:pt x="297180" y="714375"/>
                  </a:moveTo>
                  <a:cubicBezTo>
                    <a:pt x="280987" y="701992"/>
                    <a:pt x="268605" y="703897"/>
                    <a:pt x="259080" y="701039"/>
                  </a:cubicBezTo>
                  <a:cubicBezTo>
                    <a:pt x="250507" y="697229"/>
                    <a:pt x="241935" y="691514"/>
                    <a:pt x="221932" y="686752"/>
                  </a:cubicBezTo>
                  <a:moveTo>
                    <a:pt x="20955" y="534352"/>
                  </a:moveTo>
                  <a:cubicBezTo>
                    <a:pt x="17145" y="530542"/>
                    <a:pt x="15240" y="525779"/>
                    <a:pt x="10477" y="518159"/>
                  </a:cubicBezTo>
                  <a:moveTo>
                    <a:pt x="1239202" y="447675"/>
                  </a:moveTo>
                  <a:cubicBezTo>
                    <a:pt x="1243012" y="439102"/>
                    <a:pt x="1247775" y="435292"/>
                    <a:pt x="1249680" y="431482"/>
                  </a:cubicBezTo>
                  <a:moveTo>
                    <a:pt x="1035367" y="444817"/>
                  </a:moveTo>
                  <a:cubicBezTo>
                    <a:pt x="1028700" y="449579"/>
                    <a:pt x="1022032" y="452437"/>
                    <a:pt x="1018222" y="457200"/>
                  </a:cubicBezTo>
                  <a:moveTo>
                    <a:pt x="1056322" y="572452"/>
                  </a:moveTo>
                  <a:cubicBezTo>
                    <a:pt x="1038225" y="583882"/>
                    <a:pt x="1027747" y="583882"/>
                    <a:pt x="1019175" y="586739"/>
                  </a:cubicBezTo>
                  <a:cubicBezTo>
                    <a:pt x="1009650" y="588644"/>
                    <a:pt x="998220" y="587692"/>
                    <a:pt x="981075" y="600075"/>
                  </a:cubicBezTo>
                  <a:moveTo>
                    <a:pt x="480060" y="541972"/>
                  </a:moveTo>
                  <a:cubicBezTo>
                    <a:pt x="473392" y="541972"/>
                    <a:pt x="466725" y="540067"/>
                    <a:pt x="458152" y="538162"/>
                  </a:cubicBezTo>
                  <a:moveTo>
                    <a:pt x="297180" y="600075"/>
                  </a:moveTo>
                  <a:cubicBezTo>
                    <a:pt x="280987" y="586739"/>
                    <a:pt x="267652" y="590550"/>
                    <a:pt x="259080" y="586739"/>
                  </a:cubicBezTo>
                  <a:cubicBezTo>
                    <a:pt x="251460" y="581977"/>
                    <a:pt x="241935" y="579119"/>
                    <a:pt x="221932" y="572452"/>
                  </a:cubicBezTo>
                  <a:moveTo>
                    <a:pt x="273367" y="465772"/>
                  </a:moveTo>
                  <a:cubicBezTo>
                    <a:pt x="277177" y="469582"/>
                    <a:pt x="281940" y="474344"/>
                    <a:pt x="289560" y="477202"/>
                  </a:cubicBezTo>
                  <a:moveTo>
                    <a:pt x="20955" y="420052"/>
                  </a:moveTo>
                  <a:cubicBezTo>
                    <a:pt x="19050" y="415289"/>
                    <a:pt x="15240" y="411479"/>
                    <a:pt x="10477" y="403859"/>
                  </a:cubicBezTo>
                  <a:moveTo>
                    <a:pt x="535305" y="664844"/>
                  </a:moveTo>
                  <a:cubicBezTo>
                    <a:pt x="562927" y="689609"/>
                    <a:pt x="577215" y="727709"/>
                    <a:pt x="592455" y="762000"/>
                  </a:cubicBezTo>
                  <a:cubicBezTo>
                    <a:pt x="596265" y="723900"/>
                    <a:pt x="589597" y="685800"/>
                    <a:pt x="592455" y="647700"/>
                  </a:cubicBezTo>
                  <a:cubicBezTo>
                    <a:pt x="580072" y="611504"/>
                    <a:pt x="552450" y="583882"/>
                    <a:pt x="535305" y="550544"/>
                  </a:cubicBezTo>
                  <a:cubicBezTo>
                    <a:pt x="532447" y="588644"/>
                    <a:pt x="534352" y="626744"/>
                    <a:pt x="535305" y="664844"/>
                  </a:cubicBezTo>
                  <a:moveTo>
                    <a:pt x="297180" y="714375"/>
                  </a:moveTo>
                  <a:cubicBezTo>
                    <a:pt x="350520" y="693419"/>
                    <a:pt x="404812" y="672464"/>
                    <a:pt x="458152" y="652462"/>
                  </a:cubicBezTo>
                  <a:cubicBezTo>
                    <a:pt x="459105" y="614362"/>
                    <a:pt x="468630" y="575309"/>
                    <a:pt x="458152" y="538162"/>
                  </a:cubicBezTo>
                  <a:cubicBezTo>
                    <a:pt x="406717" y="563879"/>
                    <a:pt x="351472" y="579119"/>
                    <a:pt x="297180" y="600075"/>
                  </a:cubicBezTo>
                  <a:cubicBezTo>
                    <a:pt x="297180" y="638175"/>
                    <a:pt x="297180" y="676275"/>
                    <a:pt x="297180" y="714375"/>
                  </a:cubicBezTo>
                  <a:moveTo>
                    <a:pt x="242887" y="444817"/>
                  </a:moveTo>
                  <a:cubicBezTo>
                    <a:pt x="175260" y="452437"/>
                    <a:pt x="106680" y="452437"/>
                    <a:pt x="39052" y="447675"/>
                  </a:cubicBezTo>
                  <a:cubicBezTo>
                    <a:pt x="29527" y="484822"/>
                    <a:pt x="38100" y="523875"/>
                    <a:pt x="39052" y="561975"/>
                  </a:cubicBezTo>
                  <a:cubicBezTo>
                    <a:pt x="101917" y="575309"/>
                    <a:pt x="167640" y="550544"/>
                    <a:pt x="231457" y="559117"/>
                  </a:cubicBezTo>
                  <a:cubicBezTo>
                    <a:pt x="237172" y="556259"/>
                    <a:pt x="239077" y="548639"/>
                    <a:pt x="242887" y="542925"/>
                  </a:cubicBezTo>
                  <a:cubicBezTo>
                    <a:pt x="237172" y="510539"/>
                    <a:pt x="238125" y="477202"/>
                    <a:pt x="242887" y="444817"/>
                  </a:cubicBezTo>
                  <a:moveTo>
                    <a:pt x="178117" y="346709"/>
                  </a:moveTo>
                  <a:cubicBezTo>
                    <a:pt x="179070" y="333375"/>
                    <a:pt x="175260" y="320039"/>
                    <a:pt x="178117" y="306704"/>
                  </a:cubicBezTo>
                  <a:cubicBezTo>
                    <a:pt x="122872" y="287654"/>
                    <a:pt x="68580" y="260032"/>
                    <a:pt x="10477" y="249554"/>
                  </a:cubicBezTo>
                  <a:cubicBezTo>
                    <a:pt x="17145" y="286702"/>
                    <a:pt x="952" y="326707"/>
                    <a:pt x="10477" y="363854"/>
                  </a:cubicBezTo>
                  <a:cubicBezTo>
                    <a:pt x="30480" y="370522"/>
                    <a:pt x="48577" y="383857"/>
                    <a:pt x="69532" y="383857"/>
                  </a:cubicBezTo>
                  <a:cubicBezTo>
                    <a:pt x="105727" y="372427"/>
                    <a:pt x="144780" y="364807"/>
                    <a:pt x="178117" y="346709"/>
                  </a:cubicBezTo>
                  <a:moveTo>
                    <a:pt x="242887" y="208597"/>
                  </a:moveTo>
                  <a:cubicBezTo>
                    <a:pt x="249555" y="205739"/>
                    <a:pt x="253365" y="199072"/>
                    <a:pt x="260032" y="196214"/>
                  </a:cubicBezTo>
                  <a:cubicBezTo>
                    <a:pt x="270510" y="193357"/>
                    <a:pt x="275272" y="182879"/>
                    <a:pt x="289560" y="176212"/>
                  </a:cubicBezTo>
                  <a:cubicBezTo>
                    <a:pt x="268605" y="143827"/>
                    <a:pt x="235267" y="117157"/>
                    <a:pt x="221932" y="80962"/>
                  </a:cubicBezTo>
                  <a:cubicBezTo>
                    <a:pt x="214312" y="118109"/>
                    <a:pt x="215265" y="157162"/>
                    <a:pt x="221932" y="195262"/>
                  </a:cubicBezTo>
                  <a:cubicBezTo>
                    <a:pt x="222885" y="200025"/>
                    <a:pt x="226695" y="204787"/>
                    <a:pt x="231457" y="207644"/>
                  </a:cubicBezTo>
                  <a:cubicBezTo>
                    <a:pt x="235267" y="207644"/>
                    <a:pt x="239077" y="208597"/>
                    <a:pt x="242887" y="208597"/>
                  </a:cubicBezTo>
                  <a:moveTo>
                    <a:pt x="1100137" y="306704"/>
                  </a:moveTo>
                  <a:cubicBezTo>
                    <a:pt x="1102042" y="320039"/>
                    <a:pt x="1095375" y="334327"/>
                    <a:pt x="1100137" y="346709"/>
                  </a:cubicBezTo>
                  <a:cubicBezTo>
                    <a:pt x="1136332" y="359092"/>
                    <a:pt x="1172527" y="371475"/>
                    <a:pt x="1208722" y="383857"/>
                  </a:cubicBezTo>
                  <a:cubicBezTo>
                    <a:pt x="1229677" y="380047"/>
                    <a:pt x="1247775" y="370522"/>
                    <a:pt x="1267777" y="363854"/>
                  </a:cubicBezTo>
                  <a:cubicBezTo>
                    <a:pt x="1266825" y="325754"/>
                    <a:pt x="1269682" y="287654"/>
                    <a:pt x="1267777" y="249554"/>
                  </a:cubicBezTo>
                  <a:cubicBezTo>
                    <a:pt x="1212532" y="271462"/>
                    <a:pt x="1155382" y="285750"/>
                    <a:pt x="1100137" y="306704"/>
                  </a:cubicBezTo>
                  <a:moveTo>
                    <a:pt x="1056322" y="80962"/>
                  </a:moveTo>
                  <a:cubicBezTo>
                    <a:pt x="1036320" y="114300"/>
                    <a:pt x="1013460" y="145732"/>
                    <a:pt x="988695" y="176212"/>
                  </a:cubicBezTo>
                  <a:cubicBezTo>
                    <a:pt x="994410" y="179069"/>
                    <a:pt x="999172" y="184784"/>
                    <a:pt x="1005840" y="187642"/>
                  </a:cubicBezTo>
                  <a:cubicBezTo>
                    <a:pt x="1015365" y="193357"/>
                    <a:pt x="1020127" y="203834"/>
                    <a:pt x="1035367" y="208597"/>
                  </a:cubicBezTo>
                  <a:cubicBezTo>
                    <a:pt x="1039177" y="207644"/>
                    <a:pt x="1042987" y="208597"/>
                    <a:pt x="1046797" y="207644"/>
                  </a:cubicBezTo>
                  <a:cubicBezTo>
                    <a:pt x="1051560" y="204787"/>
                    <a:pt x="1053465" y="199072"/>
                    <a:pt x="1056322" y="195262"/>
                  </a:cubicBezTo>
                  <a:cubicBezTo>
                    <a:pt x="1061085" y="157162"/>
                    <a:pt x="1056322" y="119062"/>
                    <a:pt x="1056322" y="80962"/>
                  </a:cubicBezTo>
                  <a:moveTo>
                    <a:pt x="1239202" y="447675"/>
                  </a:moveTo>
                  <a:cubicBezTo>
                    <a:pt x="1172527" y="433387"/>
                    <a:pt x="1101090" y="461009"/>
                    <a:pt x="1035367" y="444817"/>
                  </a:cubicBezTo>
                  <a:cubicBezTo>
                    <a:pt x="1028700" y="478154"/>
                    <a:pt x="1038225" y="511492"/>
                    <a:pt x="1037272" y="545782"/>
                  </a:cubicBezTo>
                  <a:cubicBezTo>
                    <a:pt x="1039177" y="550544"/>
                    <a:pt x="1045845" y="554354"/>
                    <a:pt x="1046797" y="559117"/>
                  </a:cubicBezTo>
                  <a:cubicBezTo>
                    <a:pt x="1110615" y="564832"/>
                    <a:pt x="1175384" y="562927"/>
                    <a:pt x="1239202" y="561975"/>
                  </a:cubicBezTo>
                  <a:cubicBezTo>
                    <a:pt x="1227772" y="525779"/>
                    <a:pt x="1243965" y="485775"/>
                    <a:pt x="1239202" y="447675"/>
                  </a:cubicBezTo>
                  <a:moveTo>
                    <a:pt x="820102" y="652462"/>
                  </a:moveTo>
                  <a:cubicBezTo>
                    <a:pt x="872490" y="676275"/>
                    <a:pt x="926782" y="695325"/>
                    <a:pt x="981075" y="714375"/>
                  </a:cubicBezTo>
                  <a:cubicBezTo>
                    <a:pt x="983932" y="676275"/>
                    <a:pt x="982980" y="638175"/>
                    <a:pt x="981075" y="600075"/>
                  </a:cubicBezTo>
                  <a:cubicBezTo>
                    <a:pt x="925830" y="582929"/>
                    <a:pt x="863917" y="574357"/>
                    <a:pt x="820102" y="538162"/>
                  </a:cubicBezTo>
                  <a:cubicBezTo>
                    <a:pt x="816292" y="576262"/>
                    <a:pt x="830580" y="616267"/>
                    <a:pt x="820102" y="652462"/>
                  </a:cubicBezTo>
                  <a:moveTo>
                    <a:pt x="685800" y="762000"/>
                  </a:moveTo>
                  <a:cubicBezTo>
                    <a:pt x="704850" y="729614"/>
                    <a:pt x="714375" y="688657"/>
                    <a:pt x="742950" y="664844"/>
                  </a:cubicBezTo>
                  <a:cubicBezTo>
                    <a:pt x="743902" y="626744"/>
                    <a:pt x="739140" y="588644"/>
                    <a:pt x="742950" y="550544"/>
                  </a:cubicBezTo>
                  <a:cubicBezTo>
                    <a:pt x="721042" y="581025"/>
                    <a:pt x="694372" y="610552"/>
                    <a:pt x="685800" y="647700"/>
                  </a:cubicBezTo>
                  <a:cubicBezTo>
                    <a:pt x="685800" y="685800"/>
                    <a:pt x="683895" y="723900"/>
                    <a:pt x="685800" y="762000"/>
                  </a:cubicBezTo>
                  <a:moveTo>
                    <a:pt x="260032" y="196214"/>
                  </a:moveTo>
                  <a:cubicBezTo>
                    <a:pt x="256222" y="200977"/>
                    <a:pt x="250507" y="205739"/>
                    <a:pt x="242887" y="208597"/>
                  </a:cubicBezTo>
                  <a:moveTo>
                    <a:pt x="1005840" y="187642"/>
                  </a:moveTo>
                  <a:cubicBezTo>
                    <a:pt x="1000125" y="185737"/>
                    <a:pt x="996315" y="178117"/>
                    <a:pt x="988695" y="176212"/>
                  </a:cubicBezTo>
                  <a:moveTo>
                    <a:pt x="639127" y="155257"/>
                  </a:moveTo>
                  <a:cubicBezTo>
                    <a:pt x="449580" y="154304"/>
                    <a:pt x="280987" y="233362"/>
                    <a:pt x="296227" y="326707"/>
                  </a:cubicBezTo>
                  <a:cubicBezTo>
                    <a:pt x="299085" y="346709"/>
                    <a:pt x="302895" y="365759"/>
                    <a:pt x="316230" y="383857"/>
                  </a:cubicBezTo>
                  <a:cubicBezTo>
                    <a:pt x="357187" y="341947"/>
                    <a:pt x="425767" y="301942"/>
                    <a:pt x="520065" y="280034"/>
                  </a:cubicBezTo>
                  <a:cubicBezTo>
                    <a:pt x="557212" y="272414"/>
                    <a:pt x="598170" y="260984"/>
                    <a:pt x="639127" y="269557"/>
                  </a:cubicBezTo>
                  <a:cubicBezTo>
                    <a:pt x="688657" y="280987"/>
                    <a:pt x="739140" y="271462"/>
                    <a:pt x="782002" y="285750"/>
                  </a:cubicBezTo>
                  <a:cubicBezTo>
                    <a:pt x="863917" y="311467"/>
                    <a:pt x="942022" y="334327"/>
                    <a:pt x="962025" y="383857"/>
                  </a:cubicBezTo>
                  <a:cubicBezTo>
                    <a:pt x="980122" y="370522"/>
                    <a:pt x="984885" y="346709"/>
                    <a:pt x="982027" y="326707"/>
                  </a:cubicBezTo>
                  <a:cubicBezTo>
                    <a:pt x="967740" y="233362"/>
                    <a:pt x="827722" y="171450"/>
                    <a:pt x="639127" y="155257"/>
                  </a:cubicBezTo>
                  <a:moveTo>
                    <a:pt x="1267777" y="249554"/>
                  </a:moveTo>
                  <a:cubicBezTo>
                    <a:pt x="1218247" y="281939"/>
                    <a:pt x="1157287" y="292417"/>
                    <a:pt x="1100137" y="306704"/>
                  </a:cubicBezTo>
                  <a:cubicBezTo>
                    <a:pt x="1100137" y="320039"/>
                    <a:pt x="1096327" y="334327"/>
                    <a:pt x="1100137" y="346709"/>
                  </a:cubicBezTo>
                  <a:cubicBezTo>
                    <a:pt x="1157287" y="359092"/>
                    <a:pt x="1209675" y="394334"/>
                    <a:pt x="1267777" y="403859"/>
                  </a:cubicBezTo>
                  <a:cubicBezTo>
                    <a:pt x="1255395" y="417194"/>
                    <a:pt x="1257300" y="425767"/>
                    <a:pt x="1249680" y="431482"/>
                  </a:cubicBezTo>
                  <a:cubicBezTo>
                    <a:pt x="1245870" y="434339"/>
                    <a:pt x="1242059" y="439102"/>
                    <a:pt x="1239202" y="447675"/>
                  </a:cubicBezTo>
                  <a:cubicBezTo>
                    <a:pt x="1172527" y="460057"/>
                    <a:pt x="1102995" y="448627"/>
                    <a:pt x="1035367" y="444817"/>
                  </a:cubicBezTo>
                  <a:cubicBezTo>
                    <a:pt x="1027747" y="447675"/>
                    <a:pt x="1022985" y="452437"/>
                    <a:pt x="1018222" y="457200"/>
                  </a:cubicBezTo>
                  <a:cubicBezTo>
                    <a:pt x="1009650" y="464819"/>
                    <a:pt x="1002982" y="471487"/>
                    <a:pt x="988695" y="477202"/>
                  </a:cubicBezTo>
                  <a:cubicBezTo>
                    <a:pt x="1009650" y="510539"/>
                    <a:pt x="1035367" y="540067"/>
                    <a:pt x="1056322" y="572452"/>
                  </a:cubicBezTo>
                  <a:cubicBezTo>
                    <a:pt x="1040130" y="584834"/>
                    <a:pt x="1027747" y="584834"/>
                    <a:pt x="1019175" y="586739"/>
                  </a:cubicBezTo>
                  <a:cubicBezTo>
                    <a:pt x="1009650" y="587692"/>
                    <a:pt x="999172" y="589597"/>
                    <a:pt x="981075" y="600075"/>
                  </a:cubicBezTo>
                  <a:cubicBezTo>
                    <a:pt x="924877" y="585787"/>
                    <a:pt x="869632" y="566737"/>
                    <a:pt x="820102" y="538162"/>
                  </a:cubicBezTo>
                  <a:cubicBezTo>
                    <a:pt x="795337" y="534352"/>
                    <a:pt x="782955" y="547687"/>
                    <a:pt x="764857" y="546734"/>
                  </a:cubicBezTo>
                  <a:cubicBezTo>
                    <a:pt x="757237" y="546734"/>
                    <a:pt x="750570" y="548639"/>
                    <a:pt x="742950" y="550544"/>
                  </a:cubicBezTo>
                  <a:cubicBezTo>
                    <a:pt x="719137" y="580072"/>
                    <a:pt x="706755" y="616267"/>
                    <a:pt x="685800" y="647700"/>
                  </a:cubicBezTo>
                  <a:cubicBezTo>
                    <a:pt x="654367" y="649604"/>
                    <a:pt x="623887" y="647700"/>
                    <a:pt x="592455" y="647700"/>
                  </a:cubicBezTo>
                  <a:cubicBezTo>
                    <a:pt x="582930" y="611504"/>
                    <a:pt x="553402" y="583882"/>
                    <a:pt x="535305" y="550544"/>
                  </a:cubicBezTo>
                  <a:cubicBezTo>
                    <a:pt x="510540" y="551497"/>
                    <a:pt x="498157" y="538162"/>
                    <a:pt x="480060" y="541972"/>
                  </a:cubicBezTo>
                  <a:cubicBezTo>
                    <a:pt x="473392" y="542925"/>
                    <a:pt x="466725" y="538162"/>
                    <a:pt x="458152" y="538162"/>
                  </a:cubicBezTo>
                  <a:cubicBezTo>
                    <a:pt x="409575" y="567689"/>
                    <a:pt x="348615" y="574357"/>
                    <a:pt x="297180" y="600075"/>
                  </a:cubicBezTo>
                  <a:cubicBezTo>
                    <a:pt x="278130" y="590550"/>
                    <a:pt x="268605" y="587692"/>
                    <a:pt x="259080" y="586739"/>
                  </a:cubicBezTo>
                  <a:cubicBezTo>
                    <a:pt x="249555" y="584834"/>
                    <a:pt x="240030" y="581977"/>
                    <a:pt x="221932" y="572452"/>
                  </a:cubicBezTo>
                  <a:cubicBezTo>
                    <a:pt x="246697" y="541972"/>
                    <a:pt x="276225" y="514350"/>
                    <a:pt x="289560" y="477202"/>
                  </a:cubicBezTo>
                  <a:cubicBezTo>
                    <a:pt x="281940" y="475297"/>
                    <a:pt x="277177" y="469582"/>
                    <a:pt x="273367" y="465772"/>
                  </a:cubicBezTo>
                  <a:cubicBezTo>
                    <a:pt x="264795" y="458152"/>
                    <a:pt x="258127" y="449579"/>
                    <a:pt x="242887" y="444817"/>
                  </a:cubicBezTo>
                  <a:cubicBezTo>
                    <a:pt x="177165" y="461009"/>
                    <a:pt x="106680" y="456247"/>
                    <a:pt x="39052" y="447675"/>
                  </a:cubicBezTo>
                  <a:cubicBezTo>
                    <a:pt x="28575" y="432434"/>
                    <a:pt x="26670" y="427672"/>
                    <a:pt x="20955" y="420052"/>
                  </a:cubicBezTo>
                  <a:cubicBezTo>
                    <a:pt x="18097" y="416242"/>
                    <a:pt x="15240" y="411479"/>
                    <a:pt x="10477" y="403859"/>
                  </a:cubicBezTo>
                  <a:cubicBezTo>
                    <a:pt x="69532" y="396239"/>
                    <a:pt x="122872" y="365759"/>
                    <a:pt x="178117" y="346709"/>
                  </a:cubicBezTo>
                  <a:cubicBezTo>
                    <a:pt x="181927" y="334327"/>
                    <a:pt x="175260" y="320039"/>
                    <a:pt x="178117" y="306704"/>
                  </a:cubicBezTo>
                  <a:cubicBezTo>
                    <a:pt x="120967" y="293369"/>
                    <a:pt x="68580" y="259079"/>
                    <a:pt x="10477" y="249554"/>
                  </a:cubicBezTo>
                  <a:cubicBezTo>
                    <a:pt x="14287" y="231457"/>
                    <a:pt x="20955" y="227647"/>
                    <a:pt x="28575" y="221932"/>
                  </a:cubicBezTo>
                  <a:cubicBezTo>
                    <a:pt x="32385" y="218122"/>
                    <a:pt x="33337" y="211454"/>
                    <a:pt x="39052" y="205739"/>
                  </a:cubicBezTo>
                  <a:cubicBezTo>
                    <a:pt x="106680" y="197167"/>
                    <a:pt x="177165" y="191452"/>
                    <a:pt x="242887" y="208597"/>
                  </a:cubicBezTo>
                  <a:cubicBezTo>
                    <a:pt x="248602" y="201929"/>
                    <a:pt x="254317" y="199072"/>
                    <a:pt x="260032" y="196214"/>
                  </a:cubicBezTo>
                  <a:cubicBezTo>
                    <a:pt x="270510" y="191452"/>
                    <a:pt x="277177" y="185737"/>
                    <a:pt x="289560" y="176212"/>
                  </a:cubicBezTo>
                  <a:cubicBezTo>
                    <a:pt x="272415" y="140969"/>
                    <a:pt x="245745" y="111442"/>
                    <a:pt x="221932" y="80962"/>
                  </a:cubicBezTo>
                  <a:cubicBezTo>
                    <a:pt x="241935" y="76200"/>
                    <a:pt x="249555" y="68579"/>
                    <a:pt x="259080" y="66675"/>
                  </a:cubicBezTo>
                  <a:cubicBezTo>
                    <a:pt x="268605" y="65722"/>
                    <a:pt x="277177" y="58102"/>
                    <a:pt x="297180" y="53339"/>
                  </a:cubicBezTo>
                  <a:cubicBezTo>
                    <a:pt x="349567" y="77152"/>
                    <a:pt x="412432" y="80962"/>
                    <a:pt x="458152" y="115252"/>
                  </a:cubicBezTo>
                  <a:cubicBezTo>
                    <a:pt x="482917" y="117157"/>
                    <a:pt x="495300" y="103822"/>
                    <a:pt x="513397" y="106679"/>
                  </a:cubicBezTo>
                  <a:cubicBezTo>
                    <a:pt x="520065" y="107632"/>
                    <a:pt x="528637" y="105727"/>
                    <a:pt x="535305" y="102869"/>
                  </a:cubicBezTo>
                  <a:cubicBezTo>
                    <a:pt x="542925" y="65722"/>
                    <a:pt x="572452" y="37147"/>
                    <a:pt x="592455" y="5714"/>
                  </a:cubicBezTo>
                  <a:cubicBezTo>
                    <a:pt x="623887" y="8572"/>
                    <a:pt x="655320" y="0"/>
                    <a:pt x="685800" y="5714"/>
                  </a:cubicBezTo>
                  <a:cubicBezTo>
                    <a:pt x="707707" y="36194"/>
                    <a:pt x="727710" y="68579"/>
                    <a:pt x="742950" y="102869"/>
                  </a:cubicBezTo>
                  <a:cubicBezTo>
                    <a:pt x="776287" y="100964"/>
                    <a:pt x="787717" y="121919"/>
                    <a:pt x="820102" y="115252"/>
                  </a:cubicBezTo>
                  <a:cubicBezTo>
                    <a:pt x="872490" y="92392"/>
                    <a:pt x="924877" y="66675"/>
                    <a:pt x="981075" y="53339"/>
                  </a:cubicBezTo>
                  <a:cubicBezTo>
                    <a:pt x="996315" y="66675"/>
                    <a:pt x="1008697" y="65722"/>
                    <a:pt x="1019175" y="66675"/>
                  </a:cubicBezTo>
                  <a:cubicBezTo>
                    <a:pt x="1028700" y="68579"/>
                    <a:pt x="1037272" y="72389"/>
                    <a:pt x="1056322" y="80962"/>
                  </a:cubicBezTo>
                  <a:cubicBezTo>
                    <a:pt x="1032510" y="111442"/>
                    <a:pt x="1014412" y="147637"/>
                    <a:pt x="988695" y="176212"/>
                  </a:cubicBezTo>
                  <a:cubicBezTo>
                    <a:pt x="994410" y="181927"/>
                    <a:pt x="1000125" y="184784"/>
                    <a:pt x="1005840" y="187642"/>
                  </a:cubicBezTo>
                  <a:cubicBezTo>
                    <a:pt x="1015365" y="193357"/>
                    <a:pt x="1022032" y="200025"/>
                    <a:pt x="1035367" y="208597"/>
                  </a:cubicBezTo>
                  <a:cubicBezTo>
                    <a:pt x="1102995" y="211454"/>
                    <a:pt x="1171575" y="216217"/>
                    <a:pt x="1239202" y="205739"/>
                  </a:cubicBezTo>
                  <a:cubicBezTo>
                    <a:pt x="1253490" y="216217"/>
                    <a:pt x="1252537" y="224789"/>
                    <a:pt x="1256347" y="232409"/>
                  </a:cubicBezTo>
                  <a:cubicBezTo>
                    <a:pt x="1259205" y="237172"/>
                    <a:pt x="1260157" y="243839"/>
                    <a:pt x="1267777" y="249554"/>
                  </a:cubicBezTo>
                  <a:moveTo>
                    <a:pt x="296227" y="326707"/>
                  </a:moveTo>
                  <a:cubicBezTo>
                    <a:pt x="289560" y="345757"/>
                    <a:pt x="297180" y="371475"/>
                    <a:pt x="316230" y="383857"/>
                  </a:cubicBezTo>
                  <a:cubicBezTo>
                    <a:pt x="382905" y="429577"/>
                    <a:pt x="490537" y="481012"/>
                    <a:pt x="639127" y="498157"/>
                  </a:cubicBezTo>
                  <a:cubicBezTo>
                    <a:pt x="787717" y="514350"/>
                    <a:pt x="905827" y="442912"/>
                    <a:pt x="962025" y="383857"/>
                  </a:cubicBezTo>
                  <a:cubicBezTo>
                    <a:pt x="977265" y="367664"/>
                    <a:pt x="982027" y="346709"/>
                    <a:pt x="982027" y="326707"/>
                  </a:cubicBezTo>
                  <a:cubicBezTo>
                    <a:pt x="982027" y="232409"/>
                    <a:pt x="827722" y="142875"/>
                    <a:pt x="639127" y="155257"/>
                  </a:cubicBezTo>
                  <a:cubicBezTo>
                    <a:pt x="450532" y="167639"/>
                    <a:pt x="314325" y="234314"/>
                    <a:pt x="296227" y="326707"/>
                  </a:cubicBezTo>
                </a:path>
              </a:pathLst>
            </a:custGeom>
            <a:noFill/>
            <a:ln w="2857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12" name="Rounded Rectangle 9">
              <a:extLst>
                <a:ext uri="{FF2B5EF4-FFF2-40B4-BE49-F238E27FC236}">
                  <a16:creationId xmlns:a16="http://schemas.microsoft.com/office/drawing/2014/main" id="{D05FC048-4E84-B564-3258-CF98A45DB0E6}"/>
                </a:ext>
              </a:extLst>
            </p:cNvPr>
            <p:cNvSpPr/>
            <p:nvPr/>
          </p:nvSpPr>
          <p:spPr>
            <a:xfrm>
              <a:off x="2537651" y="3233065"/>
              <a:ext cx="1625917" cy="847725"/>
            </a:xfrm>
            <a:custGeom>
              <a:avLst/>
              <a:gdLst/>
              <a:ahLst/>
              <a:cxnLst/>
              <a:rect l="0" t="0" r="0" b="0"/>
              <a:pathLst>
                <a:path w="1625917" h="847725">
                  <a:moveTo>
                    <a:pt x="1625917" y="458152"/>
                  </a:moveTo>
                  <a:lnTo>
                    <a:pt x="1549717" y="346709"/>
                  </a:lnTo>
                  <a:lnTo>
                    <a:pt x="1343977" y="385762"/>
                  </a:lnTo>
                  <a:lnTo>
                    <a:pt x="1468754" y="565784"/>
                  </a:lnTo>
                  <a:lnTo>
                    <a:pt x="1625917" y="458152"/>
                  </a:lnTo>
                  <a:moveTo>
                    <a:pt x="1343977" y="385762"/>
                  </a:moveTo>
                  <a:lnTo>
                    <a:pt x="1252537" y="766762"/>
                  </a:lnTo>
                  <a:lnTo>
                    <a:pt x="1446847" y="775334"/>
                  </a:lnTo>
                  <a:lnTo>
                    <a:pt x="1549717" y="346709"/>
                  </a:lnTo>
                  <a:lnTo>
                    <a:pt x="1343977" y="385762"/>
                  </a:lnTo>
                  <a:moveTo>
                    <a:pt x="1446847" y="775334"/>
                  </a:moveTo>
                  <a:lnTo>
                    <a:pt x="1363979" y="218122"/>
                  </a:lnTo>
                  <a:lnTo>
                    <a:pt x="1164907" y="179070"/>
                  </a:lnTo>
                  <a:lnTo>
                    <a:pt x="1252537" y="766762"/>
                  </a:lnTo>
                  <a:lnTo>
                    <a:pt x="1446847" y="775334"/>
                  </a:lnTo>
                  <a:moveTo>
                    <a:pt x="1164907" y="179070"/>
                  </a:moveTo>
                  <a:lnTo>
                    <a:pt x="1024890" y="415290"/>
                  </a:lnTo>
                  <a:lnTo>
                    <a:pt x="1230629" y="441007"/>
                  </a:lnTo>
                  <a:lnTo>
                    <a:pt x="1363979" y="218122"/>
                  </a:lnTo>
                  <a:lnTo>
                    <a:pt x="1164907" y="179070"/>
                  </a:lnTo>
                  <a:moveTo>
                    <a:pt x="1230629" y="441007"/>
                  </a:moveTo>
                  <a:lnTo>
                    <a:pt x="1119187" y="60959"/>
                  </a:lnTo>
                  <a:lnTo>
                    <a:pt x="917257" y="48577"/>
                  </a:lnTo>
                  <a:lnTo>
                    <a:pt x="1024890" y="415290"/>
                  </a:lnTo>
                  <a:lnTo>
                    <a:pt x="1230629" y="441007"/>
                  </a:lnTo>
                  <a:moveTo>
                    <a:pt x="917257" y="48577"/>
                  </a:moveTo>
                  <a:lnTo>
                    <a:pt x="768667" y="387667"/>
                  </a:lnTo>
                  <a:lnTo>
                    <a:pt x="962977" y="419100"/>
                  </a:lnTo>
                  <a:lnTo>
                    <a:pt x="1119187" y="60959"/>
                  </a:lnTo>
                  <a:lnTo>
                    <a:pt x="917257" y="48577"/>
                  </a:lnTo>
                  <a:moveTo>
                    <a:pt x="962977" y="419100"/>
                  </a:moveTo>
                  <a:lnTo>
                    <a:pt x="925829" y="24764"/>
                  </a:lnTo>
                  <a:lnTo>
                    <a:pt x="731519" y="0"/>
                  </a:lnTo>
                  <a:lnTo>
                    <a:pt x="768667" y="387667"/>
                  </a:lnTo>
                  <a:lnTo>
                    <a:pt x="962977" y="419100"/>
                  </a:lnTo>
                  <a:moveTo>
                    <a:pt x="731519" y="0"/>
                  </a:moveTo>
                  <a:lnTo>
                    <a:pt x="606742" y="339090"/>
                  </a:lnTo>
                  <a:lnTo>
                    <a:pt x="806767" y="349567"/>
                  </a:lnTo>
                  <a:lnTo>
                    <a:pt x="925829" y="24764"/>
                  </a:lnTo>
                  <a:lnTo>
                    <a:pt x="731519" y="0"/>
                  </a:lnTo>
                  <a:moveTo>
                    <a:pt x="806767" y="349567"/>
                  </a:moveTo>
                  <a:lnTo>
                    <a:pt x="742949" y="102870"/>
                  </a:lnTo>
                  <a:lnTo>
                    <a:pt x="544829" y="95250"/>
                  </a:lnTo>
                  <a:lnTo>
                    <a:pt x="606742" y="339090"/>
                  </a:lnTo>
                  <a:lnTo>
                    <a:pt x="806767" y="349567"/>
                  </a:lnTo>
                  <a:moveTo>
                    <a:pt x="544829" y="95250"/>
                  </a:moveTo>
                  <a:lnTo>
                    <a:pt x="414337" y="478154"/>
                  </a:lnTo>
                  <a:lnTo>
                    <a:pt x="611504" y="491490"/>
                  </a:lnTo>
                  <a:lnTo>
                    <a:pt x="742949" y="102870"/>
                  </a:lnTo>
                  <a:lnTo>
                    <a:pt x="544829" y="95250"/>
                  </a:lnTo>
                  <a:moveTo>
                    <a:pt x="611504" y="491490"/>
                  </a:moveTo>
                  <a:lnTo>
                    <a:pt x="523874" y="37147"/>
                  </a:lnTo>
                  <a:lnTo>
                    <a:pt x="330517" y="41909"/>
                  </a:lnTo>
                  <a:lnTo>
                    <a:pt x="414337" y="478154"/>
                  </a:lnTo>
                  <a:lnTo>
                    <a:pt x="611504" y="491490"/>
                  </a:lnTo>
                  <a:moveTo>
                    <a:pt x="330517" y="41909"/>
                  </a:moveTo>
                  <a:lnTo>
                    <a:pt x="223837" y="780097"/>
                  </a:lnTo>
                  <a:lnTo>
                    <a:pt x="415289" y="787717"/>
                  </a:lnTo>
                  <a:lnTo>
                    <a:pt x="523874" y="37147"/>
                  </a:lnTo>
                  <a:lnTo>
                    <a:pt x="330517" y="41909"/>
                  </a:lnTo>
                  <a:moveTo>
                    <a:pt x="415289" y="787717"/>
                  </a:moveTo>
                  <a:lnTo>
                    <a:pt x="372427" y="151447"/>
                  </a:lnTo>
                  <a:lnTo>
                    <a:pt x="180022" y="123825"/>
                  </a:lnTo>
                  <a:lnTo>
                    <a:pt x="223837" y="780097"/>
                  </a:lnTo>
                  <a:lnTo>
                    <a:pt x="415289" y="787717"/>
                  </a:lnTo>
                  <a:moveTo>
                    <a:pt x="180022" y="123825"/>
                  </a:moveTo>
                  <a:lnTo>
                    <a:pt x="0" y="615315"/>
                  </a:lnTo>
                  <a:lnTo>
                    <a:pt x="179069" y="680084"/>
                  </a:lnTo>
                  <a:lnTo>
                    <a:pt x="372427" y="151447"/>
                  </a:lnTo>
                  <a:lnTo>
                    <a:pt x="180022" y="123825"/>
                  </a:lnTo>
                  <a:moveTo>
                    <a:pt x="179069" y="680084"/>
                  </a:moveTo>
                  <a:lnTo>
                    <a:pt x="0" y="615315"/>
                  </a:lnTo>
                  <a:lnTo>
                    <a:pt x="34289" y="517207"/>
                  </a:lnTo>
                  <a:lnTo>
                    <a:pt x="213359" y="581025"/>
                  </a:lnTo>
                  <a:lnTo>
                    <a:pt x="179069" y="680084"/>
                  </a:lnTo>
                  <a:moveTo>
                    <a:pt x="1244917" y="780097"/>
                  </a:moveTo>
                  <a:lnTo>
                    <a:pt x="1226819" y="452437"/>
                  </a:lnTo>
                  <a:lnTo>
                    <a:pt x="1034415" y="424815"/>
                  </a:lnTo>
                  <a:lnTo>
                    <a:pt x="1055369" y="791527"/>
                  </a:lnTo>
                  <a:lnTo>
                    <a:pt x="1244917" y="780097"/>
                  </a:lnTo>
                  <a:moveTo>
                    <a:pt x="1034415" y="424815"/>
                  </a:moveTo>
                  <a:lnTo>
                    <a:pt x="887729" y="824865"/>
                  </a:lnTo>
                  <a:lnTo>
                    <a:pt x="1082040" y="847725"/>
                  </a:lnTo>
                  <a:lnTo>
                    <a:pt x="1226819" y="452437"/>
                  </a:lnTo>
                  <a:lnTo>
                    <a:pt x="1034415" y="424815"/>
                  </a:lnTo>
                  <a:moveTo>
                    <a:pt x="1082040" y="847725"/>
                  </a:moveTo>
                  <a:lnTo>
                    <a:pt x="1043940" y="516254"/>
                  </a:lnTo>
                  <a:lnTo>
                    <a:pt x="845819" y="464820"/>
                  </a:lnTo>
                  <a:lnTo>
                    <a:pt x="887729" y="824865"/>
                  </a:lnTo>
                  <a:lnTo>
                    <a:pt x="1082040" y="847725"/>
                  </a:lnTo>
                  <a:moveTo>
                    <a:pt x="845819" y="464820"/>
                  </a:moveTo>
                  <a:lnTo>
                    <a:pt x="641032" y="746759"/>
                  </a:lnTo>
                  <a:lnTo>
                    <a:pt x="841057" y="795337"/>
                  </a:lnTo>
                  <a:lnTo>
                    <a:pt x="1043940" y="516254"/>
                  </a:lnTo>
                  <a:lnTo>
                    <a:pt x="845819" y="464820"/>
                  </a:lnTo>
                  <a:moveTo>
                    <a:pt x="841057" y="795337"/>
                  </a:moveTo>
                  <a:lnTo>
                    <a:pt x="799147" y="521970"/>
                  </a:lnTo>
                  <a:lnTo>
                    <a:pt x="598169" y="467677"/>
                  </a:lnTo>
                  <a:lnTo>
                    <a:pt x="641032" y="746759"/>
                  </a:lnTo>
                  <a:lnTo>
                    <a:pt x="841057" y="795337"/>
                  </a:lnTo>
                  <a:moveTo>
                    <a:pt x="598169" y="467677"/>
                  </a:moveTo>
                  <a:lnTo>
                    <a:pt x="416242" y="692467"/>
                  </a:lnTo>
                  <a:lnTo>
                    <a:pt x="605790" y="761047"/>
                  </a:lnTo>
                  <a:lnTo>
                    <a:pt x="799147" y="521970"/>
                  </a:lnTo>
                  <a:lnTo>
                    <a:pt x="598169" y="467677"/>
                  </a:lnTo>
                  <a:moveTo>
                    <a:pt x="605790" y="761047"/>
                  </a:moveTo>
                  <a:lnTo>
                    <a:pt x="608647" y="415290"/>
                  </a:lnTo>
                  <a:lnTo>
                    <a:pt x="418147" y="414337"/>
                  </a:lnTo>
                  <a:lnTo>
                    <a:pt x="416242" y="692467"/>
                  </a:lnTo>
                  <a:lnTo>
                    <a:pt x="605790" y="761047"/>
                  </a:lnTo>
                </a:path>
              </a:pathLst>
            </a:custGeom>
            <a:solidFill>
              <a:srgbClr val="C8FF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sp>
          <p:nvSpPr>
            <p:cNvPr id="13" name="Rounded Rectangle 10">
              <a:extLst>
                <a:ext uri="{FF2B5EF4-FFF2-40B4-BE49-F238E27FC236}">
                  <a16:creationId xmlns:a16="http://schemas.microsoft.com/office/drawing/2014/main" id="{99767448-7B80-FB3E-EA0F-E223AC1CCD2E}"/>
                </a:ext>
              </a:extLst>
            </p:cNvPr>
            <p:cNvSpPr/>
            <p:nvPr/>
          </p:nvSpPr>
          <p:spPr>
            <a:xfrm>
              <a:off x="2588133" y="3174006"/>
              <a:ext cx="1520190" cy="969746"/>
            </a:xfrm>
            <a:custGeom>
              <a:avLst/>
              <a:gdLst/>
              <a:ahLst/>
              <a:cxnLst/>
              <a:rect l="0" t="0" r="0" b="0"/>
              <a:pathLst>
                <a:path w="1520190" h="969746">
                  <a:moveTo>
                    <a:pt x="164392" y="829611"/>
                  </a:moveTo>
                  <a:cubicBezTo>
                    <a:pt x="193561" y="846359"/>
                    <a:pt x="196697" y="848158"/>
                    <a:pt x="215743" y="859089"/>
                  </a:cubicBezTo>
                  <a:lnTo>
                    <a:pt x="232907" y="868939"/>
                  </a:lnTo>
                  <a:lnTo>
                    <a:pt x="232907" y="640339"/>
                  </a:lnTo>
                  <a:lnTo>
                    <a:pt x="215743" y="630489"/>
                  </a:lnTo>
                  <a:cubicBezTo>
                    <a:pt x="196697" y="619558"/>
                    <a:pt x="193561" y="617759"/>
                    <a:pt x="164392" y="601011"/>
                  </a:cubicBezTo>
                  <a:close/>
                  <a:moveTo>
                    <a:pt x="923151" y="969554"/>
                  </a:moveTo>
                  <a:lnTo>
                    <a:pt x="923151" y="740954"/>
                  </a:lnTo>
                  <a:lnTo>
                    <a:pt x="973235" y="733590"/>
                  </a:lnTo>
                  <a:lnTo>
                    <a:pt x="1023323" y="726222"/>
                  </a:lnTo>
                  <a:lnTo>
                    <a:pt x="1023323" y="954822"/>
                  </a:lnTo>
                  <a:lnTo>
                    <a:pt x="973235" y="962190"/>
                  </a:lnTo>
                  <a:close/>
                  <a:moveTo>
                    <a:pt x="1292514" y="868302"/>
                  </a:moveTo>
                  <a:lnTo>
                    <a:pt x="1292514" y="639702"/>
                  </a:lnTo>
                  <a:lnTo>
                    <a:pt x="1360798" y="600294"/>
                  </a:lnTo>
                  <a:lnTo>
                    <a:pt x="1360798" y="828894"/>
                  </a:lnTo>
                  <a:close/>
                  <a:moveTo>
                    <a:pt x="1493415" y="683513"/>
                  </a:moveTo>
                  <a:lnTo>
                    <a:pt x="1493415" y="454913"/>
                  </a:lnTo>
                  <a:lnTo>
                    <a:pt x="1508124" y="403346"/>
                  </a:lnTo>
                  <a:lnTo>
                    <a:pt x="1508124" y="631946"/>
                  </a:lnTo>
                  <a:close/>
                  <a:moveTo>
                    <a:pt x="15887" y="632842"/>
                  </a:moveTo>
                  <a:lnTo>
                    <a:pt x="15887" y="404242"/>
                  </a:lnTo>
                  <a:cubicBezTo>
                    <a:pt x="19855" y="417853"/>
                    <a:pt x="21624" y="423931"/>
                    <a:pt x="23391" y="430001"/>
                  </a:cubicBezTo>
                  <a:lnTo>
                    <a:pt x="23396" y="430019"/>
                  </a:lnTo>
                  <a:cubicBezTo>
                    <a:pt x="25165" y="436095"/>
                    <a:pt x="26934" y="442172"/>
                    <a:pt x="30906" y="455795"/>
                  </a:cubicBezTo>
                  <a:lnTo>
                    <a:pt x="30906" y="684395"/>
                  </a:lnTo>
                  <a:cubicBezTo>
                    <a:pt x="26944" y="670807"/>
                    <a:pt x="25175" y="664727"/>
                    <a:pt x="23411" y="658667"/>
                  </a:cubicBezTo>
                  <a:lnTo>
                    <a:pt x="23396" y="658619"/>
                  </a:lnTo>
                  <a:cubicBezTo>
                    <a:pt x="21628" y="652543"/>
                    <a:pt x="19859" y="646467"/>
                    <a:pt x="15887" y="632842"/>
                  </a:cubicBezTo>
                  <a:close/>
                  <a:moveTo>
                    <a:pt x="502609" y="955133"/>
                  </a:moveTo>
                  <a:lnTo>
                    <a:pt x="527939" y="958824"/>
                  </a:lnTo>
                  <a:lnTo>
                    <a:pt x="528470" y="958901"/>
                  </a:lnTo>
                  <a:cubicBezTo>
                    <a:pt x="555675" y="962866"/>
                    <a:pt x="560564" y="963577"/>
                    <a:pt x="602870" y="969746"/>
                  </a:cubicBezTo>
                  <a:lnTo>
                    <a:pt x="602870" y="741146"/>
                  </a:lnTo>
                  <a:cubicBezTo>
                    <a:pt x="560564" y="734977"/>
                    <a:pt x="555675" y="734266"/>
                    <a:pt x="528470" y="730301"/>
                  </a:cubicBezTo>
                  <a:lnTo>
                    <a:pt x="527939" y="730224"/>
                  </a:lnTo>
                  <a:lnTo>
                    <a:pt x="502609" y="726533"/>
                  </a:lnTo>
                  <a:close/>
                  <a:moveTo>
                    <a:pt x="232907" y="868939"/>
                  </a:moveTo>
                  <a:cubicBezTo>
                    <a:pt x="225866" y="864898"/>
                    <a:pt x="220341" y="861727"/>
                    <a:pt x="215743" y="859089"/>
                  </a:cubicBezTo>
                  <a:moveTo>
                    <a:pt x="528470" y="958901"/>
                  </a:moveTo>
                  <a:cubicBezTo>
                    <a:pt x="528294" y="958875"/>
                    <a:pt x="528117" y="958850"/>
                    <a:pt x="527939" y="958824"/>
                  </a:cubicBezTo>
                  <a:cubicBezTo>
                    <a:pt x="521169" y="957837"/>
                    <a:pt x="513022" y="956650"/>
                    <a:pt x="502609" y="955133"/>
                  </a:cubicBezTo>
                  <a:moveTo>
                    <a:pt x="1023323" y="954822"/>
                  </a:moveTo>
                  <a:cubicBezTo>
                    <a:pt x="996852" y="958716"/>
                    <a:pt x="985044" y="960454"/>
                    <a:pt x="973235" y="962190"/>
                  </a:cubicBezTo>
                  <a:cubicBezTo>
                    <a:pt x="961427" y="963927"/>
                    <a:pt x="949619" y="965663"/>
                    <a:pt x="923151" y="969554"/>
                  </a:cubicBezTo>
                  <a:moveTo>
                    <a:pt x="164813" y="600697"/>
                  </a:moveTo>
                  <a:lnTo>
                    <a:pt x="164392" y="601011"/>
                  </a:lnTo>
                  <a:moveTo>
                    <a:pt x="232907" y="640339"/>
                  </a:moveTo>
                  <a:cubicBezTo>
                    <a:pt x="225866" y="636298"/>
                    <a:pt x="220341" y="633127"/>
                    <a:pt x="215743" y="630489"/>
                  </a:cubicBezTo>
                  <a:moveTo>
                    <a:pt x="528470" y="730301"/>
                  </a:moveTo>
                  <a:cubicBezTo>
                    <a:pt x="528294" y="730275"/>
                    <a:pt x="528117" y="730250"/>
                    <a:pt x="527939" y="730224"/>
                  </a:cubicBezTo>
                  <a:cubicBezTo>
                    <a:pt x="521169" y="729237"/>
                    <a:pt x="513022" y="728050"/>
                    <a:pt x="502609" y="726533"/>
                  </a:cubicBezTo>
                  <a:moveTo>
                    <a:pt x="1023015" y="719427"/>
                  </a:moveTo>
                  <a:lnTo>
                    <a:pt x="1023323" y="726222"/>
                  </a:lnTo>
                  <a:cubicBezTo>
                    <a:pt x="996852" y="730116"/>
                    <a:pt x="985044" y="731854"/>
                    <a:pt x="973235" y="733590"/>
                  </a:cubicBezTo>
                  <a:cubicBezTo>
                    <a:pt x="961427" y="735327"/>
                    <a:pt x="949619" y="737063"/>
                    <a:pt x="923151" y="740954"/>
                  </a:cubicBezTo>
                  <a:moveTo>
                    <a:pt x="429229" y="821545"/>
                  </a:moveTo>
                  <a:lnTo>
                    <a:pt x="502609" y="844997"/>
                  </a:lnTo>
                  <a:lnTo>
                    <a:pt x="502609" y="726532"/>
                  </a:lnTo>
                  <a:lnTo>
                    <a:pt x="506907" y="617771"/>
                  </a:lnTo>
                  <a:lnTo>
                    <a:pt x="429229" y="592945"/>
                  </a:lnTo>
                  <a:close/>
                  <a:moveTo>
                    <a:pt x="716605" y="876938"/>
                  </a:moveTo>
                  <a:lnTo>
                    <a:pt x="808858" y="876882"/>
                  </a:lnTo>
                  <a:lnTo>
                    <a:pt x="808858" y="648282"/>
                  </a:lnTo>
                  <a:lnTo>
                    <a:pt x="716605" y="648338"/>
                  </a:lnTo>
                  <a:close/>
                  <a:moveTo>
                    <a:pt x="1057105" y="833617"/>
                  </a:moveTo>
                  <a:lnTo>
                    <a:pt x="1023324" y="844473"/>
                  </a:lnTo>
                  <a:lnTo>
                    <a:pt x="1023324" y="726221"/>
                  </a:lnTo>
                  <a:lnTo>
                    <a:pt x="1018379" y="617463"/>
                  </a:lnTo>
                  <a:cubicBezTo>
                    <a:pt x="1035330" y="612014"/>
                    <a:pt x="1046221" y="608514"/>
                    <a:pt x="1057105" y="605017"/>
                  </a:cubicBezTo>
                  <a:lnTo>
                    <a:pt x="1057681" y="604832"/>
                  </a:lnTo>
                  <a:lnTo>
                    <a:pt x="1057955" y="604743"/>
                  </a:lnTo>
                  <a:cubicBezTo>
                    <a:pt x="1068587" y="601328"/>
                    <a:pt x="1079361" y="597865"/>
                    <a:pt x="1095913" y="592544"/>
                  </a:cubicBezTo>
                  <a:lnTo>
                    <a:pt x="1095913" y="821144"/>
                  </a:lnTo>
                  <a:cubicBezTo>
                    <a:pt x="1078920" y="826607"/>
                    <a:pt x="1068017" y="830111"/>
                    <a:pt x="1057105" y="833617"/>
                  </a:cubicBezTo>
                  <a:close/>
                  <a:moveTo>
                    <a:pt x="1023324" y="844473"/>
                  </a:moveTo>
                  <a:cubicBezTo>
                    <a:pt x="1037524" y="839909"/>
                    <a:pt x="1047318" y="836762"/>
                    <a:pt x="1057105" y="833617"/>
                  </a:cubicBezTo>
                  <a:moveTo>
                    <a:pt x="1057955" y="604743"/>
                  </a:moveTo>
                  <a:cubicBezTo>
                    <a:pt x="1057864" y="604773"/>
                    <a:pt x="1057772" y="604802"/>
                    <a:pt x="1057681" y="604832"/>
                  </a:cubicBezTo>
                  <a:cubicBezTo>
                    <a:pt x="1057490" y="604893"/>
                    <a:pt x="1057297" y="604955"/>
                    <a:pt x="1057105" y="605017"/>
                  </a:cubicBezTo>
                  <a:moveTo>
                    <a:pt x="379820" y="181517"/>
                  </a:moveTo>
                  <a:lnTo>
                    <a:pt x="365442" y="189818"/>
                  </a:lnTo>
                  <a:cubicBezTo>
                    <a:pt x="349479" y="199033"/>
                    <a:pt x="340425" y="204260"/>
                    <a:pt x="319517" y="216324"/>
                  </a:cubicBezTo>
                  <a:lnTo>
                    <a:pt x="313642" y="215843"/>
                  </a:lnTo>
                  <a:lnTo>
                    <a:pt x="313642" y="77848"/>
                  </a:lnTo>
                  <a:close/>
                  <a:moveTo>
                    <a:pt x="1301729" y="339874"/>
                  </a:moveTo>
                  <a:cubicBezTo>
                    <a:pt x="1299629" y="332671"/>
                    <a:pt x="1297681" y="325988"/>
                    <a:pt x="1294440" y="314850"/>
                  </a:cubicBezTo>
                  <a:lnTo>
                    <a:pt x="1462068" y="245267"/>
                  </a:lnTo>
                  <a:lnTo>
                    <a:pt x="1462068" y="393471"/>
                  </a:lnTo>
                  <a:lnTo>
                    <a:pt x="1307704" y="360379"/>
                  </a:lnTo>
                  <a:cubicBezTo>
                    <a:pt x="1305142" y="351583"/>
                    <a:pt x="1303388" y="345566"/>
                    <a:pt x="1301729" y="339874"/>
                  </a:cubicBezTo>
                  <a:close/>
                  <a:moveTo>
                    <a:pt x="1142860" y="181057"/>
                  </a:moveTo>
                  <a:lnTo>
                    <a:pt x="1208417" y="77310"/>
                  </a:lnTo>
                  <a:lnTo>
                    <a:pt x="1208417" y="215374"/>
                  </a:lnTo>
                  <a:lnTo>
                    <a:pt x="1203377" y="215793"/>
                  </a:lnTo>
                  <a:close/>
                  <a:moveTo>
                    <a:pt x="232911" y="868939"/>
                  </a:moveTo>
                  <a:lnTo>
                    <a:pt x="429232" y="821544"/>
                  </a:lnTo>
                  <a:lnTo>
                    <a:pt x="429232" y="592943"/>
                  </a:lnTo>
                  <a:lnTo>
                    <a:pt x="232911" y="640339"/>
                  </a:lnTo>
                  <a:close/>
                  <a:moveTo>
                    <a:pt x="271718" y="495240"/>
                  </a:moveTo>
                  <a:lnTo>
                    <a:pt x="285916" y="510687"/>
                  </a:lnTo>
                  <a:lnTo>
                    <a:pt x="164395" y="601009"/>
                  </a:lnTo>
                  <a:lnTo>
                    <a:pt x="164395" y="692450"/>
                  </a:lnTo>
                  <a:lnTo>
                    <a:pt x="30909" y="684394"/>
                  </a:lnTo>
                  <a:lnTo>
                    <a:pt x="30909" y="455794"/>
                  </a:lnTo>
                  <a:lnTo>
                    <a:pt x="247472" y="468864"/>
                  </a:lnTo>
                  <a:cubicBezTo>
                    <a:pt x="258438" y="480788"/>
                    <a:pt x="264286" y="487152"/>
                    <a:pt x="271683" y="495201"/>
                  </a:cubicBezTo>
                  <a:close/>
                  <a:moveTo>
                    <a:pt x="602873" y="969745"/>
                  </a:moveTo>
                  <a:lnTo>
                    <a:pt x="716608" y="876938"/>
                  </a:lnTo>
                  <a:lnTo>
                    <a:pt x="716608" y="648338"/>
                  </a:lnTo>
                  <a:lnTo>
                    <a:pt x="602873" y="741145"/>
                  </a:lnTo>
                  <a:close/>
                  <a:moveTo>
                    <a:pt x="808861" y="876881"/>
                  </a:moveTo>
                  <a:lnTo>
                    <a:pt x="923154" y="969552"/>
                  </a:lnTo>
                  <a:lnTo>
                    <a:pt x="923154" y="740952"/>
                  </a:lnTo>
                  <a:lnTo>
                    <a:pt x="808861" y="648281"/>
                  </a:lnTo>
                  <a:close/>
                  <a:moveTo>
                    <a:pt x="1095917" y="821143"/>
                  </a:moveTo>
                  <a:lnTo>
                    <a:pt x="1095917" y="592543"/>
                  </a:lnTo>
                  <a:lnTo>
                    <a:pt x="1292517" y="639700"/>
                  </a:lnTo>
                  <a:lnTo>
                    <a:pt x="1292517" y="868300"/>
                  </a:lnTo>
                  <a:close/>
                  <a:moveTo>
                    <a:pt x="1260202" y="486586"/>
                  </a:moveTo>
                  <a:lnTo>
                    <a:pt x="1276940" y="468240"/>
                  </a:lnTo>
                  <a:lnTo>
                    <a:pt x="1493419" y="454912"/>
                  </a:lnTo>
                  <a:lnTo>
                    <a:pt x="1493419" y="683512"/>
                  </a:lnTo>
                  <a:lnTo>
                    <a:pt x="1360801" y="691676"/>
                  </a:lnTo>
                  <a:lnTo>
                    <a:pt x="1360801" y="600292"/>
                  </a:lnTo>
                  <a:lnTo>
                    <a:pt x="1238739" y="510112"/>
                  </a:lnTo>
                  <a:cubicBezTo>
                    <a:pt x="1248321" y="499606"/>
                    <a:pt x="1253975" y="493410"/>
                    <a:pt x="1260202" y="486586"/>
                  </a:cubicBezTo>
                  <a:close/>
                  <a:moveTo>
                    <a:pt x="222560" y="338261"/>
                  </a:moveTo>
                  <a:lnTo>
                    <a:pt x="222523" y="338392"/>
                  </a:lnTo>
                  <a:cubicBezTo>
                    <a:pt x="220707" y="344749"/>
                    <a:pt x="218886" y="351131"/>
                    <a:pt x="216062" y="361034"/>
                  </a:cubicBezTo>
                  <a:lnTo>
                    <a:pt x="61012" y="394502"/>
                  </a:lnTo>
                  <a:lnTo>
                    <a:pt x="61012" y="246104"/>
                  </a:lnTo>
                  <a:lnTo>
                    <a:pt x="229058" y="315488"/>
                  </a:lnTo>
                  <a:cubicBezTo>
                    <a:pt x="226214" y="325459"/>
                    <a:pt x="224387" y="331860"/>
                    <a:pt x="222560" y="338261"/>
                  </a:cubicBezTo>
                  <a:close/>
                  <a:moveTo>
                    <a:pt x="768762" y="204815"/>
                  </a:moveTo>
                  <a:cubicBezTo>
                    <a:pt x="958138" y="204815"/>
                    <a:pt x="1111662" y="281449"/>
                    <a:pt x="1111662" y="375979"/>
                  </a:cubicBezTo>
                  <a:cubicBezTo>
                    <a:pt x="1111662" y="419908"/>
                    <a:pt x="1078507" y="459973"/>
                    <a:pt x="1024006" y="490279"/>
                  </a:cubicBezTo>
                  <a:cubicBezTo>
                    <a:pt x="961228" y="455372"/>
                    <a:pt x="870131" y="433415"/>
                    <a:pt x="768762" y="433415"/>
                  </a:cubicBezTo>
                  <a:cubicBezTo>
                    <a:pt x="667394" y="433415"/>
                    <a:pt x="576296" y="455372"/>
                    <a:pt x="513520" y="490279"/>
                  </a:cubicBezTo>
                  <a:cubicBezTo>
                    <a:pt x="459019" y="459973"/>
                    <a:pt x="425862" y="419908"/>
                    <a:pt x="425862" y="375979"/>
                  </a:cubicBezTo>
                  <a:cubicBezTo>
                    <a:pt x="425862" y="281449"/>
                    <a:pt x="579387" y="204815"/>
                    <a:pt x="768762" y="204815"/>
                  </a:cubicBezTo>
                  <a:close/>
                  <a:moveTo>
                    <a:pt x="222560" y="338261"/>
                  </a:moveTo>
                  <a:cubicBezTo>
                    <a:pt x="222547" y="338305"/>
                    <a:pt x="222535" y="338348"/>
                    <a:pt x="222523" y="338392"/>
                  </a:cubicBezTo>
                  <a:moveTo>
                    <a:pt x="285916" y="510687"/>
                  </a:moveTo>
                  <a:cubicBezTo>
                    <a:pt x="280064" y="504320"/>
                    <a:pt x="275669" y="499538"/>
                    <a:pt x="271718" y="495240"/>
                  </a:cubicBezTo>
                  <a:moveTo>
                    <a:pt x="1276940" y="468240"/>
                  </a:moveTo>
                  <a:cubicBezTo>
                    <a:pt x="1269800" y="476067"/>
                    <a:pt x="1264842" y="481501"/>
                    <a:pt x="1260202" y="486586"/>
                  </a:cubicBezTo>
                  <a:moveTo>
                    <a:pt x="773958" y="4407"/>
                  </a:moveTo>
                  <a:cubicBezTo>
                    <a:pt x="755074" y="4418"/>
                    <a:pt x="745590" y="4426"/>
                    <a:pt x="708589" y="4448"/>
                  </a:cubicBezTo>
                  <a:lnTo>
                    <a:pt x="651899" y="109486"/>
                  </a:lnTo>
                  <a:cubicBezTo>
                    <a:pt x="632510" y="112338"/>
                    <a:pt x="620070" y="114169"/>
                    <a:pt x="607625" y="115999"/>
                  </a:cubicBezTo>
                  <a:cubicBezTo>
                    <a:pt x="595203" y="117826"/>
                    <a:pt x="582776" y="119655"/>
                    <a:pt x="563425" y="122501"/>
                  </a:cubicBezTo>
                  <a:lnTo>
                    <a:pt x="401419" y="49635"/>
                  </a:lnTo>
                  <a:cubicBezTo>
                    <a:pt x="386514" y="54426"/>
                    <a:pt x="376915" y="57512"/>
                    <a:pt x="369213" y="59988"/>
                  </a:cubicBezTo>
                  <a:cubicBezTo>
                    <a:pt x="352937" y="65221"/>
                    <a:pt x="345132" y="67730"/>
                    <a:pt x="313638" y="77851"/>
                  </a:cubicBezTo>
                  <a:lnTo>
                    <a:pt x="379816" y="181519"/>
                  </a:lnTo>
                  <a:lnTo>
                    <a:pt x="365438" y="189819"/>
                  </a:lnTo>
                  <a:cubicBezTo>
                    <a:pt x="349475" y="199035"/>
                    <a:pt x="340422" y="204262"/>
                    <a:pt x="319513" y="216326"/>
                  </a:cubicBezTo>
                  <a:lnTo>
                    <a:pt x="104259" y="198695"/>
                  </a:lnTo>
                  <a:cubicBezTo>
                    <a:pt x="92827" y="211224"/>
                    <a:pt x="87730" y="216813"/>
                    <a:pt x="82631" y="222402"/>
                  </a:cubicBezTo>
                  <a:cubicBezTo>
                    <a:pt x="77535" y="227990"/>
                    <a:pt x="72438" y="233579"/>
                    <a:pt x="61008" y="246105"/>
                  </a:cubicBezTo>
                  <a:lnTo>
                    <a:pt x="229054" y="315490"/>
                  </a:lnTo>
                  <a:cubicBezTo>
                    <a:pt x="226210" y="325461"/>
                    <a:pt x="224383" y="331862"/>
                    <a:pt x="222557" y="338263"/>
                  </a:cubicBezTo>
                  <a:cubicBezTo>
                    <a:pt x="222544" y="338307"/>
                    <a:pt x="222532" y="338350"/>
                    <a:pt x="222518" y="338394"/>
                  </a:cubicBezTo>
                  <a:cubicBezTo>
                    <a:pt x="220704" y="344752"/>
                    <a:pt x="218883" y="351132"/>
                    <a:pt x="216059" y="361037"/>
                  </a:cubicBezTo>
                  <a:lnTo>
                    <a:pt x="15887" y="404243"/>
                  </a:lnTo>
                  <a:cubicBezTo>
                    <a:pt x="19855" y="417853"/>
                    <a:pt x="21624" y="423931"/>
                    <a:pt x="23391" y="430001"/>
                  </a:cubicBezTo>
                  <a:lnTo>
                    <a:pt x="23396" y="430019"/>
                  </a:lnTo>
                  <a:cubicBezTo>
                    <a:pt x="25165" y="436095"/>
                    <a:pt x="26934" y="442171"/>
                    <a:pt x="30906" y="455795"/>
                  </a:cubicBezTo>
                  <a:lnTo>
                    <a:pt x="247467" y="468865"/>
                  </a:lnTo>
                  <a:cubicBezTo>
                    <a:pt x="258433" y="480790"/>
                    <a:pt x="264283" y="487154"/>
                    <a:pt x="271680" y="495203"/>
                  </a:cubicBezTo>
                  <a:lnTo>
                    <a:pt x="271715" y="495241"/>
                  </a:lnTo>
                  <a:cubicBezTo>
                    <a:pt x="275666" y="499540"/>
                    <a:pt x="280061" y="504322"/>
                    <a:pt x="285913" y="510689"/>
                  </a:cubicBezTo>
                  <a:lnTo>
                    <a:pt x="164392" y="601010"/>
                  </a:lnTo>
                  <a:cubicBezTo>
                    <a:pt x="193561" y="617758"/>
                    <a:pt x="196697" y="619558"/>
                    <a:pt x="215743" y="630489"/>
                  </a:cubicBezTo>
                  <a:cubicBezTo>
                    <a:pt x="220341" y="633128"/>
                    <a:pt x="225866" y="636299"/>
                    <a:pt x="232907" y="640340"/>
                  </a:cubicBezTo>
                  <a:lnTo>
                    <a:pt x="429229" y="592946"/>
                  </a:lnTo>
                  <a:lnTo>
                    <a:pt x="506906" y="617771"/>
                  </a:lnTo>
                  <a:lnTo>
                    <a:pt x="502609" y="726533"/>
                  </a:lnTo>
                  <a:cubicBezTo>
                    <a:pt x="513022" y="728050"/>
                    <a:pt x="521169" y="729238"/>
                    <a:pt x="527939" y="730224"/>
                  </a:cubicBezTo>
                  <a:cubicBezTo>
                    <a:pt x="528117" y="730250"/>
                    <a:pt x="528294" y="730276"/>
                    <a:pt x="528470" y="730302"/>
                  </a:cubicBezTo>
                  <a:cubicBezTo>
                    <a:pt x="555675" y="734265"/>
                    <a:pt x="560564" y="734978"/>
                    <a:pt x="602870" y="741147"/>
                  </a:cubicBezTo>
                  <a:lnTo>
                    <a:pt x="716605" y="648339"/>
                  </a:lnTo>
                  <a:lnTo>
                    <a:pt x="808857" y="648283"/>
                  </a:lnTo>
                  <a:lnTo>
                    <a:pt x="923151" y="740955"/>
                  </a:lnTo>
                  <a:cubicBezTo>
                    <a:pt x="949619" y="737063"/>
                    <a:pt x="961427" y="735327"/>
                    <a:pt x="973235" y="733591"/>
                  </a:cubicBezTo>
                  <a:cubicBezTo>
                    <a:pt x="985044" y="731853"/>
                    <a:pt x="996852" y="730116"/>
                    <a:pt x="1023323" y="726221"/>
                  </a:cubicBezTo>
                  <a:lnTo>
                    <a:pt x="1018378" y="617464"/>
                  </a:lnTo>
                  <a:cubicBezTo>
                    <a:pt x="1035330" y="612015"/>
                    <a:pt x="1046220" y="608515"/>
                    <a:pt x="1057105" y="605018"/>
                  </a:cubicBezTo>
                  <a:cubicBezTo>
                    <a:pt x="1057297" y="604956"/>
                    <a:pt x="1057489" y="604894"/>
                    <a:pt x="1057681" y="604833"/>
                  </a:cubicBezTo>
                  <a:cubicBezTo>
                    <a:pt x="1057772" y="604803"/>
                    <a:pt x="1057864" y="604774"/>
                    <a:pt x="1057955" y="604744"/>
                  </a:cubicBezTo>
                  <a:cubicBezTo>
                    <a:pt x="1068586" y="601328"/>
                    <a:pt x="1079361" y="597866"/>
                    <a:pt x="1095913" y="592545"/>
                  </a:cubicBezTo>
                  <a:lnTo>
                    <a:pt x="1292514" y="639703"/>
                  </a:lnTo>
                  <a:lnTo>
                    <a:pt x="1360798" y="600294"/>
                  </a:lnTo>
                  <a:lnTo>
                    <a:pt x="1238736" y="510114"/>
                  </a:lnTo>
                  <a:cubicBezTo>
                    <a:pt x="1248318" y="499607"/>
                    <a:pt x="1253972" y="493411"/>
                    <a:pt x="1260199" y="486587"/>
                  </a:cubicBezTo>
                  <a:cubicBezTo>
                    <a:pt x="1264838" y="481502"/>
                    <a:pt x="1269797" y="476068"/>
                    <a:pt x="1276937" y="468241"/>
                  </a:cubicBezTo>
                  <a:lnTo>
                    <a:pt x="1493415" y="454914"/>
                  </a:lnTo>
                  <a:lnTo>
                    <a:pt x="1508124" y="403347"/>
                  </a:lnTo>
                  <a:lnTo>
                    <a:pt x="1307701" y="360380"/>
                  </a:lnTo>
                  <a:cubicBezTo>
                    <a:pt x="1305139" y="351584"/>
                    <a:pt x="1303385" y="345567"/>
                    <a:pt x="1301726" y="339876"/>
                  </a:cubicBezTo>
                  <a:cubicBezTo>
                    <a:pt x="1299625" y="332672"/>
                    <a:pt x="1297678" y="325989"/>
                    <a:pt x="1294436" y="314852"/>
                  </a:cubicBezTo>
                  <a:lnTo>
                    <a:pt x="1462065" y="245269"/>
                  </a:lnTo>
                  <a:cubicBezTo>
                    <a:pt x="1450561" y="232753"/>
                    <a:pt x="1445428" y="227171"/>
                    <a:pt x="1440296" y="221589"/>
                  </a:cubicBezTo>
                  <a:cubicBezTo>
                    <a:pt x="1435164" y="216007"/>
                    <a:pt x="1430031" y="210424"/>
                    <a:pt x="1418528" y="197909"/>
                  </a:cubicBezTo>
                  <a:lnTo>
                    <a:pt x="1203373" y="215796"/>
                  </a:lnTo>
                  <a:lnTo>
                    <a:pt x="1142856" y="181059"/>
                  </a:lnTo>
                  <a:lnTo>
                    <a:pt x="1208414" y="77312"/>
                  </a:lnTo>
                  <a:lnTo>
                    <a:pt x="1188052" y="70806"/>
                  </a:lnTo>
                  <a:cubicBezTo>
                    <a:pt x="1162093" y="62513"/>
                    <a:pt x="1158747" y="61443"/>
                    <a:pt x="1120459" y="49204"/>
                  </a:cubicBezTo>
                  <a:lnTo>
                    <a:pt x="958891" y="122268"/>
                  </a:lnTo>
                  <a:cubicBezTo>
                    <a:pt x="920585" y="116680"/>
                    <a:pt x="909373" y="115047"/>
                    <a:pt x="871737" y="109562"/>
                  </a:cubicBezTo>
                  <a:lnTo>
                    <a:pt x="870334" y="109357"/>
                  </a:lnTo>
                  <a:lnTo>
                    <a:pt x="813004" y="4384"/>
                  </a:lnTo>
                  <a:close/>
                  <a:moveTo>
                    <a:pt x="768759" y="547145"/>
                  </a:moveTo>
                  <a:cubicBezTo>
                    <a:pt x="667390" y="547145"/>
                    <a:pt x="576293" y="525187"/>
                    <a:pt x="513517" y="490280"/>
                  </a:cubicBezTo>
                  <a:cubicBezTo>
                    <a:pt x="459015" y="459976"/>
                    <a:pt x="425859" y="419911"/>
                    <a:pt x="425859" y="375980"/>
                  </a:cubicBezTo>
                  <a:cubicBezTo>
                    <a:pt x="425859" y="281450"/>
                    <a:pt x="579384" y="204816"/>
                    <a:pt x="768759" y="204816"/>
                  </a:cubicBezTo>
                  <a:cubicBezTo>
                    <a:pt x="958135" y="204816"/>
                    <a:pt x="1111659" y="281450"/>
                    <a:pt x="1111659" y="375980"/>
                  </a:cubicBezTo>
                  <a:cubicBezTo>
                    <a:pt x="1111659" y="419911"/>
                    <a:pt x="1078504" y="459976"/>
                    <a:pt x="1024002" y="490280"/>
                  </a:cubicBezTo>
                  <a:cubicBezTo>
                    <a:pt x="961225" y="525187"/>
                    <a:pt x="870128" y="547145"/>
                    <a:pt x="768759" y="547145"/>
                  </a:cubicBezTo>
                  <a:close/>
                  <a:moveTo>
                    <a:pt x="222557" y="338263"/>
                  </a:moveTo>
                  <a:lnTo>
                    <a:pt x="222518" y="338394"/>
                  </a:lnTo>
                  <a:moveTo>
                    <a:pt x="285913" y="510689"/>
                  </a:moveTo>
                  <a:lnTo>
                    <a:pt x="271715" y="495241"/>
                  </a:lnTo>
                  <a:moveTo>
                    <a:pt x="232907" y="640340"/>
                  </a:moveTo>
                  <a:lnTo>
                    <a:pt x="215743" y="630489"/>
                  </a:lnTo>
                  <a:moveTo>
                    <a:pt x="528470" y="730302"/>
                  </a:moveTo>
                  <a:lnTo>
                    <a:pt x="527939" y="730224"/>
                  </a:lnTo>
                  <a:lnTo>
                    <a:pt x="502609" y="726533"/>
                  </a:lnTo>
                  <a:moveTo>
                    <a:pt x="1023323" y="726221"/>
                  </a:moveTo>
                  <a:lnTo>
                    <a:pt x="973235" y="733591"/>
                  </a:lnTo>
                  <a:lnTo>
                    <a:pt x="923151" y="740955"/>
                  </a:lnTo>
                  <a:moveTo>
                    <a:pt x="1057955" y="604744"/>
                  </a:moveTo>
                  <a:lnTo>
                    <a:pt x="1057681" y="604833"/>
                  </a:lnTo>
                  <a:lnTo>
                    <a:pt x="1057105" y="605018"/>
                  </a:lnTo>
                  <a:moveTo>
                    <a:pt x="1360798" y="600364"/>
                  </a:moveTo>
                  <a:lnTo>
                    <a:pt x="1360798" y="600294"/>
                  </a:lnTo>
                  <a:moveTo>
                    <a:pt x="1276937" y="468241"/>
                  </a:moveTo>
                  <a:lnTo>
                    <a:pt x="1260199" y="486587"/>
                  </a:lnTo>
                  <a:moveTo>
                    <a:pt x="164782" y="829627"/>
                  </a:moveTo>
                  <a:cubicBezTo>
                    <a:pt x="191452" y="849629"/>
                    <a:pt x="194310" y="854392"/>
                    <a:pt x="216217" y="859154"/>
                  </a:cubicBezTo>
                  <a:cubicBezTo>
                    <a:pt x="221932" y="860107"/>
                    <a:pt x="227647" y="864870"/>
                    <a:pt x="233362" y="868679"/>
                  </a:cubicBezTo>
                  <a:cubicBezTo>
                    <a:pt x="230505" y="792479"/>
                    <a:pt x="220980" y="715327"/>
                    <a:pt x="233362" y="640079"/>
                  </a:cubicBezTo>
                  <a:cubicBezTo>
                    <a:pt x="226695" y="638175"/>
                    <a:pt x="220980" y="634364"/>
                    <a:pt x="216217" y="630554"/>
                  </a:cubicBezTo>
                  <a:cubicBezTo>
                    <a:pt x="197167" y="619125"/>
                    <a:pt x="191452" y="621029"/>
                    <a:pt x="164782" y="601027"/>
                  </a:cubicBezTo>
                  <a:cubicBezTo>
                    <a:pt x="169545" y="677227"/>
                    <a:pt x="165735" y="753427"/>
                    <a:pt x="164782" y="829627"/>
                  </a:cubicBezTo>
                  <a:moveTo>
                    <a:pt x="922972" y="969645"/>
                  </a:moveTo>
                  <a:cubicBezTo>
                    <a:pt x="940117" y="968692"/>
                    <a:pt x="956310" y="963929"/>
                    <a:pt x="973454" y="962025"/>
                  </a:cubicBezTo>
                  <a:cubicBezTo>
                    <a:pt x="989647" y="961072"/>
                    <a:pt x="1007745" y="961072"/>
                    <a:pt x="1022985" y="954404"/>
                  </a:cubicBezTo>
                  <a:cubicBezTo>
                    <a:pt x="1039177" y="880110"/>
                    <a:pt x="1013460" y="802004"/>
                    <a:pt x="1022985" y="725804"/>
                  </a:cubicBezTo>
                  <a:cubicBezTo>
                    <a:pt x="1006792" y="727710"/>
                    <a:pt x="990600" y="732472"/>
                    <a:pt x="973454" y="733425"/>
                  </a:cubicBezTo>
                  <a:cubicBezTo>
                    <a:pt x="956310" y="734377"/>
                    <a:pt x="939165" y="735329"/>
                    <a:pt x="922972" y="741045"/>
                  </a:cubicBezTo>
                  <a:cubicBezTo>
                    <a:pt x="908685" y="815339"/>
                    <a:pt x="923925" y="893445"/>
                    <a:pt x="922972" y="969645"/>
                  </a:cubicBezTo>
                  <a:moveTo>
                    <a:pt x="1292542" y="868679"/>
                  </a:moveTo>
                  <a:cubicBezTo>
                    <a:pt x="1316355" y="858202"/>
                    <a:pt x="1335405" y="835342"/>
                    <a:pt x="1361122" y="828675"/>
                  </a:cubicBezTo>
                  <a:cubicBezTo>
                    <a:pt x="1359217" y="752475"/>
                    <a:pt x="1371600" y="675322"/>
                    <a:pt x="1361122" y="600075"/>
                  </a:cubicBezTo>
                  <a:cubicBezTo>
                    <a:pt x="1337309" y="612457"/>
                    <a:pt x="1313497" y="623887"/>
                    <a:pt x="1292542" y="640079"/>
                  </a:cubicBezTo>
                  <a:cubicBezTo>
                    <a:pt x="1292542" y="716279"/>
                    <a:pt x="1288732" y="792479"/>
                    <a:pt x="1292542" y="868679"/>
                  </a:cubicBezTo>
                  <a:moveTo>
                    <a:pt x="1493520" y="683895"/>
                  </a:moveTo>
                  <a:cubicBezTo>
                    <a:pt x="1499234" y="666750"/>
                    <a:pt x="1497330" y="645795"/>
                    <a:pt x="1507807" y="631507"/>
                  </a:cubicBezTo>
                  <a:cubicBezTo>
                    <a:pt x="1520190" y="557212"/>
                    <a:pt x="1504950" y="479107"/>
                    <a:pt x="1507807" y="402907"/>
                  </a:cubicBezTo>
                  <a:cubicBezTo>
                    <a:pt x="1504950" y="421004"/>
                    <a:pt x="1496377" y="437197"/>
                    <a:pt x="1493520" y="455295"/>
                  </a:cubicBezTo>
                  <a:cubicBezTo>
                    <a:pt x="1498282" y="530542"/>
                    <a:pt x="1489709" y="607695"/>
                    <a:pt x="1493520" y="683895"/>
                  </a:cubicBezTo>
                  <a:moveTo>
                    <a:pt x="16192" y="632460"/>
                  </a:moveTo>
                  <a:cubicBezTo>
                    <a:pt x="20955" y="645795"/>
                    <a:pt x="20002" y="653414"/>
                    <a:pt x="23812" y="658177"/>
                  </a:cubicBezTo>
                  <a:cubicBezTo>
                    <a:pt x="26670" y="663892"/>
                    <a:pt x="21907" y="673417"/>
                    <a:pt x="30480" y="684847"/>
                  </a:cubicBezTo>
                  <a:cubicBezTo>
                    <a:pt x="47625" y="610552"/>
                    <a:pt x="35242" y="531495"/>
                    <a:pt x="30480" y="456247"/>
                  </a:cubicBezTo>
                  <a:cubicBezTo>
                    <a:pt x="22860" y="443865"/>
                    <a:pt x="22860" y="436245"/>
                    <a:pt x="23812" y="429577"/>
                  </a:cubicBezTo>
                  <a:cubicBezTo>
                    <a:pt x="23812" y="423862"/>
                    <a:pt x="18097" y="418147"/>
                    <a:pt x="16192" y="403859"/>
                  </a:cubicBezTo>
                  <a:cubicBezTo>
                    <a:pt x="5715" y="480059"/>
                    <a:pt x="0" y="558164"/>
                    <a:pt x="16192" y="632460"/>
                  </a:cubicBezTo>
                  <a:moveTo>
                    <a:pt x="502920" y="955357"/>
                  </a:moveTo>
                  <a:cubicBezTo>
                    <a:pt x="511492" y="955357"/>
                    <a:pt x="520065" y="957262"/>
                    <a:pt x="527685" y="959167"/>
                  </a:cubicBezTo>
                  <a:cubicBezTo>
                    <a:pt x="555307" y="964882"/>
                    <a:pt x="563879" y="951547"/>
                    <a:pt x="602932" y="969645"/>
                  </a:cubicBezTo>
                  <a:cubicBezTo>
                    <a:pt x="591502" y="894397"/>
                    <a:pt x="618172" y="815339"/>
                    <a:pt x="602932" y="741045"/>
                  </a:cubicBezTo>
                  <a:cubicBezTo>
                    <a:pt x="561022" y="730567"/>
                    <a:pt x="556260" y="729614"/>
                    <a:pt x="528637" y="730567"/>
                  </a:cubicBezTo>
                  <a:cubicBezTo>
                    <a:pt x="519112" y="730567"/>
                    <a:pt x="511492" y="725804"/>
                    <a:pt x="502920" y="726757"/>
                  </a:cubicBezTo>
                  <a:cubicBezTo>
                    <a:pt x="484822" y="801052"/>
                    <a:pt x="498157" y="879157"/>
                    <a:pt x="502920" y="955357"/>
                  </a:cubicBezTo>
                  <a:moveTo>
                    <a:pt x="233362" y="868679"/>
                  </a:moveTo>
                  <a:cubicBezTo>
                    <a:pt x="225742" y="864870"/>
                    <a:pt x="220027" y="862012"/>
                    <a:pt x="216217" y="859154"/>
                  </a:cubicBezTo>
                  <a:moveTo>
                    <a:pt x="527685" y="959167"/>
                  </a:moveTo>
                  <a:cubicBezTo>
                    <a:pt x="521970" y="956310"/>
                    <a:pt x="513397" y="955357"/>
                    <a:pt x="502920" y="955357"/>
                  </a:cubicBezTo>
                  <a:moveTo>
                    <a:pt x="1022985" y="954404"/>
                  </a:moveTo>
                  <a:cubicBezTo>
                    <a:pt x="998220" y="963929"/>
                    <a:pt x="984885" y="964882"/>
                    <a:pt x="973454" y="962025"/>
                  </a:cubicBezTo>
                  <a:cubicBezTo>
                    <a:pt x="962025" y="960120"/>
                    <a:pt x="949642" y="963929"/>
                    <a:pt x="922972" y="969645"/>
                  </a:cubicBezTo>
                  <a:moveTo>
                    <a:pt x="164782" y="601027"/>
                  </a:moveTo>
                  <a:moveTo>
                    <a:pt x="233362" y="640079"/>
                  </a:moveTo>
                  <a:cubicBezTo>
                    <a:pt x="224790" y="639127"/>
                    <a:pt x="220980" y="632460"/>
                    <a:pt x="216217" y="630554"/>
                  </a:cubicBezTo>
                  <a:moveTo>
                    <a:pt x="527685" y="730567"/>
                  </a:moveTo>
                  <a:cubicBezTo>
                    <a:pt x="521017" y="729614"/>
                    <a:pt x="512445" y="730567"/>
                    <a:pt x="502920" y="726757"/>
                  </a:cubicBezTo>
                  <a:moveTo>
                    <a:pt x="1022985" y="719137"/>
                  </a:moveTo>
                  <a:cubicBezTo>
                    <a:pt x="1022985" y="721995"/>
                    <a:pt x="1022985" y="723900"/>
                    <a:pt x="1022985" y="725804"/>
                  </a:cubicBezTo>
                  <a:cubicBezTo>
                    <a:pt x="997267" y="731520"/>
                    <a:pt x="984885" y="730567"/>
                    <a:pt x="973454" y="733425"/>
                  </a:cubicBezTo>
                  <a:cubicBezTo>
                    <a:pt x="962025" y="736282"/>
                    <a:pt x="949642" y="738187"/>
                    <a:pt x="922972" y="741045"/>
                  </a:cubicBezTo>
                  <a:moveTo>
                    <a:pt x="429577" y="822007"/>
                  </a:moveTo>
                  <a:cubicBezTo>
                    <a:pt x="428625" y="744854"/>
                    <a:pt x="439102" y="668654"/>
                    <a:pt x="429577" y="593407"/>
                  </a:cubicBezTo>
                  <a:cubicBezTo>
                    <a:pt x="456247" y="590550"/>
                    <a:pt x="480060" y="612457"/>
                    <a:pt x="506730" y="618172"/>
                  </a:cubicBezTo>
                  <a:cubicBezTo>
                    <a:pt x="501015" y="653414"/>
                    <a:pt x="501015" y="690562"/>
                    <a:pt x="502920" y="726757"/>
                  </a:cubicBezTo>
                  <a:cubicBezTo>
                    <a:pt x="494347" y="764857"/>
                    <a:pt x="505777" y="805814"/>
                    <a:pt x="502920" y="844867"/>
                  </a:cubicBezTo>
                  <a:cubicBezTo>
                    <a:pt x="480060" y="833437"/>
                    <a:pt x="451485" y="833437"/>
                    <a:pt x="429577" y="822007"/>
                  </a:cubicBezTo>
                  <a:moveTo>
                    <a:pt x="716279" y="877252"/>
                  </a:moveTo>
                  <a:cubicBezTo>
                    <a:pt x="747712" y="875347"/>
                    <a:pt x="778192" y="876300"/>
                    <a:pt x="808672" y="877252"/>
                  </a:cubicBezTo>
                  <a:cubicBezTo>
                    <a:pt x="799147" y="801052"/>
                    <a:pt x="822007" y="722947"/>
                    <a:pt x="808672" y="648652"/>
                  </a:cubicBezTo>
                  <a:cubicBezTo>
                    <a:pt x="778192" y="646747"/>
                    <a:pt x="744854" y="660082"/>
                    <a:pt x="716279" y="648652"/>
                  </a:cubicBezTo>
                  <a:cubicBezTo>
                    <a:pt x="718185" y="724852"/>
                    <a:pt x="711517" y="801052"/>
                    <a:pt x="716279" y="877252"/>
                  </a:cubicBezTo>
                  <a:moveTo>
                    <a:pt x="1057275" y="833437"/>
                  </a:moveTo>
                  <a:cubicBezTo>
                    <a:pt x="1067752" y="830579"/>
                    <a:pt x="1078230" y="822007"/>
                    <a:pt x="1096327" y="821054"/>
                  </a:cubicBezTo>
                  <a:cubicBezTo>
                    <a:pt x="1078230" y="746760"/>
                    <a:pt x="1086802" y="667702"/>
                    <a:pt x="1096327" y="592454"/>
                  </a:cubicBezTo>
                  <a:cubicBezTo>
                    <a:pt x="1078230" y="593407"/>
                    <a:pt x="1068705" y="601979"/>
                    <a:pt x="1058227" y="604837"/>
                  </a:cubicBezTo>
                  <a:cubicBezTo>
                    <a:pt x="1045845" y="607695"/>
                    <a:pt x="1036320" y="618172"/>
                    <a:pt x="1018222" y="617220"/>
                  </a:cubicBezTo>
                  <a:cubicBezTo>
                    <a:pt x="1013460" y="653414"/>
                    <a:pt x="1025842" y="689610"/>
                    <a:pt x="1022985" y="725804"/>
                  </a:cubicBezTo>
                  <a:cubicBezTo>
                    <a:pt x="1018222" y="765810"/>
                    <a:pt x="1027747" y="804862"/>
                    <a:pt x="1022985" y="844867"/>
                  </a:cubicBezTo>
                  <a:cubicBezTo>
                    <a:pt x="1033462" y="838200"/>
                    <a:pt x="1045845" y="837247"/>
                    <a:pt x="1057275" y="833437"/>
                  </a:cubicBezTo>
                  <a:moveTo>
                    <a:pt x="1057275" y="833437"/>
                  </a:moveTo>
                  <a:cubicBezTo>
                    <a:pt x="1047750" y="837247"/>
                    <a:pt x="1038225" y="842010"/>
                    <a:pt x="1022985" y="844867"/>
                  </a:cubicBezTo>
                  <a:moveTo>
                    <a:pt x="1057275" y="604837"/>
                  </a:moveTo>
                  <a:moveTo>
                    <a:pt x="380047" y="181927"/>
                  </a:moveTo>
                  <a:cubicBezTo>
                    <a:pt x="375285" y="184784"/>
                    <a:pt x="370522" y="187642"/>
                    <a:pt x="365760" y="189547"/>
                  </a:cubicBezTo>
                  <a:cubicBezTo>
                    <a:pt x="348615" y="198120"/>
                    <a:pt x="337185" y="200025"/>
                    <a:pt x="319087" y="216217"/>
                  </a:cubicBezTo>
                  <a:cubicBezTo>
                    <a:pt x="317182" y="216217"/>
                    <a:pt x="315277" y="215265"/>
                    <a:pt x="313372" y="216217"/>
                  </a:cubicBezTo>
                  <a:cubicBezTo>
                    <a:pt x="322897" y="170497"/>
                    <a:pt x="297180" y="120967"/>
                    <a:pt x="313372" y="78104"/>
                  </a:cubicBezTo>
                  <a:cubicBezTo>
                    <a:pt x="334327" y="113347"/>
                    <a:pt x="367665" y="142875"/>
                    <a:pt x="380047" y="181927"/>
                  </a:cubicBezTo>
                  <a:moveTo>
                    <a:pt x="1302067" y="340042"/>
                  </a:moveTo>
                  <a:cubicBezTo>
                    <a:pt x="1301115" y="332422"/>
                    <a:pt x="1293495" y="326707"/>
                    <a:pt x="1294447" y="315277"/>
                  </a:cubicBezTo>
                  <a:cubicBezTo>
                    <a:pt x="1346834" y="284797"/>
                    <a:pt x="1405890" y="268604"/>
                    <a:pt x="1462087" y="244792"/>
                  </a:cubicBezTo>
                  <a:cubicBezTo>
                    <a:pt x="1467802" y="294322"/>
                    <a:pt x="1458277" y="343852"/>
                    <a:pt x="1462087" y="393382"/>
                  </a:cubicBezTo>
                  <a:cubicBezTo>
                    <a:pt x="1409700" y="391477"/>
                    <a:pt x="1360170" y="367665"/>
                    <a:pt x="1307782" y="360045"/>
                  </a:cubicBezTo>
                  <a:cubicBezTo>
                    <a:pt x="1304925" y="351472"/>
                    <a:pt x="1302067" y="345757"/>
                    <a:pt x="1302067" y="340042"/>
                  </a:cubicBezTo>
                  <a:moveTo>
                    <a:pt x="1143000" y="180975"/>
                  </a:moveTo>
                  <a:cubicBezTo>
                    <a:pt x="1167765" y="148590"/>
                    <a:pt x="1190625" y="114300"/>
                    <a:pt x="1208722" y="77152"/>
                  </a:cubicBezTo>
                  <a:cubicBezTo>
                    <a:pt x="1193482" y="120967"/>
                    <a:pt x="1201102" y="169545"/>
                    <a:pt x="1208722" y="215265"/>
                  </a:cubicBezTo>
                  <a:cubicBezTo>
                    <a:pt x="1206817" y="215265"/>
                    <a:pt x="1204912" y="216217"/>
                    <a:pt x="1203007" y="216217"/>
                  </a:cubicBezTo>
                  <a:cubicBezTo>
                    <a:pt x="1186815" y="199072"/>
                    <a:pt x="1165859" y="186690"/>
                    <a:pt x="1143000" y="180975"/>
                  </a:cubicBezTo>
                  <a:moveTo>
                    <a:pt x="233362" y="868679"/>
                  </a:moveTo>
                  <a:cubicBezTo>
                    <a:pt x="300037" y="863917"/>
                    <a:pt x="364807" y="842010"/>
                    <a:pt x="429577" y="822007"/>
                  </a:cubicBezTo>
                  <a:cubicBezTo>
                    <a:pt x="423862" y="745807"/>
                    <a:pt x="416242" y="667702"/>
                    <a:pt x="429577" y="593407"/>
                  </a:cubicBezTo>
                  <a:cubicBezTo>
                    <a:pt x="366712" y="618172"/>
                    <a:pt x="300037" y="631507"/>
                    <a:pt x="233362" y="640079"/>
                  </a:cubicBezTo>
                  <a:cubicBezTo>
                    <a:pt x="221932" y="715327"/>
                    <a:pt x="241935" y="793432"/>
                    <a:pt x="233362" y="868679"/>
                  </a:cubicBezTo>
                  <a:moveTo>
                    <a:pt x="271462" y="495300"/>
                  </a:moveTo>
                  <a:cubicBezTo>
                    <a:pt x="275272" y="501015"/>
                    <a:pt x="281940" y="505777"/>
                    <a:pt x="285750" y="510540"/>
                  </a:cubicBezTo>
                  <a:cubicBezTo>
                    <a:pt x="252412" y="548639"/>
                    <a:pt x="208597" y="577214"/>
                    <a:pt x="164782" y="601027"/>
                  </a:cubicBezTo>
                  <a:cubicBezTo>
                    <a:pt x="162877" y="631507"/>
                    <a:pt x="166687" y="661987"/>
                    <a:pt x="164782" y="692467"/>
                  </a:cubicBezTo>
                  <a:cubicBezTo>
                    <a:pt x="120015" y="686752"/>
                    <a:pt x="75247" y="681989"/>
                    <a:pt x="30480" y="684847"/>
                  </a:cubicBezTo>
                  <a:cubicBezTo>
                    <a:pt x="31432" y="608647"/>
                    <a:pt x="27622" y="531495"/>
                    <a:pt x="30480" y="456247"/>
                  </a:cubicBezTo>
                  <a:cubicBezTo>
                    <a:pt x="102870" y="450532"/>
                    <a:pt x="178117" y="448627"/>
                    <a:pt x="247650" y="468629"/>
                  </a:cubicBezTo>
                  <a:cubicBezTo>
                    <a:pt x="256222" y="482917"/>
                    <a:pt x="267652" y="484822"/>
                    <a:pt x="271462" y="495300"/>
                  </a:cubicBezTo>
                  <a:moveTo>
                    <a:pt x="602932" y="969645"/>
                  </a:moveTo>
                  <a:cubicBezTo>
                    <a:pt x="642937" y="941070"/>
                    <a:pt x="673417" y="900112"/>
                    <a:pt x="716279" y="877252"/>
                  </a:cubicBezTo>
                  <a:cubicBezTo>
                    <a:pt x="718185" y="801052"/>
                    <a:pt x="715327" y="724852"/>
                    <a:pt x="716279" y="648652"/>
                  </a:cubicBezTo>
                  <a:cubicBezTo>
                    <a:pt x="677227" y="677227"/>
                    <a:pt x="644842" y="716279"/>
                    <a:pt x="602932" y="741045"/>
                  </a:cubicBezTo>
                  <a:cubicBezTo>
                    <a:pt x="591502" y="816292"/>
                    <a:pt x="613410" y="894397"/>
                    <a:pt x="602932" y="969645"/>
                  </a:cubicBezTo>
                  <a:moveTo>
                    <a:pt x="808672" y="877252"/>
                  </a:moveTo>
                  <a:cubicBezTo>
                    <a:pt x="845820" y="909637"/>
                    <a:pt x="888682" y="934402"/>
                    <a:pt x="922972" y="969645"/>
                  </a:cubicBezTo>
                  <a:cubicBezTo>
                    <a:pt x="918210" y="893445"/>
                    <a:pt x="933450" y="816292"/>
                    <a:pt x="922972" y="741045"/>
                  </a:cubicBezTo>
                  <a:cubicBezTo>
                    <a:pt x="885825" y="709612"/>
                    <a:pt x="852487" y="671512"/>
                    <a:pt x="808672" y="648652"/>
                  </a:cubicBezTo>
                  <a:cubicBezTo>
                    <a:pt x="811529" y="724852"/>
                    <a:pt x="810577" y="801052"/>
                    <a:pt x="808672" y="877252"/>
                  </a:cubicBezTo>
                  <a:moveTo>
                    <a:pt x="1096327" y="821054"/>
                  </a:moveTo>
                  <a:cubicBezTo>
                    <a:pt x="1161097" y="837247"/>
                    <a:pt x="1225867" y="861060"/>
                    <a:pt x="1292542" y="868679"/>
                  </a:cubicBezTo>
                  <a:cubicBezTo>
                    <a:pt x="1294447" y="792479"/>
                    <a:pt x="1286827" y="715327"/>
                    <a:pt x="1292542" y="640079"/>
                  </a:cubicBezTo>
                  <a:cubicBezTo>
                    <a:pt x="1228725" y="618172"/>
                    <a:pt x="1162050" y="603885"/>
                    <a:pt x="1096327" y="592454"/>
                  </a:cubicBezTo>
                  <a:cubicBezTo>
                    <a:pt x="1100137" y="668654"/>
                    <a:pt x="1093470" y="744854"/>
                    <a:pt x="1096327" y="821054"/>
                  </a:cubicBezTo>
                  <a:moveTo>
                    <a:pt x="1260157" y="486727"/>
                  </a:moveTo>
                  <a:cubicBezTo>
                    <a:pt x="1264920" y="480059"/>
                    <a:pt x="1270634" y="473392"/>
                    <a:pt x="1277302" y="468629"/>
                  </a:cubicBezTo>
                  <a:cubicBezTo>
                    <a:pt x="1348740" y="460057"/>
                    <a:pt x="1423987" y="473392"/>
                    <a:pt x="1493520" y="455295"/>
                  </a:cubicBezTo>
                  <a:cubicBezTo>
                    <a:pt x="1490662" y="531495"/>
                    <a:pt x="1493520" y="607695"/>
                    <a:pt x="1493520" y="683895"/>
                  </a:cubicBezTo>
                  <a:cubicBezTo>
                    <a:pt x="1450657" y="672464"/>
                    <a:pt x="1403984" y="682942"/>
                    <a:pt x="1361122" y="691514"/>
                  </a:cubicBezTo>
                  <a:cubicBezTo>
                    <a:pt x="1352550" y="661987"/>
                    <a:pt x="1360170" y="630554"/>
                    <a:pt x="1361122" y="600075"/>
                  </a:cubicBezTo>
                  <a:cubicBezTo>
                    <a:pt x="1325880" y="563879"/>
                    <a:pt x="1280159" y="539114"/>
                    <a:pt x="1239202" y="510540"/>
                  </a:cubicBezTo>
                  <a:cubicBezTo>
                    <a:pt x="1247775" y="499109"/>
                    <a:pt x="1252537" y="491490"/>
                    <a:pt x="1260157" y="486727"/>
                  </a:cubicBezTo>
                  <a:moveTo>
                    <a:pt x="222885" y="338137"/>
                  </a:moveTo>
                  <a:cubicBezTo>
                    <a:pt x="220027" y="344804"/>
                    <a:pt x="219075" y="351472"/>
                    <a:pt x="216217" y="360997"/>
                  </a:cubicBezTo>
                  <a:cubicBezTo>
                    <a:pt x="165735" y="377190"/>
                    <a:pt x="108585" y="372427"/>
                    <a:pt x="60960" y="394334"/>
                  </a:cubicBezTo>
                  <a:cubicBezTo>
                    <a:pt x="61912" y="344804"/>
                    <a:pt x="70485" y="294322"/>
                    <a:pt x="60960" y="245745"/>
                  </a:cubicBezTo>
                  <a:cubicBezTo>
                    <a:pt x="110490" y="280034"/>
                    <a:pt x="174307" y="290512"/>
                    <a:pt x="228600" y="315277"/>
                  </a:cubicBezTo>
                  <a:cubicBezTo>
                    <a:pt x="225742" y="324802"/>
                    <a:pt x="223837" y="331470"/>
                    <a:pt x="222885" y="338137"/>
                  </a:cubicBezTo>
                  <a:moveTo>
                    <a:pt x="768667" y="204787"/>
                  </a:moveTo>
                  <a:cubicBezTo>
                    <a:pt x="958215" y="215265"/>
                    <a:pt x="1080134" y="286702"/>
                    <a:pt x="1111567" y="376237"/>
                  </a:cubicBezTo>
                  <a:cubicBezTo>
                    <a:pt x="1126807" y="417195"/>
                    <a:pt x="1081087" y="465772"/>
                    <a:pt x="1023937" y="490537"/>
                  </a:cubicBezTo>
                  <a:cubicBezTo>
                    <a:pt x="971550" y="441007"/>
                    <a:pt x="868679" y="418147"/>
                    <a:pt x="768667" y="433387"/>
                  </a:cubicBezTo>
                  <a:cubicBezTo>
                    <a:pt x="668654" y="448627"/>
                    <a:pt x="581977" y="469582"/>
                    <a:pt x="513397" y="490537"/>
                  </a:cubicBezTo>
                  <a:cubicBezTo>
                    <a:pt x="463867" y="452437"/>
                    <a:pt x="421005" y="420052"/>
                    <a:pt x="425767" y="376237"/>
                  </a:cubicBezTo>
                  <a:cubicBezTo>
                    <a:pt x="435292" y="281940"/>
                    <a:pt x="580072" y="195262"/>
                    <a:pt x="768667" y="204787"/>
                  </a:cubicBezTo>
                  <a:moveTo>
                    <a:pt x="222885" y="338137"/>
                  </a:moveTo>
                  <a:moveTo>
                    <a:pt x="285750" y="510540"/>
                  </a:moveTo>
                  <a:cubicBezTo>
                    <a:pt x="279082" y="505777"/>
                    <a:pt x="276225" y="499109"/>
                    <a:pt x="271462" y="495300"/>
                  </a:cubicBezTo>
                  <a:moveTo>
                    <a:pt x="1277302" y="468629"/>
                  </a:moveTo>
                  <a:cubicBezTo>
                    <a:pt x="1268730" y="475297"/>
                    <a:pt x="1263967" y="481012"/>
                    <a:pt x="1260157" y="486727"/>
                  </a:cubicBezTo>
                  <a:moveTo>
                    <a:pt x="774382" y="4762"/>
                  </a:moveTo>
                  <a:cubicBezTo>
                    <a:pt x="755332" y="952"/>
                    <a:pt x="745807" y="3809"/>
                    <a:pt x="708660" y="4762"/>
                  </a:cubicBezTo>
                  <a:cubicBezTo>
                    <a:pt x="682942" y="34290"/>
                    <a:pt x="662940" y="71437"/>
                    <a:pt x="651510" y="109537"/>
                  </a:cubicBezTo>
                  <a:cubicBezTo>
                    <a:pt x="632460" y="113347"/>
                    <a:pt x="620077" y="116204"/>
                    <a:pt x="607695" y="116204"/>
                  </a:cubicBezTo>
                  <a:cubicBezTo>
                    <a:pt x="595312" y="116204"/>
                    <a:pt x="582929" y="122872"/>
                    <a:pt x="563879" y="122872"/>
                  </a:cubicBezTo>
                  <a:cubicBezTo>
                    <a:pt x="508635" y="100965"/>
                    <a:pt x="446722" y="87629"/>
                    <a:pt x="401002" y="49529"/>
                  </a:cubicBezTo>
                  <a:cubicBezTo>
                    <a:pt x="386715" y="54292"/>
                    <a:pt x="375285" y="55245"/>
                    <a:pt x="369570" y="60007"/>
                  </a:cubicBezTo>
                  <a:cubicBezTo>
                    <a:pt x="355282" y="70484"/>
                    <a:pt x="341947" y="60959"/>
                    <a:pt x="313372" y="78104"/>
                  </a:cubicBezTo>
                  <a:cubicBezTo>
                    <a:pt x="341947" y="107632"/>
                    <a:pt x="352425" y="151447"/>
                    <a:pt x="380047" y="181927"/>
                  </a:cubicBezTo>
                  <a:cubicBezTo>
                    <a:pt x="375285" y="183832"/>
                    <a:pt x="368617" y="185737"/>
                    <a:pt x="365760" y="189547"/>
                  </a:cubicBezTo>
                  <a:cubicBezTo>
                    <a:pt x="353377" y="203834"/>
                    <a:pt x="341947" y="208597"/>
                    <a:pt x="319087" y="216217"/>
                  </a:cubicBezTo>
                  <a:cubicBezTo>
                    <a:pt x="247650" y="213359"/>
                    <a:pt x="176212" y="202882"/>
                    <a:pt x="103822" y="199072"/>
                  </a:cubicBezTo>
                  <a:cubicBezTo>
                    <a:pt x="93345" y="211454"/>
                    <a:pt x="85725" y="215265"/>
                    <a:pt x="82867" y="221932"/>
                  </a:cubicBezTo>
                  <a:cubicBezTo>
                    <a:pt x="79057" y="229552"/>
                    <a:pt x="70485" y="232409"/>
                    <a:pt x="60960" y="245745"/>
                  </a:cubicBezTo>
                  <a:cubicBezTo>
                    <a:pt x="109537" y="281940"/>
                    <a:pt x="178117" y="282892"/>
                    <a:pt x="228600" y="315277"/>
                  </a:cubicBezTo>
                  <a:cubicBezTo>
                    <a:pt x="227647" y="325754"/>
                    <a:pt x="223837" y="331470"/>
                    <a:pt x="222885" y="338137"/>
                  </a:cubicBezTo>
                  <a:cubicBezTo>
                    <a:pt x="221932" y="344804"/>
                    <a:pt x="215265" y="350520"/>
                    <a:pt x="216217" y="360997"/>
                  </a:cubicBezTo>
                  <a:cubicBezTo>
                    <a:pt x="149542" y="375284"/>
                    <a:pt x="80010" y="381000"/>
                    <a:pt x="16192" y="403859"/>
                  </a:cubicBezTo>
                  <a:cubicBezTo>
                    <a:pt x="22860" y="417195"/>
                    <a:pt x="22860" y="423862"/>
                    <a:pt x="23812" y="429577"/>
                  </a:cubicBezTo>
                  <a:cubicBezTo>
                    <a:pt x="23812" y="436245"/>
                    <a:pt x="25717" y="442912"/>
                    <a:pt x="30480" y="456247"/>
                  </a:cubicBezTo>
                  <a:cubicBezTo>
                    <a:pt x="100965" y="474345"/>
                    <a:pt x="177165" y="450532"/>
                    <a:pt x="247650" y="468629"/>
                  </a:cubicBezTo>
                  <a:cubicBezTo>
                    <a:pt x="259080" y="480059"/>
                    <a:pt x="267652" y="484822"/>
                    <a:pt x="271462" y="495300"/>
                  </a:cubicBezTo>
                  <a:cubicBezTo>
                    <a:pt x="274320" y="501015"/>
                    <a:pt x="282892" y="502920"/>
                    <a:pt x="285750" y="510540"/>
                  </a:cubicBezTo>
                  <a:cubicBezTo>
                    <a:pt x="249555" y="545782"/>
                    <a:pt x="198120" y="563879"/>
                    <a:pt x="164782" y="601027"/>
                  </a:cubicBezTo>
                  <a:cubicBezTo>
                    <a:pt x="189547" y="623887"/>
                    <a:pt x="198120" y="617220"/>
                    <a:pt x="216217" y="630554"/>
                  </a:cubicBezTo>
                  <a:cubicBezTo>
                    <a:pt x="220027" y="633412"/>
                    <a:pt x="224790" y="637222"/>
                    <a:pt x="233362" y="640079"/>
                  </a:cubicBezTo>
                  <a:cubicBezTo>
                    <a:pt x="300037" y="635317"/>
                    <a:pt x="363855" y="609600"/>
                    <a:pt x="429577" y="593407"/>
                  </a:cubicBezTo>
                  <a:cubicBezTo>
                    <a:pt x="453390" y="605789"/>
                    <a:pt x="481965" y="607695"/>
                    <a:pt x="506730" y="618172"/>
                  </a:cubicBezTo>
                  <a:cubicBezTo>
                    <a:pt x="502920" y="653414"/>
                    <a:pt x="493395" y="691514"/>
                    <a:pt x="502920" y="726757"/>
                  </a:cubicBezTo>
                  <a:cubicBezTo>
                    <a:pt x="513397" y="726757"/>
                    <a:pt x="521017" y="730567"/>
                    <a:pt x="527685" y="730567"/>
                  </a:cubicBezTo>
                  <a:cubicBezTo>
                    <a:pt x="555307" y="726757"/>
                    <a:pt x="565785" y="720089"/>
                    <a:pt x="602932" y="741045"/>
                  </a:cubicBezTo>
                  <a:cubicBezTo>
                    <a:pt x="647700" y="721042"/>
                    <a:pt x="686752" y="686752"/>
                    <a:pt x="716279" y="648652"/>
                  </a:cubicBezTo>
                  <a:cubicBezTo>
                    <a:pt x="746760" y="644842"/>
                    <a:pt x="778192" y="653414"/>
                    <a:pt x="808672" y="648652"/>
                  </a:cubicBezTo>
                  <a:cubicBezTo>
                    <a:pt x="845820" y="681037"/>
                    <a:pt x="888682" y="706754"/>
                    <a:pt x="922972" y="741045"/>
                  </a:cubicBezTo>
                  <a:cubicBezTo>
                    <a:pt x="949642" y="739139"/>
                    <a:pt x="961072" y="732472"/>
                    <a:pt x="973454" y="733425"/>
                  </a:cubicBezTo>
                  <a:cubicBezTo>
                    <a:pt x="984885" y="734377"/>
                    <a:pt x="998220" y="734377"/>
                    <a:pt x="1022985" y="725804"/>
                  </a:cubicBezTo>
                  <a:cubicBezTo>
                    <a:pt x="1012507" y="691514"/>
                    <a:pt x="1021079" y="653414"/>
                    <a:pt x="1018222" y="617220"/>
                  </a:cubicBezTo>
                  <a:cubicBezTo>
                    <a:pt x="1035367" y="613410"/>
                    <a:pt x="1046797" y="610552"/>
                    <a:pt x="1057275" y="604837"/>
                  </a:cubicBezTo>
                  <a:cubicBezTo>
                    <a:pt x="1067752" y="600075"/>
                    <a:pt x="1081087" y="601027"/>
                    <a:pt x="1096327" y="592454"/>
                  </a:cubicBezTo>
                  <a:cubicBezTo>
                    <a:pt x="1162050" y="607695"/>
                    <a:pt x="1226820" y="625792"/>
                    <a:pt x="1292542" y="640079"/>
                  </a:cubicBezTo>
                  <a:cubicBezTo>
                    <a:pt x="1318259" y="632460"/>
                    <a:pt x="1335405" y="608647"/>
                    <a:pt x="1361122" y="600075"/>
                  </a:cubicBezTo>
                  <a:cubicBezTo>
                    <a:pt x="1318259" y="572452"/>
                    <a:pt x="1283970" y="533400"/>
                    <a:pt x="1239202" y="510540"/>
                  </a:cubicBezTo>
                  <a:cubicBezTo>
                    <a:pt x="1244917" y="497204"/>
                    <a:pt x="1252537" y="491490"/>
                    <a:pt x="1260157" y="486727"/>
                  </a:cubicBezTo>
                  <a:cubicBezTo>
                    <a:pt x="1265872" y="482917"/>
                    <a:pt x="1268730" y="475297"/>
                    <a:pt x="1277302" y="468629"/>
                  </a:cubicBezTo>
                  <a:cubicBezTo>
                    <a:pt x="1347787" y="452437"/>
                    <a:pt x="1421130" y="455295"/>
                    <a:pt x="1493520" y="455295"/>
                  </a:cubicBezTo>
                  <a:cubicBezTo>
                    <a:pt x="1500187" y="438150"/>
                    <a:pt x="1499234" y="419100"/>
                    <a:pt x="1507807" y="402907"/>
                  </a:cubicBezTo>
                  <a:cubicBezTo>
                    <a:pt x="1440180" y="397192"/>
                    <a:pt x="1370647" y="385762"/>
                    <a:pt x="1307782" y="360045"/>
                  </a:cubicBezTo>
                  <a:cubicBezTo>
                    <a:pt x="1303020" y="352425"/>
                    <a:pt x="1303020" y="345757"/>
                    <a:pt x="1302067" y="340042"/>
                  </a:cubicBezTo>
                  <a:cubicBezTo>
                    <a:pt x="1299209" y="332422"/>
                    <a:pt x="1299209" y="325754"/>
                    <a:pt x="1294447" y="315277"/>
                  </a:cubicBezTo>
                  <a:cubicBezTo>
                    <a:pt x="1351597" y="294322"/>
                    <a:pt x="1413509" y="280987"/>
                    <a:pt x="1462087" y="245745"/>
                  </a:cubicBezTo>
                  <a:cubicBezTo>
                    <a:pt x="1455420" y="229552"/>
                    <a:pt x="1446847" y="225742"/>
                    <a:pt x="1440180" y="221932"/>
                  </a:cubicBezTo>
                  <a:cubicBezTo>
                    <a:pt x="1433512" y="218122"/>
                    <a:pt x="1431607" y="209550"/>
                    <a:pt x="1418272" y="198120"/>
                  </a:cubicBezTo>
                  <a:cubicBezTo>
                    <a:pt x="1348740" y="214312"/>
                    <a:pt x="1275397" y="214312"/>
                    <a:pt x="1203007" y="216217"/>
                  </a:cubicBezTo>
                  <a:cubicBezTo>
                    <a:pt x="1183005" y="203834"/>
                    <a:pt x="1163002" y="191452"/>
                    <a:pt x="1143000" y="180975"/>
                  </a:cubicBezTo>
                  <a:cubicBezTo>
                    <a:pt x="1163002" y="145732"/>
                    <a:pt x="1192530" y="115252"/>
                    <a:pt x="1208722" y="77152"/>
                  </a:cubicBezTo>
                  <a:cubicBezTo>
                    <a:pt x="1202055" y="73342"/>
                    <a:pt x="1195387" y="72390"/>
                    <a:pt x="1187767" y="70484"/>
                  </a:cubicBezTo>
                  <a:cubicBezTo>
                    <a:pt x="1161097" y="66675"/>
                    <a:pt x="1159192" y="58102"/>
                    <a:pt x="1120140" y="49529"/>
                  </a:cubicBezTo>
                  <a:cubicBezTo>
                    <a:pt x="1064895" y="69532"/>
                    <a:pt x="1013460" y="99059"/>
                    <a:pt x="959167" y="121920"/>
                  </a:cubicBezTo>
                  <a:cubicBezTo>
                    <a:pt x="920115" y="121920"/>
                    <a:pt x="909637" y="102870"/>
                    <a:pt x="871537" y="109537"/>
                  </a:cubicBezTo>
                  <a:cubicBezTo>
                    <a:pt x="852487" y="73342"/>
                    <a:pt x="835342" y="38100"/>
                    <a:pt x="813435" y="4762"/>
                  </a:cubicBezTo>
                  <a:cubicBezTo>
                    <a:pt x="801052" y="0"/>
                    <a:pt x="786765" y="7620"/>
                    <a:pt x="774382" y="4762"/>
                  </a:cubicBezTo>
                  <a:moveTo>
                    <a:pt x="768667" y="546735"/>
                  </a:moveTo>
                  <a:cubicBezTo>
                    <a:pt x="667702" y="553402"/>
                    <a:pt x="567690" y="538162"/>
                    <a:pt x="513397" y="490537"/>
                  </a:cubicBezTo>
                  <a:cubicBezTo>
                    <a:pt x="466725" y="448627"/>
                    <a:pt x="437197" y="418147"/>
                    <a:pt x="425767" y="376237"/>
                  </a:cubicBezTo>
                  <a:cubicBezTo>
                    <a:pt x="401002" y="284797"/>
                    <a:pt x="579120" y="208597"/>
                    <a:pt x="768667" y="204787"/>
                  </a:cubicBezTo>
                  <a:cubicBezTo>
                    <a:pt x="958215" y="200977"/>
                    <a:pt x="1115377" y="281940"/>
                    <a:pt x="1111567" y="376237"/>
                  </a:cubicBezTo>
                  <a:cubicBezTo>
                    <a:pt x="1109662" y="420052"/>
                    <a:pt x="1082040" y="467677"/>
                    <a:pt x="1023937" y="490537"/>
                  </a:cubicBezTo>
                  <a:cubicBezTo>
                    <a:pt x="957262" y="516254"/>
                    <a:pt x="870585" y="549592"/>
                    <a:pt x="768667" y="546735"/>
                  </a:cubicBezTo>
                  <a:moveTo>
                    <a:pt x="222885" y="338137"/>
                  </a:moveTo>
                  <a:moveTo>
                    <a:pt x="285750" y="510540"/>
                  </a:moveTo>
                  <a:cubicBezTo>
                    <a:pt x="282892" y="503872"/>
                    <a:pt x="276225" y="500062"/>
                    <a:pt x="271462" y="495300"/>
                  </a:cubicBezTo>
                  <a:moveTo>
                    <a:pt x="233362" y="640079"/>
                  </a:moveTo>
                  <a:cubicBezTo>
                    <a:pt x="227647" y="637222"/>
                    <a:pt x="220980" y="634364"/>
                    <a:pt x="216217" y="630554"/>
                  </a:cubicBezTo>
                  <a:moveTo>
                    <a:pt x="527685" y="730567"/>
                  </a:moveTo>
                  <a:cubicBezTo>
                    <a:pt x="520065" y="728662"/>
                    <a:pt x="510540" y="728662"/>
                    <a:pt x="502920" y="726757"/>
                  </a:cubicBezTo>
                  <a:moveTo>
                    <a:pt x="1022985" y="725804"/>
                  </a:moveTo>
                  <a:cubicBezTo>
                    <a:pt x="1006792" y="729614"/>
                    <a:pt x="989647" y="732472"/>
                    <a:pt x="973454" y="733425"/>
                  </a:cubicBezTo>
                  <a:cubicBezTo>
                    <a:pt x="956310" y="734377"/>
                    <a:pt x="940117" y="740092"/>
                    <a:pt x="922972" y="741045"/>
                  </a:cubicBezTo>
                  <a:moveTo>
                    <a:pt x="1057275" y="604837"/>
                  </a:moveTo>
                  <a:moveTo>
                    <a:pt x="1361122" y="600075"/>
                  </a:moveTo>
                  <a:moveTo>
                    <a:pt x="1277302" y="468629"/>
                  </a:moveTo>
                  <a:cubicBezTo>
                    <a:pt x="1270634" y="473392"/>
                    <a:pt x="1263967" y="479107"/>
                    <a:pt x="1260157" y="486727"/>
                  </a:cubicBezTo>
                </a:path>
              </a:pathLst>
            </a:custGeom>
            <a:noFill/>
            <a:ln w="28575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838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EB9196B-3F4B-E268-066F-2F7D7F71BB5F}"/>
                </a:ext>
              </a:extLst>
            </p:cNvPr>
            <p:cNvGrpSpPr/>
            <p:nvPr/>
          </p:nvGrpSpPr>
          <p:grpSpPr>
            <a:xfrm>
              <a:off x="3262503" y="4228433"/>
              <a:ext cx="175259" cy="494347"/>
              <a:chOff x="2045374" y="4077661"/>
              <a:chExt cx="175259" cy="494347"/>
            </a:xfrm>
          </p:grpSpPr>
          <p:sp>
            <p:nvSpPr>
              <p:cNvPr id="32" name="Rounded Rectangle 11">
                <a:extLst>
                  <a:ext uri="{FF2B5EF4-FFF2-40B4-BE49-F238E27FC236}">
                    <a16:creationId xmlns:a16="http://schemas.microsoft.com/office/drawing/2014/main" id="{C570D963-0506-757D-BA1F-AC4CD331D41E}"/>
                  </a:ext>
                </a:extLst>
              </p:cNvPr>
              <p:cNvSpPr/>
              <p:nvPr/>
            </p:nvSpPr>
            <p:spPr>
              <a:xfrm>
                <a:off x="2133004" y="4084329"/>
                <a:ext cx="9525" cy="487679"/>
              </a:xfrm>
              <a:custGeom>
                <a:avLst/>
                <a:gdLst/>
                <a:ahLst/>
                <a:cxnLst/>
                <a:rect l="0" t="0" r="0" b="0"/>
                <a:pathLst>
                  <a:path w="9525" h="487679">
                    <a:moveTo>
                      <a:pt x="0" y="285"/>
                    </a:moveTo>
                    <a:lnTo>
                      <a:pt x="0" y="487679"/>
                    </a:lnTo>
                    <a:moveTo>
                      <a:pt x="0" y="487679"/>
                    </a:moveTo>
                    <a:cubicBezTo>
                      <a:pt x="6667" y="325754"/>
                      <a:pt x="952" y="162877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  <p:sp>
            <p:nvSpPr>
              <p:cNvPr id="33" name="Rounded Rectangle 12">
                <a:extLst>
                  <a:ext uri="{FF2B5EF4-FFF2-40B4-BE49-F238E27FC236}">
                    <a16:creationId xmlns:a16="http://schemas.microsoft.com/office/drawing/2014/main" id="{AC880531-99CF-59EB-5DC0-CBC91D302E3A}"/>
                  </a:ext>
                </a:extLst>
              </p:cNvPr>
              <p:cNvSpPr/>
              <p:nvPr/>
            </p:nvSpPr>
            <p:spPr>
              <a:xfrm>
                <a:off x="2045374" y="4077661"/>
                <a:ext cx="175259" cy="87629"/>
              </a:xfrm>
              <a:custGeom>
                <a:avLst/>
                <a:gdLst/>
                <a:ahLst/>
                <a:cxnLst/>
                <a:rect l="0" t="0" r="0" b="0"/>
                <a:pathLst>
                  <a:path w="175259" h="87629">
                    <a:moveTo>
                      <a:pt x="175259" y="87629"/>
                    </a:moveTo>
                    <a:lnTo>
                      <a:pt x="87629" y="0"/>
                    </a:lnTo>
                    <a:lnTo>
                      <a:pt x="0" y="87629"/>
                    </a:lnTo>
                    <a:moveTo>
                      <a:pt x="0" y="87629"/>
                    </a:moveTo>
                    <a:cubicBezTo>
                      <a:pt x="21907" y="53339"/>
                      <a:pt x="59054" y="29527"/>
                      <a:pt x="87629" y="0"/>
                    </a:cubicBezTo>
                    <a:cubicBezTo>
                      <a:pt x="117157" y="28575"/>
                      <a:pt x="151447" y="54292"/>
                      <a:pt x="175259" y="87629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15A5477-4E20-2913-49F8-64F9E23320CB}"/>
                </a:ext>
              </a:extLst>
            </p:cNvPr>
            <p:cNvGrpSpPr/>
            <p:nvPr/>
          </p:nvGrpSpPr>
          <p:grpSpPr>
            <a:xfrm>
              <a:off x="5548503" y="4171283"/>
              <a:ext cx="175259" cy="551497"/>
              <a:chOff x="4331374" y="4020511"/>
              <a:chExt cx="175259" cy="551497"/>
            </a:xfrm>
          </p:grpSpPr>
          <p:sp>
            <p:nvSpPr>
              <p:cNvPr id="30" name="Rounded Rectangle 14">
                <a:extLst>
                  <a:ext uri="{FF2B5EF4-FFF2-40B4-BE49-F238E27FC236}">
                    <a16:creationId xmlns:a16="http://schemas.microsoft.com/office/drawing/2014/main" id="{7F1D7ECC-176D-ED7B-FF92-0359DCDFDB9C}"/>
                  </a:ext>
                </a:extLst>
              </p:cNvPr>
              <p:cNvSpPr/>
              <p:nvPr/>
            </p:nvSpPr>
            <p:spPr>
              <a:xfrm>
                <a:off x="4403764" y="4027179"/>
                <a:ext cx="34290" cy="544829"/>
              </a:xfrm>
              <a:custGeom>
                <a:avLst/>
                <a:gdLst/>
                <a:ahLst/>
                <a:cxnLst/>
                <a:rect l="0" t="0" r="0" b="0"/>
                <a:pathLst>
                  <a:path w="34290" h="544829">
                    <a:moveTo>
                      <a:pt x="15240" y="285"/>
                    </a:moveTo>
                    <a:lnTo>
                      <a:pt x="15240" y="544829"/>
                    </a:lnTo>
                    <a:moveTo>
                      <a:pt x="15240" y="544829"/>
                    </a:moveTo>
                    <a:cubicBezTo>
                      <a:pt x="0" y="363854"/>
                      <a:pt x="34290" y="180975"/>
                      <a:pt x="1524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  <p:sp>
            <p:nvSpPr>
              <p:cNvPr id="31" name="Rounded Rectangle 15">
                <a:extLst>
                  <a:ext uri="{FF2B5EF4-FFF2-40B4-BE49-F238E27FC236}">
                    <a16:creationId xmlns:a16="http://schemas.microsoft.com/office/drawing/2014/main" id="{1C012A60-7FEA-BCB4-F113-92A07DF821AB}"/>
                  </a:ext>
                </a:extLst>
              </p:cNvPr>
              <p:cNvSpPr/>
              <p:nvPr/>
            </p:nvSpPr>
            <p:spPr>
              <a:xfrm>
                <a:off x="4331374" y="4020511"/>
                <a:ext cx="175259" cy="87629"/>
              </a:xfrm>
              <a:custGeom>
                <a:avLst/>
                <a:gdLst/>
                <a:ahLst/>
                <a:cxnLst/>
                <a:rect l="0" t="0" r="0" b="0"/>
                <a:pathLst>
                  <a:path w="175259" h="87629">
                    <a:moveTo>
                      <a:pt x="175259" y="87629"/>
                    </a:moveTo>
                    <a:lnTo>
                      <a:pt x="87629" y="0"/>
                    </a:lnTo>
                    <a:lnTo>
                      <a:pt x="0" y="87629"/>
                    </a:lnTo>
                    <a:moveTo>
                      <a:pt x="0" y="87629"/>
                    </a:moveTo>
                    <a:cubicBezTo>
                      <a:pt x="23812" y="53339"/>
                      <a:pt x="58102" y="28575"/>
                      <a:pt x="87629" y="0"/>
                    </a:cubicBezTo>
                    <a:cubicBezTo>
                      <a:pt x="122872" y="21907"/>
                      <a:pt x="137159" y="71437"/>
                      <a:pt x="175259" y="87629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4C20C7-43BC-4AC9-657B-4E3A753B09BD}"/>
                </a:ext>
              </a:extLst>
            </p:cNvPr>
            <p:cNvGrpSpPr/>
            <p:nvPr/>
          </p:nvGrpSpPr>
          <p:grpSpPr>
            <a:xfrm>
              <a:off x="2119503" y="2093881"/>
              <a:ext cx="175260" cy="780096"/>
              <a:chOff x="902374" y="1943109"/>
              <a:chExt cx="175260" cy="780096"/>
            </a:xfrm>
          </p:grpSpPr>
          <p:sp>
            <p:nvSpPr>
              <p:cNvPr id="28" name="Rounded Rectangle 17">
                <a:extLst>
                  <a:ext uri="{FF2B5EF4-FFF2-40B4-BE49-F238E27FC236}">
                    <a16:creationId xmlns:a16="http://schemas.microsoft.com/office/drawing/2014/main" id="{718C54B5-E5D1-B9E7-00A8-2DDCA9F6A21E}"/>
                  </a:ext>
                </a:extLst>
              </p:cNvPr>
              <p:cNvSpPr/>
              <p:nvPr/>
            </p:nvSpPr>
            <p:spPr>
              <a:xfrm>
                <a:off x="982384" y="1943109"/>
                <a:ext cx="12382" cy="773429"/>
              </a:xfrm>
              <a:custGeom>
                <a:avLst/>
                <a:gdLst/>
                <a:ahLst/>
                <a:cxnLst/>
                <a:rect l="0" t="0" r="0" b="0"/>
                <a:pathLst>
                  <a:path w="12382" h="773429">
                    <a:moveTo>
                      <a:pt x="7619" y="0"/>
                    </a:moveTo>
                    <a:lnTo>
                      <a:pt x="7619" y="773144"/>
                    </a:lnTo>
                    <a:moveTo>
                      <a:pt x="7619" y="773429"/>
                    </a:moveTo>
                    <a:cubicBezTo>
                      <a:pt x="0" y="515302"/>
                      <a:pt x="12382" y="257175"/>
                      <a:pt x="7619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  <p:sp>
            <p:nvSpPr>
              <p:cNvPr id="29" name="Rounded Rectangle 18">
                <a:extLst>
                  <a:ext uri="{FF2B5EF4-FFF2-40B4-BE49-F238E27FC236}">
                    <a16:creationId xmlns:a16="http://schemas.microsoft.com/office/drawing/2014/main" id="{D996AAA7-19E0-D38A-6AA0-430A6BF66CBE}"/>
                  </a:ext>
                </a:extLst>
              </p:cNvPr>
              <p:cNvSpPr/>
              <p:nvPr/>
            </p:nvSpPr>
            <p:spPr>
              <a:xfrm>
                <a:off x="902374" y="2635576"/>
                <a:ext cx="175260" cy="87629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87629">
                    <a:moveTo>
                      <a:pt x="0" y="0"/>
                    </a:moveTo>
                    <a:lnTo>
                      <a:pt x="87630" y="87629"/>
                    </a:lnTo>
                    <a:lnTo>
                      <a:pt x="175260" y="0"/>
                    </a:lnTo>
                    <a:moveTo>
                      <a:pt x="175260" y="0"/>
                    </a:moveTo>
                    <a:cubicBezTo>
                      <a:pt x="152400" y="34290"/>
                      <a:pt x="124777" y="69532"/>
                      <a:pt x="87630" y="87629"/>
                    </a:cubicBezTo>
                    <a:cubicBezTo>
                      <a:pt x="55244" y="61912"/>
                      <a:pt x="34290" y="22860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900DDDC-A477-3204-C28F-C78871AC5AB1}"/>
                </a:ext>
              </a:extLst>
            </p:cNvPr>
            <p:cNvGrpSpPr/>
            <p:nvPr/>
          </p:nvGrpSpPr>
          <p:grpSpPr>
            <a:xfrm>
              <a:off x="4405503" y="2093881"/>
              <a:ext cx="175259" cy="322897"/>
              <a:chOff x="3188374" y="1943109"/>
              <a:chExt cx="175259" cy="322897"/>
            </a:xfrm>
          </p:grpSpPr>
          <p:sp>
            <p:nvSpPr>
              <p:cNvPr id="26" name="Rounded Rectangle 20">
                <a:extLst>
                  <a:ext uri="{FF2B5EF4-FFF2-40B4-BE49-F238E27FC236}">
                    <a16:creationId xmlns:a16="http://schemas.microsoft.com/office/drawing/2014/main" id="{B0F448BB-C24B-C470-84BF-6215DAA5CCAC}"/>
                  </a:ext>
                </a:extLst>
              </p:cNvPr>
              <p:cNvSpPr/>
              <p:nvPr/>
            </p:nvSpPr>
            <p:spPr>
              <a:xfrm>
                <a:off x="3257907" y="1943109"/>
                <a:ext cx="23812" cy="316229"/>
              </a:xfrm>
              <a:custGeom>
                <a:avLst/>
                <a:gdLst/>
                <a:ahLst/>
                <a:cxnLst/>
                <a:rect l="0" t="0" r="0" b="0"/>
                <a:pathLst>
                  <a:path w="23812" h="316229">
                    <a:moveTo>
                      <a:pt x="18097" y="0"/>
                    </a:moveTo>
                    <a:lnTo>
                      <a:pt x="18097" y="315944"/>
                    </a:lnTo>
                    <a:moveTo>
                      <a:pt x="18097" y="316229"/>
                    </a:moveTo>
                    <a:cubicBezTo>
                      <a:pt x="23812" y="210502"/>
                      <a:pt x="0" y="103822"/>
                      <a:pt x="18097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  <p:sp>
            <p:nvSpPr>
              <p:cNvPr id="27" name="Rounded Rectangle 21">
                <a:extLst>
                  <a:ext uri="{FF2B5EF4-FFF2-40B4-BE49-F238E27FC236}">
                    <a16:creationId xmlns:a16="http://schemas.microsoft.com/office/drawing/2014/main" id="{C31D8D01-119B-1E42-1981-450A409F36F3}"/>
                  </a:ext>
                </a:extLst>
              </p:cNvPr>
              <p:cNvSpPr/>
              <p:nvPr/>
            </p:nvSpPr>
            <p:spPr>
              <a:xfrm>
                <a:off x="3188374" y="2178376"/>
                <a:ext cx="175259" cy="87630"/>
              </a:xfrm>
              <a:custGeom>
                <a:avLst/>
                <a:gdLst/>
                <a:ahLst/>
                <a:cxnLst/>
                <a:rect l="0" t="0" r="0" b="0"/>
                <a:pathLst>
                  <a:path w="175259" h="87630">
                    <a:moveTo>
                      <a:pt x="0" y="0"/>
                    </a:moveTo>
                    <a:lnTo>
                      <a:pt x="87629" y="87630"/>
                    </a:lnTo>
                    <a:lnTo>
                      <a:pt x="175259" y="0"/>
                    </a:lnTo>
                    <a:moveTo>
                      <a:pt x="175259" y="0"/>
                    </a:moveTo>
                    <a:cubicBezTo>
                      <a:pt x="146684" y="29527"/>
                      <a:pt x="120014" y="61912"/>
                      <a:pt x="87629" y="87630"/>
                    </a:cubicBezTo>
                    <a:cubicBezTo>
                      <a:pt x="69532" y="50482"/>
                      <a:pt x="24764" y="32385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5D4CA17-53EC-D5B5-9E78-C0A52D32C514}"/>
                </a:ext>
              </a:extLst>
            </p:cNvPr>
            <p:cNvGrpSpPr/>
            <p:nvPr/>
          </p:nvGrpSpPr>
          <p:grpSpPr>
            <a:xfrm>
              <a:off x="6691503" y="2093881"/>
              <a:ext cx="175260" cy="608646"/>
              <a:chOff x="5474374" y="1943109"/>
              <a:chExt cx="175260" cy="608646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4136AC8-4CB2-8B7D-7F6A-2657FADD1A93}"/>
                  </a:ext>
                </a:extLst>
              </p:cNvPr>
              <p:cNvSpPr/>
              <p:nvPr/>
            </p:nvSpPr>
            <p:spPr>
              <a:xfrm>
                <a:off x="5562004" y="1943109"/>
                <a:ext cx="19050" cy="601979"/>
              </a:xfrm>
              <a:custGeom>
                <a:avLst/>
                <a:gdLst/>
                <a:ahLst/>
                <a:cxnLst/>
                <a:rect l="0" t="0" r="0" b="0"/>
                <a:pathLst>
                  <a:path w="19050" h="601979">
                    <a:moveTo>
                      <a:pt x="0" y="0"/>
                    </a:moveTo>
                    <a:lnTo>
                      <a:pt x="0" y="601694"/>
                    </a:lnTo>
                    <a:moveTo>
                      <a:pt x="0" y="601979"/>
                    </a:moveTo>
                    <a:cubicBezTo>
                      <a:pt x="952" y="401002"/>
                      <a:pt x="19050" y="200025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1ABCAD61-792B-1E22-177F-8C26771A76AB}"/>
                  </a:ext>
                </a:extLst>
              </p:cNvPr>
              <p:cNvSpPr/>
              <p:nvPr/>
            </p:nvSpPr>
            <p:spPr>
              <a:xfrm>
                <a:off x="5474374" y="2464126"/>
                <a:ext cx="175260" cy="87629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87629">
                    <a:moveTo>
                      <a:pt x="0" y="0"/>
                    </a:moveTo>
                    <a:lnTo>
                      <a:pt x="87630" y="87629"/>
                    </a:lnTo>
                    <a:lnTo>
                      <a:pt x="175260" y="0"/>
                    </a:lnTo>
                    <a:moveTo>
                      <a:pt x="175260" y="0"/>
                    </a:moveTo>
                    <a:cubicBezTo>
                      <a:pt x="150495" y="33337"/>
                      <a:pt x="120015" y="61912"/>
                      <a:pt x="87630" y="87629"/>
                    </a:cubicBezTo>
                    <a:cubicBezTo>
                      <a:pt x="54292" y="63817"/>
                      <a:pt x="28575" y="29527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838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6A7AAC-D964-2BCD-F6E2-2969CDD76A8F}"/>
                </a:ext>
              </a:extLst>
            </p:cNvPr>
            <p:cNvSpPr txBox="1"/>
            <p:nvPr/>
          </p:nvSpPr>
          <p:spPr>
            <a:xfrm>
              <a:off x="1345356" y="1657350"/>
              <a:ext cx="1723507" cy="492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38">
                  <a:solidFill>
                    <a:srgbClr val="484848"/>
                  </a:solidFill>
                  <a:latin typeface="Shantell Sans"/>
                </a:rPr>
                <a:t>Dedicated Validation
System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F06A631-C13C-D96C-21C5-63A5B561501F}"/>
                </a:ext>
              </a:extLst>
            </p:cNvPr>
            <p:cNvSpPr txBox="1"/>
            <p:nvPr/>
          </p:nvSpPr>
          <p:spPr>
            <a:xfrm>
              <a:off x="3769105" y="1828799"/>
              <a:ext cx="1447992" cy="246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38">
                  <a:solidFill>
                    <a:srgbClr val="484848"/>
                  </a:solidFill>
                  <a:latin typeface="Shantell Sans"/>
                </a:rPr>
                <a:t>Integrate Sensors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820015-536E-FAEB-87E2-DA8B78B075F2}"/>
                </a:ext>
              </a:extLst>
            </p:cNvPr>
            <p:cNvSpPr txBox="1"/>
            <p:nvPr/>
          </p:nvSpPr>
          <p:spPr>
            <a:xfrm>
              <a:off x="6088780" y="1657350"/>
              <a:ext cx="1380643" cy="492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38">
                  <a:solidFill>
                    <a:srgbClr val="484848"/>
                  </a:solidFill>
                  <a:latin typeface="Shantell Sans"/>
                </a:rPr>
                <a:t>Controlled
Experimentation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FFD576-F256-A886-C98D-38451CC7D981}"/>
                </a:ext>
              </a:extLst>
            </p:cNvPr>
            <p:cNvSpPr txBox="1"/>
            <p:nvPr/>
          </p:nvSpPr>
          <p:spPr>
            <a:xfrm>
              <a:off x="2603143" y="4857750"/>
              <a:ext cx="1493911" cy="492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38">
                  <a:solidFill>
                    <a:srgbClr val="484848"/>
                  </a:solidFill>
                  <a:latin typeface="Shantell Sans"/>
                </a:rPr>
                <a:t>Simulate Injection
Scenarios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6B3430-2E14-B779-B546-CDB75675F4BD}"/>
                </a:ext>
              </a:extLst>
            </p:cNvPr>
            <p:cNvSpPr txBox="1"/>
            <p:nvPr/>
          </p:nvSpPr>
          <p:spPr>
            <a:xfrm>
              <a:off x="4866194" y="4857750"/>
              <a:ext cx="1539830" cy="492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38">
                  <a:solidFill>
                    <a:srgbClr val="484848"/>
                  </a:solidFill>
                  <a:latin typeface="Shantell Sans"/>
                </a:rPr>
                <a:t>Synchronized Data
Acquisition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31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52" y="875330"/>
            <a:ext cx="9150652" cy="510734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sz="942"/>
            </a:p>
          </p:txBody>
        </p:sp>
      </p:grpSp>
      <p:sp>
        <p:nvSpPr>
          <p:cNvPr id="110" name="Title"/>
          <p:cNvSpPr/>
          <p:nvPr/>
        </p:nvSpPr>
        <p:spPr>
          <a:xfrm>
            <a:off x="319209" y="1061535"/>
            <a:ext cx="4123113" cy="399011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>
              <a:lnSpc>
                <a:spcPts val="1361"/>
              </a:lnSpc>
            </a:pPr>
            <a:r>
              <a:rPr lang="en-US" sz="1152" b="1" dirty="0">
                <a:solidFill>
                  <a:srgbClr val="1B3A5C"/>
                </a:solidFill>
                <a:latin typeface="Arial"/>
              </a:rPr>
              <a:t>Molly </a:t>
            </a:r>
            <a:r>
              <a:rPr lang="en-US" sz="1152" b="1" dirty="0" err="1">
                <a:solidFill>
                  <a:srgbClr val="1B3A5C"/>
                </a:solidFill>
                <a:latin typeface="Arial"/>
              </a:rPr>
              <a:t>cCap</a:t>
            </a:r>
            <a:r>
              <a:rPr lang="en-US" sz="1152" b="1" dirty="0">
                <a:solidFill>
                  <a:srgbClr val="1B3A5C"/>
                </a:solidFill>
                <a:latin typeface="Arial"/>
              </a:rPr>
              <a:t> Broadcasting Test Equipment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441EED-A72D-530D-2ECD-05D96A81458B}"/>
              </a:ext>
            </a:extLst>
          </p:cNvPr>
          <p:cNvGrpSpPr/>
          <p:nvPr/>
        </p:nvGrpSpPr>
        <p:grpSpPr>
          <a:xfrm>
            <a:off x="222781" y="2744363"/>
            <a:ext cx="4014684" cy="2396892"/>
            <a:chOff x="1223893" y="1669043"/>
            <a:chExt cx="7851176" cy="457739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5828D13-17B5-4F1E-759B-1B59EAB3051B}"/>
                </a:ext>
              </a:extLst>
            </p:cNvPr>
            <p:cNvGrpSpPr/>
            <p:nvPr/>
          </p:nvGrpSpPr>
          <p:grpSpPr>
            <a:xfrm>
              <a:off x="1223893" y="2100377"/>
              <a:ext cx="4024716" cy="3809548"/>
              <a:chOff x="201059" y="1673732"/>
              <a:chExt cx="4024716" cy="3809548"/>
            </a:xfrm>
          </p:grpSpPr>
          <p:sp>
            <p:nvSpPr>
              <p:cNvPr id="86" name="Rounded Rectangle 1">
                <a:extLst>
                  <a:ext uri="{FF2B5EF4-FFF2-40B4-BE49-F238E27FC236}">
                    <a16:creationId xmlns:a16="http://schemas.microsoft.com/office/drawing/2014/main" id="{D78361B4-F3A8-1626-9513-99139329A34F}"/>
                  </a:ext>
                </a:extLst>
              </p:cNvPr>
              <p:cNvSpPr/>
              <p:nvPr/>
            </p:nvSpPr>
            <p:spPr>
              <a:xfrm>
                <a:off x="201059" y="1673732"/>
                <a:ext cx="3378328" cy="3440056"/>
              </a:xfrm>
              <a:custGeom>
                <a:avLst/>
                <a:gdLst/>
                <a:ahLst/>
                <a:cxnLst/>
                <a:rect l="0" t="0" r="0" b="0"/>
                <a:pathLst>
                  <a:path w="3378328" h="3440056">
                    <a:moveTo>
                      <a:pt x="3355400" y="2291901"/>
                    </a:moveTo>
                    <a:lnTo>
                      <a:pt x="3371273" y="2175498"/>
                    </a:lnTo>
                    <a:lnTo>
                      <a:pt x="3195787" y="2151689"/>
                    </a:lnTo>
                    <a:lnTo>
                      <a:pt x="3180796" y="2268091"/>
                    </a:lnTo>
                    <a:lnTo>
                      <a:pt x="3355400" y="2291901"/>
                    </a:lnTo>
                    <a:moveTo>
                      <a:pt x="2873033" y="2936526"/>
                    </a:moveTo>
                    <a:lnTo>
                      <a:pt x="2705484" y="2881852"/>
                    </a:lnTo>
                    <a:lnTo>
                      <a:pt x="2787495" y="2630528"/>
                    </a:lnTo>
                    <a:lnTo>
                      <a:pt x="2946226" y="2711657"/>
                    </a:lnTo>
                    <a:lnTo>
                      <a:pt x="2873033" y="2936526"/>
                    </a:lnTo>
                    <a:moveTo>
                      <a:pt x="2787495" y="2630528"/>
                    </a:moveTo>
                    <a:lnTo>
                      <a:pt x="2469151" y="3064393"/>
                    </a:lnTo>
                    <a:lnTo>
                      <a:pt x="2630528" y="3142876"/>
                    </a:lnTo>
                    <a:lnTo>
                      <a:pt x="2946226" y="2711657"/>
                    </a:lnTo>
                    <a:lnTo>
                      <a:pt x="2787495" y="2630528"/>
                    </a:lnTo>
                    <a:moveTo>
                      <a:pt x="2630528" y="3142876"/>
                    </a:moveTo>
                    <a:lnTo>
                      <a:pt x="2469151" y="3064393"/>
                    </a:lnTo>
                    <a:lnTo>
                      <a:pt x="2531761" y="2838642"/>
                    </a:lnTo>
                    <a:lnTo>
                      <a:pt x="2694020" y="2915362"/>
                    </a:lnTo>
                    <a:lnTo>
                      <a:pt x="2630528" y="3142876"/>
                    </a:lnTo>
                    <a:moveTo>
                      <a:pt x="2531761" y="2838642"/>
                    </a:moveTo>
                    <a:lnTo>
                      <a:pt x="2231054" y="3263688"/>
                    </a:lnTo>
                    <a:lnTo>
                      <a:pt x="2403013" y="3326299"/>
                    </a:lnTo>
                    <a:lnTo>
                      <a:pt x="2694020" y="2915362"/>
                    </a:lnTo>
                    <a:lnTo>
                      <a:pt x="2531761" y="2838642"/>
                    </a:lnTo>
                    <a:moveTo>
                      <a:pt x="2403013" y="3326299"/>
                    </a:moveTo>
                    <a:lnTo>
                      <a:pt x="2231054" y="3263688"/>
                    </a:lnTo>
                    <a:lnTo>
                      <a:pt x="2250455" y="3004428"/>
                    </a:lnTo>
                    <a:lnTo>
                      <a:pt x="2422413" y="3070566"/>
                    </a:lnTo>
                    <a:lnTo>
                      <a:pt x="2403013" y="3326299"/>
                    </a:lnTo>
                    <a:moveTo>
                      <a:pt x="2250455" y="3004428"/>
                    </a:moveTo>
                    <a:lnTo>
                      <a:pt x="1994721" y="3335999"/>
                    </a:lnTo>
                    <a:lnTo>
                      <a:pt x="2164916" y="3403901"/>
                    </a:lnTo>
                    <a:lnTo>
                      <a:pt x="2422413" y="3070566"/>
                    </a:lnTo>
                    <a:lnTo>
                      <a:pt x="2250455" y="3004428"/>
                    </a:lnTo>
                    <a:moveTo>
                      <a:pt x="2164916" y="3403901"/>
                    </a:moveTo>
                    <a:lnTo>
                      <a:pt x="1994721" y="3335999"/>
                    </a:lnTo>
                    <a:lnTo>
                      <a:pt x="2018531" y="3098784"/>
                    </a:lnTo>
                    <a:lnTo>
                      <a:pt x="2188726" y="3168450"/>
                    </a:lnTo>
                    <a:lnTo>
                      <a:pt x="2164916" y="3403901"/>
                    </a:lnTo>
                    <a:moveTo>
                      <a:pt x="2018531" y="3098784"/>
                    </a:moveTo>
                    <a:lnTo>
                      <a:pt x="1792780" y="3375682"/>
                    </a:lnTo>
                    <a:lnTo>
                      <a:pt x="1970911" y="3435647"/>
                    </a:lnTo>
                    <a:lnTo>
                      <a:pt x="2188726" y="3168450"/>
                    </a:lnTo>
                    <a:lnTo>
                      <a:pt x="2018531" y="3098784"/>
                    </a:lnTo>
                    <a:moveTo>
                      <a:pt x="1970911" y="3435647"/>
                    </a:moveTo>
                    <a:lnTo>
                      <a:pt x="1964738" y="3269861"/>
                    </a:lnTo>
                    <a:lnTo>
                      <a:pt x="1784843" y="3173741"/>
                    </a:lnTo>
                    <a:lnTo>
                      <a:pt x="1792780" y="3375682"/>
                    </a:lnTo>
                    <a:lnTo>
                      <a:pt x="1970911" y="3435647"/>
                    </a:lnTo>
                    <a:moveTo>
                      <a:pt x="1784843" y="3173741"/>
                    </a:moveTo>
                    <a:lnTo>
                      <a:pt x="1558210" y="3314835"/>
                    </a:lnTo>
                    <a:lnTo>
                      <a:pt x="1690486" y="3440056"/>
                    </a:lnTo>
                    <a:lnTo>
                      <a:pt x="1964738" y="3269861"/>
                    </a:lnTo>
                    <a:lnTo>
                      <a:pt x="1784843" y="3173741"/>
                    </a:lnTo>
                    <a:moveTo>
                      <a:pt x="1690486" y="3440056"/>
                    </a:moveTo>
                    <a:lnTo>
                      <a:pt x="1790134" y="3258397"/>
                    </a:lnTo>
                    <a:lnTo>
                      <a:pt x="1656976" y="3133176"/>
                    </a:lnTo>
                    <a:lnTo>
                      <a:pt x="1558210" y="3314835"/>
                    </a:lnTo>
                    <a:lnTo>
                      <a:pt x="1690486" y="3440056"/>
                    </a:lnTo>
                    <a:moveTo>
                      <a:pt x="1656976" y="3133176"/>
                    </a:moveTo>
                    <a:lnTo>
                      <a:pt x="1389779" y="3299844"/>
                    </a:lnTo>
                    <a:lnTo>
                      <a:pt x="1571438" y="3394201"/>
                    </a:lnTo>
                    <a:lnTo>
                      <a:pt x="1790134" y="3258397"/>
                    </a:lnTo>
                    <a:lnTo>
                      <a:pt x="1656976" y="3133176"/>
                    </a:lnTo>
                    <a:moveTo>
                      <a:pt x="1571438" y="3394201"/>
                    </a:moveTo>
                    <a:lnTo>
                      <a:pt x="1564383" y="3270743"/>
                    </a:lnTo>
                    <a:lnTo>
                      <a:pt x="1382724" y="3168450"/>
                    </a:lnTo>
                    <a:lnTo>
                      <a:pt x="1389779" y="3299844"/>
                    </a:lnTo>
                    <a:lnTo>
                      <a:pt x="1571438" y="3394201"/>
                    </a:lnTo>
                    <a:moveTo>
                      <a:pt x="1382724" y="3168450"/>
                    </a:moveTo>
                    <a:lnTo>
                      <a:pt x="1201947" y="3267216"/>
                    </a:lnTo>
                    <a:lnTo>
                      <a:pt x="1346569" y="3388910"/>
                    </a:lnTo>
                    <a:lnTo>
                      <a:pt x="1564383" y="3270743"/>
                    </a:lnTo>
                    <a:lnTo>
                      <a:pt x="1382724" y="3168450"/>
                    </a:lnTo>
                    <a:moveTo>
                      <a:pt x="1346569" y="3388910"/>
                    </a:moveTo>
                    <a:lnTo>
                      <a:pt x="1388015" y="3265452"/>
                    </a:lnTo>
                    <a:lnTo>
                      <a:pt x="1255739" y="3106721"/>
                    </a:lnTo>
                    <a:lnTo>
                      <a:pt x="1201947" y="3267216"/>
                    </a:lnTo>
                    <a:lnTo>
                      <a:pt x="1346569" y="3388910"/>
                    </a:lnTo>
                    <a:moveTo>
                      <a:pt x="1255739" y="3106721"/>
                    </a:moveTo>
                    <a:lnTo>
                      <a:pt x="1011470" y="3143758"/>
                    </a:lnTo>
                    <a:lnTo>
                      <a:pt x="1135809" y="3303371"/>
                    </a:lnTo>
                    <a:lnTo>
                      <a:pt x="1388015" y="3265452"/>
                    </a:lnTo>
                    <a:lnTo>
                      <a:pt x="1255739" y="3106721"/>
                    </a:lnTo>
                    <a:moveTo>
                      <a:pt x="1135809" y="3303371"/>
                    </a:moveTo>
                    <a:lnTo>
                      <a:pt x="1203711" y="3141113"/>
                    </a:lnTo>
                    <a:lnTo>
                      <a:pt x="1067026" y="3010600"/>
                    </a:lnTo>
                    <a:lnTo>
                      <a:pt x="1011470" y="3143758"/>
                    </a:lnTo>
                    <a:lnTo>
                      <a:pt x="1135809" y="3303371"/>
                    </a:lnTo>
                    <a:moveTo>
                      <a:pt x="1067026" y="3010600"/>
                    </a:moveTo>
                    <a:lnTo>
                      <a:pt x="841275" y="3116421"/>
                    </a:lnTo>
                    <a:lnTo>
                      <a:pt x="994715" y="3238997"/>
                    </a:lnTo>
                    <a:lnTo>
                      <a:pt x="1203711" y="3141113"/>
                    </a:lnTo>
                    <a:lnTo>
                      <a:pt x="1067026" y="3010600"/>
                    </a:lnTo>
                    <a:moveTo>
                      <a:pt x="994715" y="3238997"/>
                    </a:moveTo>
                    <a:lnTo>
                      <a:pt x="1020288" y="3120830"/>
                    </a:lnTo>
                    <a:lnTo>
                      <a:pt x="878312" y="2947990"/>
                    </a:lnTo>
                    <a:lnTo>
                      <a:pt x="841275" y="3116421"/>
                    </a:lnTo>
                    <a:lnTo>
                      <a:pt x="994715" y="3238997"/>
                    </a:lnTo>
                    <a:moveTo>
                      <a:pt x="878312" y="2947990"/>
                    </a:moveTo>
                    <a:lnTo>
                      <a:pt x="694007" y="2953281"/>
                    </a:lnTo>
                    <a:lnTo>
                      <a:pt x="843038" y="3125240"/>
                    </a:lnTo>
                    <a:lnTo>
                      <a:pt x="1020288" y="3120830"/>
                    </a:lnTo>
                    <a:lnTo>
                      <a:pt x="878312" y="2947990"/>
                    </a:lnTo>
                    <a:moveTo>
                      <a:pt x="843038" y="3125240"/>
                    </a:moveTo>
                    <a:lnTo>
                      <a:pt x="856266" y="3050283"/>
                    </a:lnTo>
                    <a:lnTo>
                      <a:pt x="712526" y="2852751"/>
                    </a:lnTo>
                    <a:lnTo>
                      <a:pt x="694007" y="2953281"/>
                    </a:lnTo>
                    <a:lnTo>
                      <a:pt x="843038" y="3125240"/>
                    </a:lnTo>
                    <a:moveTo>
                      <a:pt x="712526" y="2852751"/>
                    </a:moveTo>
                    <a:lnTo>
                      <a:pt x="506176" y="2823650"/>
                    </a:lnTo>
                    <a:lnTo>
                      <a:pt x="605823" y="3015891"/>
                    </a:lnTo>
                    <a:lnTo>
                      <a:pt x="856266" y="3050283"/>
                    </a:lnTo>
                    <a:lnTo>
                      <a:pt x="712526" y="2852751"/>
                    </a:lnTo>
                    <a:moveTo>
                      <a:pt x="605823" y="3015891"/>
                    </a:moveTo>
                    <a:lnTo>
                      <a:pt x="695771" y="2839524"/>
                    </a:lnTo>
                    <a:lnTo>
                      <a:pt x="589950" y="2659628"/>
                    </a:lnTo>
                    <a:lnTo>
                      <a:pt x="506176" y="2823650"/>
                    </a:lnTo>
                    <a:lnTo>
                      <a:pt x="605823" y="3015891"/>
                    </a:lnTo>
                    <a:moveTo>
                      <a:pt x="589950" y="2659628"/>
                    </a:moveTo>
                    <a:lnTo>
                      <a:pt x="352735" y="2652574"/>
                    </a:lnTo>
                    <a:lnTo>
                      <a:pt x="434747" y="2831587"/>
                    </a:lnTo>
                    <a:lnTo>
                      <a:pt x="695771" y="2839524"/>
                    </a:lnTo>
                    <a:lnTo>
                      <a:pt x="589950" y="2659628"/>
                    </a:lnTo>
                    <a:moveTo>
                      <a:pt x="434747" y="2831587"/>
                    </a:moveTo>
                    <a:lnTo>
                      <a:pt x="558204" y="2679029"/>
                    </a:lnTo>
                    <a:lnTo>
                      <a:pt x="467375" y="2512361"/>
                    </a:lnTo>
                    <a:lnTo>
                      <a:pt x="352735" y="2652574"/>
                    </a:lnTo>
                    <a:lnTo>
                      <a:pt x="434747" y="2831587"/>
                    </a:lnTo>
                    <a:moveTo>
                      <a:pt x="467375" y="2512361"/>
                    </a:moveTo>
                    <a:lnTo>
                      <a:pt x="248678" y="2537934"/>
                    </a:lnTo>
                    <a:lnTo>
                      <a:pt x="417992" y="2695784"/>
                    </a:lnTo>
                    <a:lnTo>
                      <a:pt x="558204" y="2679029"/>
                    </a:lnTo>
                    <a:lnTo>
                      <a:pt x="467375" y="2512361"/>
                    </a:lnTo>
                    <a:moveTo>
                      <a:pt x="417992" y="2695784"/>
                    </a:moveTo>
                    <a:lnTo>
                      <a:pt x="419755" y="2463860"/>
                    </a:lnTo>
                    <a:lnTo>
                      <a:pt x="279543" y="2291901"/>
                    </a:lnTo>
                    <a:lnTo>
                      <a:pt x="100529" y="2254864"/>
                    </a:lnTo>
                    <a:lnTo>
                      <a:pt x="236333" y="2455041"/>
                    </a:lnTo>
                    <a:lnTo>
                      <a:pt x="252206" y="2457687"/>
                    </a:lnTo>
                    <a:lnTo>
                      <a:pt x="248678" y="2537934"/>
                    </a:lnTo>
                    <a:lnTo>
                      <a:pt x="417992" y="2695784"/>
                    </a:lnTo>
                    <a:moveTo>
                      <a:pt x="236333" y="2455041"/>
                    </a:moveTo>
                    <a:lnTo>
                      <a:pt x="272488" y="2194899"/>
                    </a:lnTo>
                    <a:lnTo>
                      <a:pt x="222223" y="2054686"/>
                    </a:lnTo>
                    <a:lnTo>
                      <a:pt x="214287" y="2020294"/>
                    </a:lnTo>
                    <a:lnTo>
                      <a:pt x="259260" y="1775143"/>
                    </a:lnTo>
                    <a:lnTo>
                      <a:pt x="85538" y="1743397"/>
                    </a:lnTo>
                    <a:lnTo>
                      <a:pt x="44973" y="1964738"/>
                    </a:lnTo>
                    <a:lnTo>
                      <a:pt x="125221" y="2174616"/>
                    </a:lnTo>
                    <a:lnTo>
                      <a:pt x="119930" y="2170207"/>
                    </a:lnTo>
                    <a:lnTo>
                      <a:pt x="100529" y="2254864"/>
                    </a:lnTo>
                    <a:lnTo>
                      <a:pt x="236333" y="2455041"/>
                    </a:lnTo>
                    <a:moveTo>
                      <a:pt x="3285734" y="1702832"/>
                    </a:moveTo>
                    <a:lnTo>
                      <a:pt x="3378328" y="1539692"/>
                    </a:lnTo>
                    <a:lnTo>
                      <a:pt x="3326299" y="1309532"/>
                    </a:lnTo>
                    <a:lnTo>
                      <a:pt x="3264570" y="1262794"/>
                    </a:lnTo>
                    <a:lnTo>
                      <a:pt x="3283971" y="1216057"/>
                    </a:lnTo>
                    <a:lnTo>
                      <a:pt x="3184323" y="990306"/>
                    </a:lnTo>
                    <a:lnTo>
                      <a:pt x="3106721" y="1183428"/>
                    </a:lnTo>
                    <a:lnTo>
                      <a:pt x="3178150" y="1417116"/>
                    </a:lnTo>
                    <a:lnTo>
                      <a:pt x="3230179" y="1452390"/>
                    </a:lnTo>
                    <a:lnTo>
                      <a:pt x="3134940" y="1612884"/>
                    </a:lnTo>
                    <a:lnTo>
                      <a:pt x="3285734" y="1702832"/>
                    </a:lnTo>
                    <a:moveTo>
                      <a:pt x="3184323" y="990306"/>
                    </a:moveTo>
                    <a:lnTo>
                      <a:pt x="3154340" y="978842"/>
                    </a:lnTo>
                    <a:lnTo>
                      <a:pt x="3196669" y="823638"/>
                    </a:lnTo>
                    <a:lnTo>
                      <a:pt x="3027355" y="776900"/>
                    </a:lnTo>
                    <a:lnTo>
                      <a:pt x="2985909" y="925049"/>
                    </a:lnTo>
                    <a:lnTo>
                      <a:pt x="3098784" y="1146391"/>
                    </a:lnTo>
                    <a:lnTo>
                      <a:pt x="3283971" y="1216057"/>
                    </a:lnTo>
                    <a:lnTo>
                      <a:pt x="3184323" y="990306"/>
                    </a:lnTo>
                    <a:moveTo>
                      <a:pt x="2729294" y="528222"/>
                    </a:moveTo>
                    <a:lnTo>
                      <a:pt x="2751340" y="394182"/>
                    </a:lnTo>
                    <a:lnTo>
                      <a:pt x="2593490" y="267197"/>
                    </a:lnTo>
                    <a:lnTo>
                      <a:pt x="2555571" y="500003"/>
                    </a:lnTo>
                    <a:lnTo>
                      <a:pt x="2729294" y="528222"/>
                    </a:lnTo>
                    <a:moveTo>
                      <a:pt x="2593490" y="267197"/>
                    </a:moveTo>
                    <a:lnTo>
                      <a:pt x="2337757" y="369490"/>
                    </a:lnTo>
                    <a:lnTo>
                      <a:pt x="2481497" y="501766"/>
                    </a:lnTo>
                    <a:lnTo>
                      <a:pt x="2751340" y="394182"/>
                    </a:lnTo>
                    <a:lnTo>
                      <a:pt x="2593490" y="267197"/>
                    </a:lnTo>
                    <a:moveTo>
                      <a:pt x="2481497" y="501766"/>
                    </a:moveTo>
                    <a:lnTo>
                      <a:pt x="2553807" y="267197"/>
                    </a:lnTo>
                    <a:lnTo>
                      <a:pt x="2403895" y="156085"/>
                    </a:lnTo>
                    <a:lnTo>
                      <a:pt x="2337757" y="369490"/>
                    </a:lnTo>
                    <a:lnTo>
                      <a:pt x="2481497" y="501766"/>
                    </a:lnTo>
                    <a:moveTo>
                      <a:pt x="2403895" y="156085"/>
                    </a:moveTo>
                    <a:lnTo>
                      <a:pt x="2183435" y="305116"/>
                    </a:lnTo>
                    <a:lnTo>
                      <a:pt x="2324529" y="422401"/>
                    </a:lnTo>
                    <a:lnTo>
                      <a:pt x="2553807" y="267197"/>
                    </a:lnTo>
                    <a:lnTo>
                      <a:pt x="2403895" y="156085"/>
                    </a:lnTo>
                    <a:moveTo>
                      <a:pt x="2324529" y="422401"/>
                    </a:moveTo>
                    <a:lnTo>
                      <a:pt x="2394194" y="266315"/>
                    </a:lnTo>
                    <a:lnTo>
                      <a:pt x="2268973" y="113757"/>
                    </a:lnTo>
                    <a:lnTo>
                      <a:pt x="2183435" y="305116"/>
                    </a:lnTo>
                    <a:lnTo>
                      <a:pt x="2324529" y="422401"/>
                    </a:lnTo>
                    <a:moveTo>
                      <a:pt x="2268973" y="113757"/>
                    </a:moveTo>
                    <a:lnTo>
                      <a:pt x="2045868" y="164022"/>
                    </a:lnTo>
                    <a:lnTo>
                      <a:pt x="2179907" y="314816"/>
                    </a:lnTo>
                    <a:lnTo>
                      <a:pt x="2394194" y="266315"/>
                    </a:lnTo>
                    <a:lnTo>
                      <a:pt x="2268973" y="113757"/>
                    </a:lnTo>
                    <a:moveTo>
                      <a:pt x="2179907" y="314816"/>
                    </a:moveTo>
                    <a:lnTo>
                      <a:pt x="2223999" y="191359"/>
                    </a:lnTo>
                    <a:lnTo>
                      <a:pt x="2084669" y="53792"/>
                    </a:lnTo>
                    <a:lnTo>
                      <a:pt x="2045868" y="164022"/>
                    </a:lnTo>
                    <a:lnTo>
                      <a:pt x="2179907" y="314816"/>
                    </a:lnTo>
                    <a:moveTo>
                      <a:pt x="2084669" y="53792"/>
                    </a:moveTo>
                    <a:lnTo>
                      <a:pt x="1790134" y="160494"/>
                    </a:lnTo>
                    <a:lnTo>
                      <a:pt x="1904773" y="306880"/>
                    </a:lnTo>
                    <a:lnTo>
                      <a:pt x="2223999" y="191359"/>
                    </a:lnTo>
                    <a:lnTo>
                      <a:pt x="2084669" y="53792"/>
                    </a:lnTo>
                    <a:moveTo>
                      <a:pt x="1904773" y="306880"/>
                    </a:moveTo>
                    <a:lnTo>
                      <a:pt x="2020294" y="133157"/>
                    </a:lnTo>
                    <a:lnTo>
                      <a:pt x="1896837" y="0"/>
                    </a:lnTo>
                    <a:lnTo>
                      <a:pt x="1790134" y="160494"/>
                    </a:lnTo>
                    <a:lnTo>
                      <a:pt x="1904773" y="306880"/>
                    </a:lnTo>
                    <a:moveTo>
                      <a:pt x="1896837" y="0"/>
                    </a:moveTo>
                    <a:lnTo>
                      <a:pt x="1613766" y="161376"/>
                    </a:lnTo>
                    <a:lnTo>
                      <a:pt x="1736342" y="295416"/>
                    </a:lnTo>
                    <a:lnTo>
                      <a:pt x="2020294" y="133157"/>
                    </a:lnTo>
                    <a:lnTo>
                      <a:pt x="1896837" y="0"/>
                    </a:lnTo>
                    <a:moveTo>
                      <a:pt x="1736342" y="295416"/>
                    </a:moveTo>
                    <a:lnTo>
                      <a:pt x="1613766" y="161376"/>
                    </a:lnTo>
                    <a:lnTo>
                      <a:pt x="1722233" y="5291"/>
                    </a:lnTo>
                    <a:lnTo>
                      <a:pt x="1845690" y="136685"/>
                    </a:lnTo>
                    <a:lnTo>
                      <a:pt x="1736342" y="295416"/>
                    </a:lnTo>
                    <a:moveTo>
                      <a:pt x="1722233" y="5291"/>
                    </a:moveTo>
                    <a:lnTo>
                      <a:pt x="1395070" y="200177"/>
                    </a:lnTo>
                    <a:lnTo>
                      <a:pt x="1542337" y="317462"/>
                    </a:lnTo>
                    <a:lnTo>
                      <a:pt x="1845690" y="136685"/>
                    </a:lnTo>
                    <a:lnTo>
                      <a:pt x="1722233" y="5291"/>
                    </a:lnTo>
                    <a:moveTo>
                      <a:pt x="1542337" y="317462"/>
                    </a:moveTo>
                    <a:lnTo>
                      <a:pt x="1395070" y="200177"/>
                    </a:lnTo>
                    <a:lnTo>
                      <a:pt x="1451508" y="25573"/>
                    </a:lnTo>
                    <a:lnTo>
                      <a:pt x="1600539" y="136685"/>
                    </a:lnTo>
                    <a:lnTo>
                      <a:pt x="1542337" y="317462"/>
                    </a:lnTo>
                    <a:moveTo>
                      <a:pt x="1451508" y="25573"/>
                    </a:moveTo>
                    <a:lnTo>
                      <a:pt x="1186956" y="208114"/>
                    </a:lnTo>
                    <a:lnTo>
                      <a:pt x="1335105" y="320107"/>
                    </a:lnTo>
                    <a:lnTo>
                      <a:pt x="1600539" y="136685"/>
                    </a:lnTo>
                    <a:lnTo>
                      <a:pt x="1451508" y="25573"/>
                    </a:lnTo>
                    <a:moveTo>
                      <a:pt x="1335105" y="320107"/>
                    </a:moveTo>
                    <a:lnTo>
                      <a:pt x="1186956" y="208114"/>
                    </a:lnTo>
                    <a:lnTo>
                      <a:pt x="1240748" y="48501"/>
                    </a:lnTo>
                    <a:lnTo>
                      <a:pt x="1395952" y="140212"/>
                    </a:lnTo>
                    <a:lnTo>
                      <a:pt x="1335105" y="320107"/>
                    </a:lnTo>
                    <a:moveTo>
                      <a:pt x="1240748" y="48501"/>
                    </a:moveTo>
                    <a:lnTo>
                      <a:pt x="977078" y="336862"/>
                    </a:lnTo>
                    <a:lnTo>
                      <a:pt x="1149037" y="410055"/>
                    </a:lnTo>
                    <a:lnTo>
                      <a:pt x="1395952" y="140212"/>
                    </a:lnTo>
                    <a:lnTo>
                      <a:pt x="1240748" y="48501"/>
                    </a:lnTo>
                    <a:moveTo>
                      <a:pt x="1149037" y="410055"/>
                    </a:moveTo>
                    <a:lnTo>
                      <a:pt x="977078" y="336862"/>
                    </a:lnTo>
                    <a:lnTo>
                      <a:pt x="988542" y="134921"/>
                    </a:lnTo>
                    <a:lnTo>
                      <a:pt x="1161382" y="198413"/>
                    </a:lnTo>
                    <a:lnTo>
                      <a:pt x="1149037" y="410055"/>
                    </a:lnTo>
                    <a:moveTo>
                      <a:pt x="988542" y="134921"/>
                    </a:moveTo>
                    <a:lnTo>
                      <a:pt x="725754" y="483248"/>
                    </a:lnTo>
                    <a:lnTo>
                      <a:pt x="879194" y="573195"/>
                    </a:lnTo>
                    <a:lnTo>
                      <a:pt x="1161382" y="198413"/>
                    </a:lnTo>
                    <a:lnTo>
                      <a:pt x="988542" y="134921"/>
                    </a:lnTo>
                    <a:moveTo>
                      <a:pt x="879194" y="573195"/>
                    </a:moveTo>
                    <a:lnTo>
                      <a:pt x="725754" y="483248"/>
                    </a:lnTo>
                    <a:lnTo>
                      <a:pt x="817465" y="276897"/>
                    </a:lnTo>
                    <a:lnTo>
                      <a:pt x="967378" y="373900"/>
                    </a:lnTo>
                    <a:lnTo>
                      <a:pt x="879194" y="573195"/>
                    </a:lnTo>
                    <a:moveTo>
                      <a:pt x="817465" y="276897"/>
                    </a:moveTo>
                    <a:lnTo>
                      <a:pt x="410937" y="731045"/>
                    </a:lnTo>
                    <a:lnTo>
                      <a:pt x="568786" y="818347"/>
                    </a:lnTo>
                    <a:lnTo>
                      <a:pt x="967378" y="373900"/>
                    </a:lnTo>
                    <a:lnTo>
                      <a:pt x="817465" y="276897"/>
                    </a:lnTo>
                    <a:moveTo>
                      <a:pt x="568786" y="818347"/>
                    </a:moveTo>
                    <a:lnTo>
                      <a:pt x="410937" y="731045"/>
                    </a:lnTo>
                    <a:lnTo>
                      <a:pt x="495593" y="438274"/>
                    </a:lnTo>
                    <a:lnTo>
                      <a:pt x="664907" y="487657"/>
                    </a:lnTo>
                    <a:lnTo>
                      <a:pt x="568786" y="818347"/>
                    </a:lnTo>
                    <a:moveTo>
                      <a:pt x="158731" y="1440926"/>
                    </a:moveTo>
                    <a:lnTo>
                      <a:pt x="332453" y="1077608"/>
                    </a:lnTo>
                    <a:lnTo>
                      <a:pt x="172840" y="1001769"/>
                    </a:lnTo>
                    <a:lnTo>
                      <a:pt x="0" y="1365087"/>
                    </a:lnTo>
                    <a:lnTo>
                      <a:pt x="158731" y="1440926"/>
                    </a:lnTo>
                  </a:path>
                </a:pathLst>
              </a:custGeom>
              <a:solidFill>
                <a:srgbClr val="FFF8B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87" name="Rounded Rectangle 2">
                <a:extLst>
                  <a:ext uri="{FF2B5EF4-FFF2-40B4-BE49-F238E27FC236}">
                    <a16:creationId xmlns:a16="http://schemas.microsoft.com/office/drawing/2014/main" id="{CBC335C7-F55E-B46F-70D4-DD393581D672}"/>
                  </a:ext>
                </a:extLst>
              </p:cNvPr>
              <p:cNvSpPr/>
              <p:nvPr/>
            </p:nvSpPr>
            <p:spPr>
              <a:xfrm>
                <a:off x="3534413" y="4889802"/>
                <a:ext cx="691362" cy="593478"/>
              </a:xfrm>
              <a:custGeom>
                <a:avLst/>
                <a:gdLst/>
                <a:ahLst/>
                <a:cxnLst/>
                <a:rect l="0" t="0" r="0" b="0"/>
                <a:pathLst>
                  <a:path w="691362" h="593478">
                    <a:moveTo>
                      <a:pt x="78483" y="544095"/>
                    </a:moveTo>
                    <a:lnTo>
                      <a:pt x="188713" y="406528"/>
                    </a:lnTo>
                    <a:lnTo>
                      <a:pt x="269842" y="471784"/>
                    </a:lnTo>
                    <a:lnTo>
                      <a:pt x="119048" y="576723"/>
                    </a:lnTo>
                    <a:lnTo>
                      <a:pt x="78483" y="544095"/>
                    </a:lnTo>
                    <a:moveTo>
                      <a:pt x="269842" y="471784"/>
                    </a:moveTo>
                    <a:lnTo>
                      <a:pt x="119048" y="576723"/>
                    </a:lnTo>
                    <a:lnTo>
                      <a:pt x="0" y="211641"/>
                    </a:lnTo>
                    <a:lnTo>
                      <a:pt x="151676" y="108466"/>
                    </a:lnTo>
                    <a:lnTo>
                      <a:pt x="269842" y="471784"/>
                    </a:lnTo>
                    <a:moveTo>
                      <a:pt x="0" y="211641"/>
                    </a:moveTo>
                    <a:lnTo>
                      <a:pt x="457674" y="593478"/>
                    </a:lnTo>
                    <a:lnTo>
                      <a:pt x="588187" y="472666"/>
                    </a:lnTo>
                    <a:lnTo>
                      <a:pt x="151676" y="108466"/>
                    </a:lnTo>
                    <a:lnTo>
                      <a:pt x="0" y="211641"/>
                    </a:lnTo>
                    <a:moveTo>
                      <a:pt x="588187" y="472666"/>
                    </a:moveTo>
                    <a:lnTo>
                      <a:pt x="261024" y="12345"/>
                    </a:lnTo>
                    <a:lnTo>
                      <a:pt x="130512" y="133157"/>
                    </a:lnTo>
                    <a:lnTo>
                      <a:pt x="457674" y="593478"/>
                    </a:lnTo>
                    <a:lnTo>
                      <a:pt x="588187" y="472666"/>
                    </a:lnTo>
                    <a:moveTo>
                      <a:pt x="130512" y="133157"/>
                    </a:moveTo>
                    <a:lnTo>
                      <a:pt x="538804" y="474429"/>
                    </a:lnTo>
                    <a:lnTo>
                      <a:pt x="691362" y="372136"/>
                    </a:lnTo>
                    <a:lnTo>
                      <a:pt x="261024" y="12345"/>
                    </a:lnTo>
                    <a:lnTo>
                      <a:pt x="130512" y="133157"/>
                    </a:lnTo>
                    <a:moveTo>
                      <a:pt x="691362" y="372136"/>
                    </a:moveTo>
                    <a:lnTo>
                      <a:pt x="572314" y="0"/>
                    </a:lnTo>
                    <a:lnTo>
                      <a:pt x="417992" y="98766"/>
                    </a:lnTo>
                    <a:lnTo>
                      <a:pt x="538804" y="474429"/>
                    </a:lnTo>
                    <a:lnTo>
                      <a:pt x="691362" y="372136"/>
                    </a:lnTo>
                    <a:moveTo>
                      <a:pt x="417992" y="98766"/>
                    </a:moveTo>
                    <a:lnTo>
                      <a:pt x="572314" y="0"/>
                    </a:lnTo>
                    <a:lnTo>
                      <a:pt x="665789" y="85538"/>
                    </a:lnTo>
                    <a:lnTo>
                      <a:pt x="546740" y="216050"/>
                    </a:lnTo>
                    <a:lnTo>
                      <a:pt x="417992" y="98766"/>
                    </a:lnTo>
                  </a:path>
                </a:pathLst>
              </a:custGeom>
              <a:solidFill>
                <a:srgbClr val="FFF8B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D398A35-C41F-5623-B587-149B5C719F42}"/>
                </a:ext>
              </a:extLst>
            </p:cNvPr>
            <p:cNvGrpSpPr/>
            <p:nvPr/>
          </p:nvGrpSpPr>
          <p:grpSpPr>
            <a:xfrm>
              <a:off x="1236239" y="2120659"/>
              <a:ext cx="4061754" cy="3853639"/>
              <a:chOff x="213405" y="1694014"/>
              <a:chExt cx="4061754" cy="3853639"/>
            </a:xfrm>
          </p:grpSpPr>
          <p:sp>
            <p:nvSpPr>
              <p:cNvPr id="84" name="Rounded Rectangle 4">
                <a:extLst>
                  <a:ext uri="{FF2B5EF4-FFF2-40B4-BE49-F238E27FC236}">
                    <a16:creationId xmlns:a16="http://schemas.microsoft.com/office/drawing/2014/main" id="{D031E7EA-1195-975D-E2CD-0FED49FCCEEB}"/>
                  </a:ext>
                </a:extLst>
              </p:cNvPr>
              <p:cNvSpPr/>
              <p:nvPr/>
            </p:nvSpPr>
            <p:spPr>
              <a:xfrm>
                <a:off x="213405" y="1694014"/>
                <a:ext cx="3395964" cy="3377446"/>
              </a:xfrm>
              <a:custGeom>
                <a:avLst/>
                <a:gdLst/>
                <a:ahLst/>
                <a:cxnLst/>
                <a:rect l="0" t="0" r="0" b="0"/>
                <a:pathLst>
                  <a:path w="3395964" h="3377446">
                    <a:moveTo>
                      <a:pt x="2745401" y="378427"/>
                    </a:moveTo>
                    <a:lnTo>
                      <a:pt x="2772908" y="587454"/>
                    </a:lnTo>
                    <a:lnTo>
                      <a:pt x="2724502" y="630434"/>
                    </a:lnTo>
                    <a:cubicBezTo>
                      <a:pt x="2457623" y="370720"/>
                      <a:pt x="2093176" y="210759"/>
                      <a:pt x="1691368" y="210759"/>
                    </a:cubicBezTo>
                    <a:cubicBezTo>
                      <a:pt x="873164" y="210759"/>
                      <a:pt x="209877" y="874046"/>
                      <a:pt x="209877" y="1692250"/>
                    </a:cubicBezTo>
                    <a:cubicBezTo>
                      <a:pt x="209877" y="2510454"/>
                      <a:pt x="873164" y="3173741"/>
                      <a:pt x="1691368" y="3173741"/>
                    </a:cubicBezTo>
                    <a:cubicBezTo>
                      <a:pt x="2509573" y="3173741"/>
                      <a:pt x="3172859" y="2510454"/>
                      <a:pt x="3172859" y="1692250"/>
                    </a:cubicBezTo>
                    <a:cubicBezTo>
                      <a:pt x="3172859" y="1352004"/>
                      <a:pt x="3058159" y="1038547"/>
                      <a:pt x="2865316" y="788437"/>
                    </a:cubicBezTo>
                    <a:lnTo>
                      <a:pt x="2915135" y="744200"/>
                    </a:lnTo>
                    <a:lnTo>
                      <a:pt x="3116377" y="793918"/>
                    </a:lnTo>
                    <a:cubicBezTo>
                      <a:pt x="3280625" y="1053916"/>
                      <a:pt x="3375682" y="1361982"/>
                      <a:pt x="3375682" y="1692250"/>
                    </a:cubicBezTo>
                    <a:cubicBezTo>
                      <a:pt x="3375682" y="2622471"/>
                      <a:pt x="2621589" y="3376564"/>
                      <a:pt x="1691368" y="3376564"/>
                    </a:cubicBezTo>
                    <a:cubicBezTo>
                      <a:pt x="761147" y="3376564"/>
                      <a:pt x="7054" y="2622471"/>
                      <a:pt x="7054" y="1692250"/>
                    </a:cubicBezTo>
                    <a:cubicBezTo>
                      <a:pt x="7054" y="762029"/>
                      <a:pt x="761147" y="7936"/>
                      <a:pt x="1691368" y="7936"/>
                    </a:cubicBezTo>
                    <a:cubicBezTo>
                      <a:pt x="2090302" y="7936"/>
                      <a:pt x="2456841" y="146629"/>
                      <a:pt x="2745401" y="378427"/>
                    </a:cubicBezTo>
                    <a:close/>
                    <a:moveTo>
                      <a:pt x="2745167" y="378309"/>
                    </a:moveTo>
                    <a:cubicBezTo>
                      <a:pt x="2604072" y="250442"/>
                      <a:pt x="2425059" y="169313"/>
                      <a:pt x="2242518" y="100529"/>
                    </a:cubicBezTo>
                    <a:cubicBezTo>
                      <a:pt x="2071441" y="35273"/>
                      <a:pt x="1884491" y="14991"/>
                      <a:pt x="1691368" y="7936"/>
                    </a:cubicBezTo>
                    <a:cubicBezTo>
                      <a:pt x="1493836" y="0"/>
                      <a:pt x="1304241" y="44091"/>
                      <a:pt x="1126991" y="104938"/>
                    </a:cubicBezTo>
                    <a:cubicBezTo>
                      <a:pt x="964732" y="160494"/>
                      <a:pt x="815701" y="243387"/>
                      <a:pt x="681662" y="343917"/>
                    </a:cubicBezTo>
                    <a:cubicBezTo>
                      <a:pt x="539685" y="450620"/>
                      <a:pt x="403882" y="572314"/>
                      <a:pt x="312171" y="724872"/>
                    </a:cubicBezTo>
                    <a:cubicBezTo>
                      <a:pt x="226632" y="866848"/>
                      <a:pt x="154321" y="1015879"/>
                      <a:pt x="89065" y="1171965"/>
                    </a:cubicBezTo>
                    <a:cubicBezTo>
                      <a:pt x="22045" y="1330696"/>
                      <a:pt x="0" y="1510591"/>
                      <a:pt x="7054" y="1692250"/>
                    </a:cubicBezTo>
                    <a:cubicBezTo>
                      <a:pt x="14109" y="1867736"/>
                      <a:pt x="22045" y="2041459"/>
                      <a:pt x="83774" y="2196662"/>
                    </a:cubicBezTo>
                    <a:cubicBezTo>
                      <a:pt x="149912" y="2363330"/>
                      <a:pt x="220459" y="2524707"/>
                      <a:pt x="319225" y="2669328"/>
                    </a:cubicBezTo>
                    <a:cubicBezTo>
                      <a:pt x="425046" y="2823650"/>
                      <a:pt x="558204" y="2960336"/>
                      <a:pt x="714290" y="3064393"/>
                    </a:cubicBezTo>
                    <a:cubicBezTo>
                      <a:pt x="844802" y="3151695"/>
                      <a:pt x="981487" y="3236351"/>
                      <a:pt x="1134927" y="3282207"/>
                    </a:cubicBezTo>
                    <a:cubicBezTo>
                      <a:pt x="1311295" y="3335117"/>
                      <a:pt x="1496482" y="3374800"/>
                      <a:pt x="1691368" y="3376564"/>
                    </a:cubicBezTo>
                    <a:cubicBezTo>
                      <a:pt x="1835990" y="3377446"/>
                      <a:pt x="1979730" y="3369509"/>
                      <a:pt x="2110242" y="3323654"/>
                    </a:cubicBezTo>
                    <a:cubicBezTo>
                      <a:pt x="2228409" y="3283089"/>
                      <a:pt x="2355394" y="3263688"/>
                      <a:pt x="2455041" y="3194023"/>
                    </a:cubicBezTo>
                    <a:cubicBezTo>
                      <a:pt x="2552044" y="3127003"/>
                      <a:pt x="2650810" y="3066156"/>
                      <a:pt x="2749576" y="3002664"/>
                    </a:cubicBezTo>
                    <a:cubicBezTo>
                      <a:pt x="2849224" y="2939171"/>
                      <a:pt x="2938290" y="2852751"/>
                      <a:pt x="3000900" y="2751340"/>
                    </a:cubicBezTo>
                    <a:cubicBezTo>
                      <a:pt x="3061747" y="2653455"/>
                      <a:pt x="3122594" y="2556453"/>
                      <a:pt x="3190496" y="2461214"/>
                    </a:cubicBezTo>
                    <a:cubicBezTo>
                      <a:pt x="3271625" y="2347457"/>
                      <a:pt x="3305135" y="2203717"/>
                      <a:pt x="3335117" y="2062623"/>
                    </a:cubicBezTo>
                    <a:cubicBezTo>
                      <a:pt x="3359809" y="1942692"/>
                      <a:pt x="3360691" y="1818353"/>
                      <a:pt x="3375682" y="1692250"/>
                    </a:cubicBezTo>
                    <a:cubicBezTo>
                      <a:pt x="3395964" y="1522055"/>
                      <a:pt x="3346581" y="1356269"/>
                      <a:pt x="3302489" y="1199302"/>
                    </a:cubicBezTo>
                    <a:cubicBezTo>
                      <a:pt x="3261925" y="1053798"/>
                      <a:pt x="3195787" y="918877"/>
                      <a:pt x="3116421" y="793655"/>
                    </a:cubicBezTo>
                    <a:cubicBezTo>
                      <a:pt x="3047638" y="783955"/>
                      <a:pt x="2983263" y="754854"/>
                      <a:pt x="2915362" y="744272"/>
                    </a:cubicBezTo>
                    <a:cubicBezTo>
                      <a:pt x="2897725" y="758382"/>
                      <a:pt x="2881852" y="773373"/>
                      <a:pt x="2865097" y="788364"/>
                    </a:cubicBezTo>
                    <a:cubicBezTo>
                      <a:pt x="2964745" y="891540"/>
                      <a:pt x="3034410" y="1023815"/>
                      <a:pt x="3075857" y="1163146"/>
                    </a:cubicBezTo>
                    <a:cubicBezTo>
                      <a:pt x="3125240" y="1331578"/>
                      <a:pt x="3163159" y="1506182"/>
                      <a:pt x="3172859" y="1692250"/>
                    </a:cubicBezTo>
                    <a:cubicBezTo>
                      <a:pt x="3183441" y="1897719"/>
                      <a:pt x="3133176" y="2094369"/>
                      <a:pt x="3055574" y="2271619"/>
                    </a:cubicBezTo>
                    <a:cubicBezTo>
                      <a:pt x="2983263" y="2436523"/>
                      <a:pt x="2894198" y="2596136"/>
                      <a:pt x="2763685" y="2715184"/>
                    </a:cubicBezTo>
                    <a:cubicBezTo>
                      <a:pt x="2620827" y="2843933"/>
                      <a:pt x="2463860" y="2951517"/>
                      <a:pt x="2293665" y="3045874"/>
                    </a:cubicBezTo>
                    <a:cubicBezTo>
                      <a:pt x="2117297" y="3144640"/>
                      <a:pt x="1905655" y="3184323"/>
                      <a:pt x="1691368" y="3173741"/>
                    </a:cubicBezTo>
                    <a:cubicBezTo>
                      <a:pt x="1565265" y="3167568"/>
                      <a:pt x="1442689" y="3157868"/>
                      <a:pt x="1326287" y="3128767"/>
                    </a:cubicBezTo>
                    <a:cubicBezTo>
                      <a:pt x="1211647" y="3099666"/>
                      <a:pt x="1107590" y="3044110"/>
                      <a:pt x="1000006" y="3002664"/>
                    </a:cubicBezTo>
                    <a:cubicBezTo>
                      <a:pt x="903885" y="2965627"/>
                      <a:pt x="827165" y="2895079"/>
                      <a:pt x="746036" y="2833351"/>
                    </a:cubicBezTo>
                    <a:cubicBezTo>
                      <a:pt x="669316" y="2774267"/>
                      <a:pt x="600532" y="2703720"/>
                      <a:pt x="541449" y="2626118"/>
                    </a:cubicBezTo>
                    <a:cubicBezTo>
                      <a:pt x="475311" y="2538816"/>
                      <a:pt x="399473" y="2453278"/>
                      <a:pt x="362436" y="2348339"/>
                    </a:cubicBezTo>
                    <a:cubicBezTo>
                      <a:pt x="321871" y="2234581"/>
                      <a:pt x="276015" y="2122588"/>
                      <a:pt x="242505" y="2003539"/>
                    </a:cubicBezTo>
                    <a:cubicBezTo>
                      <a:pt x="215168" y="1904773"/>
                      <a:pt x="213405" y="1798953"/>
                      <a:pt x="209877" y="1692250"/>
                    </a:cubicBezTo>
                    <a:cubicBezTo>
                      <a:pt x="206350" y="1580256"/>
                      <a:pt x="223105" y="1470908"/>
                      <a:pt x="246033" y="1365087"/>
                    </a:cubicBezTo>
                    <a:cubicBezTo>
                      <a:pt x="272488" y="1246039"/>
                      <a:pt x="305116" y="1127873"/>
                      <a:pt x="367727" y="1026461"/>
                    </a:cubicBezTo>
                    <a:cubicBezTo>
                      <a:pt x="429455" y="926813"/>
                      <a:pt x="478838" y="817465"/>
                      <a:pt x="560850" y="734572"/>
                    </a:cubicBezTo>
                    <a:cubicBezTo>
                      <a:pt x="627869" y="665789"/>
                      <a:pt x="700180" y="604060"/>
                      <a:pt x="766318" y="534394"/>
                    </a:cubicBezTo>
                    <a:cubicBezTo>
                      <a:pt x="845684" y="451501"/>
                      <a:pt x="949741" y="388891"/>
                      <a:pt x="1059971" y="351854"/>
                    </a:cubicBezTo>
                    <a:cubicBezTo>
                      <a:pt x="1151682" y="320989"/>
                      <a:pt x="1240748" y="278661"/>
                      <a:pt x="1335987" y="253969"/>
                    </a:cubicBezTo>
                    <a:cubicBezTo>
                      <a:pt x="1449744" y="223987"/>
                      <a:pt x="1569674" y="198413"/>
                      <a:pt x="1691368" y="210759"/>
                    </a:cubicBezTo>
                    <a:cubicBezTo>
                      <a:pt x="1896837" y="231042"/>
                      <a:pt x="2096133" y="248678"/>
                      <a:pt x="2272501" y="328926"/>
                    </a:cubicBezTo>
                    <a:cubicBezTo>
                      <a:pt x="2439168" y="405646"/>
                      <a:pt x="2588199" y="511467"/>
                      <a:pt x="2724884" y="630515"/>
                    </a:cubicBezTo>
                    <a:cubicBezTo>
                      <a:pt x="2737230" y="612878"/>
                      <a:pt x="2761040" y="605823"/>
                      <a:pt x="2772504" y="587305"/>
                    </a:cubicBezTo>
                    <a:cubicBezTo>
                      <a:pt x="2755749" y="519403"/>
                      <a:pt x="2751340" y="448856"/>
                      <a:pt x="2745167" y="378309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85" name="Rounded Rectangle 5">
                <a:extLst>
                  <a:ext uri="{FF2B5EF4-FFF2-40B4-BE49-F238E27FC236}">
                    <a16:creationId xmlns:a16="http://schemas.microsoft.com/office/drawing/2014/main" id="{E24AD410-2655-A324-B4A1-A2424A2A1CF1}"/>
                  </a:ext>
                </a:extLst>
              </p:cNvPr>
              <p:cNvSpPr/>
              <p:nvPr/>
            </p:nvSpPr>
            <p:spPr>
              <a:xfrm>
                <a:off x="3532650" y="4838654"/>
                <a:ext cx="742509" cy="708999"/>
              </a:xfrm>
              <a:custGeom>
                <a:avLst/>
                <a:gdLst/>
                <a:ahLst/>
                <a:cxnLst/>
                <a:rect l="0" t="0" r="0" b="0"/>
                <a:pathLst>
                  <a:path w="742509" h="708999">
                    <a:moveTo>
                      <a:pt x="584279" y="579780"/>
                    </a:moveTo>
                    <a:cubicBezTo>
                      <a:pt x="458959" y="705011"/>
                      <a:pt x="255827" y="705011"/>
                      <a:pt x="130507" y="579780"/>
                    </a:cubicBezTo>
                    <a:cubicBezTo>
                      <a:pt x="5187" y="454459"/>
                      <a:pt x="5187" y="251237"/>
                      <a:pt x="130507" y="125917"/>
                    </a:cubicBezTo>
                    <a:cubicBezTo>
                      <a:pt x="244507" y="12007"/>
                      <a:pt x="422861" y="1756"/>
                      <a:pt x="548449" y="94989"/>
                    </a:cubicBezTo>
                    <a:cubicBezTo>
                      <a:pt x="560927" y="104258"/>
                      <a:pt x="572960" y="114598"/>
                      <a:pt x="584279" y="125917"/>
                    </a:cubicBezTo>
                    <a:cubicBezTo>
                      <a:pt x="585973" y="127611"/>
                      <a:pt x="587578" y="129304"/>
                      <a:pt x="589182" y="130998"/>
                    </a:cubicBezTo>
                    <a:cubicBezTo>
                      <a:pt x="709599" y="256586"/>
                      <a:pt x="707906" y="456153"/>
                      <a:pt x="584279" y="579780"/>
                    </a:cubicBezTo>
                    <a:close/>
                    <a:moveTo>
                      <a:pt x="584659" y="579368"/>
                    </a:moveTo>
                    <a:cubicBezTo>
                      <a:pt x="451501" y="696653"/>
                      <a:pt x="251324" y="708999"/>
                      <a:pt x="130512" y="579368"/>
                    </a:cubicBezTo>
                    <a:cubicBezTo>
                      <a:pt x="8818" y="450620"/>
                      <a:pt x="0" y="246033"/>
                      <a:pt x="130512" y="126103"/>
                    </a:cubicBezTo>
                    <a:cubicBezTo>
                      <a:pt x="248678" y="16754"/>
                      <a:pt x="424164" y="0"/>
                      <a:pt x="548504" y="95238"/>
                    </a:cubicBezTo>
                    <a:cubicBezTo>
                      <a:pt x="560850" y="104057"/>
                      <a:pt x="573195" y="114639"/>
                      <a:pt x="584659" y="126103"/>
                    </a:cubicBezTo>
                    <a:cubicBezTo>
                      <a:pt x="585541" y="127866"/>
                      <a:pt x="587305" y="129630"/>
                      <a:pt x="589068" y="131394"/>
                    </a:cubicBezTo>
                    <a:cubicBezTo>
                      <a:pt x="742509" y="213405"/>
                      <a:pt x="717817" y="467375"/>
                      <a:pt x="584659" y="579368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03778E1-FE73-EB16-3D01-D5E8DD6B01B6}"/>
                </a:ext>
              </a:extLst>
            </p:cNvPr>
            <p:cNvGrpSpPr/>
            <p:nvPr/>
          </p:nvGrpSpPr>
          <p:grpSpPr>
            <a:xfrm>
              <a:off x="1834126" y="2711307"/>
              <a:ext cx="4135828" cy="2195781"/>
              <a:chOff x="811292" y="2284662"/>
              <a:chExt cx="4135828" cy="2195781"/>
            </a:xfrm>
          </p:grpSpPr>
          <p:sp>
            <p:nvSpPr>
              <p:cNvPr id="82" name="Rounded Rectangle 7">
                <a:extLst>
                  <a:ext uri="{FF2B5EF4-FFF2-40B4-BE49-F238E27FC236}">
                    <a16:creationId xmlns:a16="http://schemas.microsoft.com/office/drawing/2014/main" id="{C883359E-AC72-1D0C-0F81-1C945693E251}"/>
                  </a:ext>
                </a:extLst>
              </p:cNvPr>
              <p:cNvSpPr/>
              <p:nvPr/>
            </p:nvSpPr>
            <p:spPr>
              <a:xfrm>
                <a:off x="811292" y="2284662"/>
                <a:ext cx="2116415" cy="2195781"/>
              </a:xfrm>
              <a:custGeom>
                <a:avLst/>
                <a:gdLst/>
                <a:ahLst/>
                <a:cxnLst/>
                <a:rect l="0" t="0" r="0" b="0"/>
                <a:pathLst>
                  <a:path w="2116415" h="2195781">
                    <a:moveTo>
                      <a:pt x="2096133" y="1506182"/>
                    </a:moveTo>
                    <a:lnTo>
                      <a:pt x="2116415" y="1381842"/>
                    </a:lnTo>
                    <a:lnTo>
                      <a:pt x="1942692" y="1353624"/>
                    </a:lnTo>
                    <a:lnTo>
                      <a:pt x="1922410" y="1477963"/>
                    </a:lnTo>
                    <a:lnTo>
                      <a:pt x="2096133" y="1506182"/>
                    </a:lnTo>
                    <a:moveTo>
                      <a:pt x="1748688" y="1997367"/>
                    </a:moveTo>
                    <a:lnTo>
                      <a:pt x="1581138" y="1943574"/>
                    </a:lnTo>
                    <a:lnTo>
                      <a:pt x="1679904" y="1634930"/>
                    </a:lnTo>
                    <a:lnTo>
                      <a:pt x="1837754" y="1718705"/>
                    </a:lnTo>
                    <a:lnTo>
                      <a:pt x="1748688" y="1997367"/>
                    </a:lnTo>
                    <a:moveTo>
                      <a:pt x="1679904" y="1634930"/>
                    </a:moveTo>
                    <a:lnTo>
                      <a:pt x="1353624" y="2048513"/>
                    </a:lnTo>
                    <a:lnTo>
                      <a:pt x="1510591" y="2134052"/>
                    </a:lnTo>
                    <a:lnTo>
                      <a:pt x="1837754" y="1718705"/>
                    </a:lnTo>
                    <a:lnTo>
                      <a:pt x="1679904" y="1634930"/>
                    </a:lnTo>
                    <a:moveTo>
                      <a:pt x="1510591" y="2134052"/>
                    </a:moveTo>
                    <a:lnTo>
                      <a:pt x="1353624" y="2048513"/>
                    </a:lnTo>
                    <a:lnTo>
                      <a:pt x="1447099" y="1782198"/>
                    </a:lnTo>
                    <a:lnTo>
                      <a:pt x="1599657" y="1880082"/>
                    </a:lnTo>
                    <a:lnTo>
                      <a:pt x="1510591" y="2134052"/>
                    </a:lnTo>
                    <a:moveTo>
                      <a:pt x="1447099" y="1782198"/>
                    </a:moveTo>
                    <a:lnTo>
                      <a:pt x="1129636" y="2089078"/>
                    </a:lnTo>
                    <a:lnTo>
                      <a:pt x="1277785" y="2191371"/>
                    </a:lnTo>
                    <a:lnTo>
                      <a:pt x="1599657" y="1880082"/>
                    </a:lnTo>
                    <a:lnTo>
                      <a:pt x="1447099" y="1782198"/>
                    </a:lnTo>
                    <a:moveTo>
                      <a:pt x="1277785" y="2191371"/>
                    </a:moveTo>
                    <a:lnTo>
                      <a:pt x="1129636" y="2089078"/>
                    </a:lnTo>
                    <a:lnTo>
                      <a:pt x="1220466" y="1875673"/>
                    </a:lnTo>
                    <a:lnTo>
                      <a:pt x="1361560" y="1995603"/>
                    </a:lnTo>
                    <a:lnTo>
                      <a:pt x="1277785" y="2191371"/>
                    </a:lnTo>
                    <a:moveTo>
                      <a:pt x="1220466" y="1875673"/>
                    </a:moveTo>
                    <a:lnTo>
                      <a:pt x="894185" y="2078496"/>
                    </a:lnTo>
                    <a:lnTo>
                      <a:pt x="1039689" y="2195781"/>
                    </a:lnTo>
                    <a:lnTo>
                      <a:pt x="1361560" y="1995603"/>
                    </a:lnTo>
                    <a:lnTo>
                      <a:pt x="1220466" y="1875673"/>
                    </a:lnTo>
                    <a:moveTo>
                      <a:pt x="1039689" y="2195781"/>
                    </a:moveTo>
                    <a:lnTo>
                      <a:pt x="894185" y="2078496"/>
                    </a:lnTo>
                    <a:lnTo>
                      <a:pt x="960323" y="1895955"/>
                    </a:lnTo>
                    <a:lnTo>
                      <a:pt x="1112881" y="1993839"/>
                    </a:lnTo>
                    <a:lnTo>
                      <a:pt x="1039689" y="2195781"/>
                    </a:lnTo>
                    <a:moveTo>
                      <a:pt x="960323" y="1895955"/>
                    </a:moveTo>
                    <a:lnTo>
                      <a:pt x="752209" y="2103187"/>
                    </a:lnTo>
                    <a:lnTo>
                      <a:pt x="930340" y="2174616"/>
                    </a:lnTo>
                    <a:lnTo>
                      <a:pt x="1112881" y="1993839"/>
                    </a:lnTo>
                    <a:lnTo>
                      <a:pt x="960323" y="1895955"/>
                    </a:lnTo>
                    <a:moveTo>
                      <a:pt x="930340" y="2174616"/>
                    </a:moveTo>
                    <a:lnTo>
                      <a:pt x="923286" y="1965620"/>
                    </a:lnTo>
                    <a:lnTo>
                      <a:pt x="743390" y="1850099"/>
                    </a:lnTo>
                    <a:lnTo>
                      <a:pt x="752209" y="2103187"/>
                    </a:lnTo>
                    <a:lnTo>
                      <a:pt x="930340" y="2174616"/>
                    </a:lnTo>
                    <a:moveTo>
                      <a:pt x="743390" y="1850099"/>
                    </a:moveTo>
                    <a:lnTo>
                      <a:pt x="535276" y="1938283"/>
                    </a:lnTo>
                    <a:lnTo>
                      <a:pt x="653443" y="2079378"/>
                    </a:lnTo>
                    <a:lnTo>
                      <a:pt x="923286" y="1965620"/>
                    </a:lnTo>
                    <a:lnTo>
                      <a:pt x="743390" y="1850099"/>
                    </a:lnTo>
                    <a:moveTo>
                      <a:pt x="653443" y="2079378"/>
                    </a:moveTo>
                    <a:lnTo>
                      <a:pt x="768964" y="1903892"/>
                    </a:lnTo>
                    <a:lnTo>
                      <a:pt x="656970" y="1752215"/>
                    </a:lnTo>
                    <a:lnTo>
                      <a:pt x="535276" y="1938283"/>
                    </a:lnTo>
                    <a:lnTo>
                      <a:pt x="653443" y="2079378"/>
                    </a:lnTo>
                    <a:moveTo>
                      <a:pt x="656970" y="1752215"/>
                    </a:moveTo>
                    <a:lnTo>
                      <a:pt x="390655" y="1829817"/>
                    </a:lnTo>
                    <a:lnTo>
                      <a:pt x="535276" y="1971793"/>
                    </a:lnTo>
                    <a:lnTo>
                      <a:pt x="768964" y="1903892"/>
                    </a:lnTo>
                    <a:lnTo>
                      <a:pt x="656970" y="1752215"/>
                    </a:lnTo>
                    <a:moveTo>
                      <a:pt x="535276" y="1971793"/>
                    </a:moveTo>
                    <a:lnTo>
                      <a:pt x="569668" y="1843045"/>
                    </a:lnTo>
                    <a:lnTo>
                      <a:pt x="435628" y="1660504"/>
                    </a:lnTo>
                    <a:lnTo>
                      <a:pt x="390655" y="1829817"/>
                    </a:lnTo>
                    <a:lnTo>
                      <a:pt x="535276" y="1971793"/>
                    </a:lnTo>
                    <a:moveTo>
                      <a:pt x="435628" y="1660504"/>
                    </a:moveTo>
                    <a:lnTo>
                      <a:pt x="250442" y="1652567"/>
                    </a:lnTo>
                    <a:lnTo>
                      <a:pt x="347444" y="1833344"/>
                    </a:lnTo>
                    <a:lnTo>
                      <a:pt x="569668" y="1843045"/>
                    </a:lnTo>
                    <a:lnTo>
                      <a:pt x="435628" y="1660504"/>
                    </a:lnTo>
                    <a:moveTo>
                      <a:pt x="347444" y="1833344"/>
                    </a:moveTo>
                    <a:lnTo>
                      <a:pt x="433865" y="1688723"/>
                    </a:lnTo>
                    <a:lnTo>
                      <a:pt x="350972" y="1484136"/>
                    </a:lnTo>
                    <a:lnTo>
                      <a:pt x="250442" y="1652567"/>
                    </a:lnTo>
                    <a:lnTo>
                      <a:pt x="347444" y="1833344"/>
                    </a:lnTo>
                    <a:moveTo>
                      <a:pt x="350972" y="1484136"/>
                    </a:moveTo>
                    <a:lnTo>
                      <a:pt x="275134" y="1463854"/>
                    </a:lnTo>
                    <a:lnTo>
                      <a:pt x="288361" y="1395952"/>
                    </a:lnTo>
                    <a:lnTo>
                      <a:pt x="162258" y="1189601"/>
                    </a:lnTo>
                    <a:lnTo>
                      <a:pt x="0" y="1144628"/>
                    </a:lnTo>
                    <a:lnTo>
                      <a:pt x="116402" y="1357151"/>
                    </a:lnTo>
                    <a:lnTo>
                      <a:pt x="119048" y="1357151"/>
                    </a:lnTo>
                    <a:lnTo>
                      <a:pt x="104057" y="1422407"/>
                    </a:lnTo>
                    <a:lnTo>
                      <a:pt x="232805" y="1634930"/>
                    </a:lnTo>
                    <a:lnTo>
                      <a:pt x="433865" y="1688723"/>
                    </a:lnTo>
                    <a:lnTo>
                      <a:pt x="350972" y="1484136"/>
                    </a:lnTo>
                    <a:moveTo>
                      <a:pt x="116402" y="1357151"/>
                    </a:moveTo>
                    <a:lnTo>
                      <a:pt x="424164" y="410055"/>
                    </a:lnTo>
                    <a:lnTo>
                      <a:pt x="256615" y="355381"/>
                    </a:lnTo>
                    <a:lnTo>
                      <a:pt x="0" y="1144628"/>
                    </a:lnTo>
                    <a:lnTo>
                      <a:pt x="116402" y="1357151"/>
                    </a:lnTo>
                    <a:moveTo>
                      <a:pt x="2058214" y="1054680"/>
                    </a:moveTo>
                    <a:lnTo>
                      <a:pt x="2112888" y="788364"/>
                    </a:lnTo>
                    <a:lnTo>
                      <a:pt x="1963857" y="636688"/>
                    </a:lnTo>
                    <a:lnTo>
                      <a:pt x="1885373" y="1019406"/>
                    </a:lnTo>
                    <a:lnTo>
                      <a:pt x="2058214" y="1054680"/>
                    </a:lnTo>
                    <a:moveTo>
                      <a:pt x="1963857" y="636688"/>
                    </a:moveTo>
                    <a:lnTo>
                      <a:pt x="1805125" y="666670"/>
                    </a:lnTo>
                    <a:lnTo>
                      <a:pt x="1921528" y="824520"/>
                    </a:lnTo>
                    <a:lnTo>
                      <a:pt x="2112888" y="788364"/>
                    </a:lnTo>
                    <a:lnTo>
                      <a:pt x="1963857" y="636688"/>
                    </a:lnTo>
                    <a:moveTo>
                      <a:pt x="1921528" y="824520"/>
                    </a:moveTo>
                    <a:lnTo>
                      <a:pt x="2067914" y="544976"/>
                    </a:lnTo>
                    <a:lnTo>
                      <a:pt x="1911828" y="462965"/>
                    </a:lnTo>
                    <a:lnTo>
                      <a:pt x="1805125" y="666670"/>
                    </a:lnTo>
                    <a:lnTo>
                      <a:pt x="1921528" y="824520"/>
                    </a:lnTo>
                    <a:moveTo>
                      <a:pt x="1674613" y="395064"/>
                    </a:moveTo>
                    <a:lnTo>
                      <a:pt x="1694014" y="268961"/>
                    </a:lnTo>
                    <a:lnTo>
                      <a:pt x="1532637" y="159612"/>
                    </a:lnTo>
                    <a:lnTo>
                      <a:pt x="1500891" y="367727"/>
                    </a:lnTo>
                    <a:lnTo>
                      <a:pt x="1674613" y="395064"/>
                    </a:lnTo>
                    <a:moveTo>
                      <a:pt x="1532637" y="159612"/>
                    </a:moveTo>
                    <a:lnTo>
                      <a:pt x="1341278" y="272488"/>
                    </a:lnTo>
                    <a:lnTo>
                      <a:pt x="1518528" y="373018"/>
                    </a:lnTo>
                    <a:lnTo>
                      <a:pt x="1694014" y="268961"/>
                    </a:lnTo>
                    <a:lnTo>
                      <a:pt x="1532637" y="159612"/>
                    </a:lnTo>
                    <a:moveTo>
                      <a:pt x="1518528" y="373018"/>
                    </a:moveTo>
                    <a:lnTo>
                      <a:pt x="1517646" y="146385"/>
                    </a:lnTo>
                    <a:lnTo>
                      <a:pt x="1340396" y="46737"/>
                    </a:lnTo>
                    <a:lnTo>
                      <a:pt x="1341278" y="272488"/>
                    </a:lnTo>
                    <a:lnTo>
                      <a:pt x="1518528" y="373018"/>
                    </a:lnTo>
                    <a:moveTo>
                      <a:pt x="1340396" y="46737"/>
                    </a:moveTo>
                    <a:lnTo>
                      <a:pt x="1126991" y="172840"/>
                    </a:lnTo>
                    <a:lnTo>
                      <a:pt x="1271612" y="292770"/>
                    </a:lnTo>
                    <a:lnTo>
                      <a:pt x="1517646" y="146385"/>
                    </a:lnTo>
                    <a:lnTo>
                      <a:pt x="1340396" y="46737"/>
                    </a:lnTo>
                    <a:moveTo>
                      <a:pt x="1271612" y="292770"/>
                    </a:moveTo>
                    <a:lnTo>
                      <a:pt x="1335105" y="116402"/>
                    </a:lnTo>
                    <a:lnTo>
                      <a:pt x="1189601" y="0"/>
                    </a:lnTo>
                    <a:lnTo>
                      <a:pt x="1126991" y="172840"/>
                    </a:lnTo>
                    <a:lnTo>
                      <a:pt x="1271612" y="292770"/>
                    </a:lnTo>
                    <a:moveTo>
                      <a:pt x="1189601" y="0"/>
                    </a:moveTo>
                    <a:lnTo>
                      <a:pt x="935631" y="164904"/>
                    </a:lnTo>
                    <a:lnTo>
                      <a:pt x="1104945" y="265433"/>
                    </a:lnTo>
                    <a:lnTo>
                      <a:pt x="1335105" y="116402"/>
                    </a:lnTo>
                    <a:lnTo>
                      <a:pt x="1189601" y="0"/>
                    </a:lnTo>
                    <a:moveTo>
                      <a:pt x="1104945" y="265433"/>
                    </a:moveTo>
                    <a:lnTo>
                      <a:pt x="935631" y="164904"/>
                    </a:lnTo>
                    <a:lnTo>
                      <a:pt x="944450" y="51146"/>
                    </a:lnTo>
                    <a:lnTo>
                      <a:pt x="1114645" y="140212"/>
                    </a:lnTo>
                    <a:lnTo>
                      <a:pt x="1104945" y="265433"/>
                    </a:lnTo>
                    <a:moveTo>
                      <a:pt x="944450" y="51146"/>
                    </a:moveTo>
                    <a:lnTo>
                      <a:pt x="725754" y="226632"/>
                    </a:lnTo>
                    <a:lnTo>
                      <a:pt x="863321" y="343035"/>
                    </a:lnTo>
                    <a:lnTo>
                      <a:pt x="1114645" y="140212"/>
                    </a:lnTo>
                    <a:lnTo>
                      <a:pt x="944450" y="51146"/>
                    </a:lnTo>
                    <a:moveTo>
                      <a:pt x="863321" y="343035"/>
                    </a:moveTo>
                    <a:lnTo>
                      <a:pt x="725754" y="226632"/>
                    </a:lnTo>
                    <a:lnTo>
                      <a:pt x="827165" y="47619"/>
                    </a:lnTo>
                    <a:lnTo>
                      <a:pt x="966496" y="157849"/>
                    </a:lnTo>
                    <a:lnTo>
                      <a:pt x="863321" y="343035"/>
                    </a:lnTo>
                    <a:moveTo>
                      <a:pt x="827165" y="47619"/>
                    </a:moveTo>
                    <a:lnTo>
                      <a:pt x="494712" y="355381"/>
                    </a:lnTo>
                    <a:lnTo>
                      <a:pt x="645506" y="455911"/>
                    </a:lnTo>
                    <a:lnTo>
                      <a:pt x="966496" y="157849"/>
                    </a:lnTo>
                    <a:lnTo>
                      <a:pt x="827165" y="47619"/>
                    </a:lnTo>
                    <a:moveTo>
                      <a:pt x="645506" y="455911"/>
                    </a:moveTo>
                    <a:lnTo>
                      <a:pt x="494712" y="355381"/>
                    </a:lnTo>
                    <a:lnTo>
                      <a:pt x="559086" y="179013"/>
                    </a:lnTo>
                    <a:lnTo>
                      <a:pt x="724872" y="238978"/>
                    </a:lnTo>
                    <a:lnTo>
                      <a:pt x="645506" y="455911"/>
                    </a:lnTo>
                  </a:path>
                </a:pathLst>
              </a:custGeom>
              <a:solidFill>
                <a:srgbClr val="DCE9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83" name="Rounded Rectangle 8">
                <a:extLst>
                  <a:ext uri="{FF2B5EF4-FFF2-40B4-BE49-F238E27FC236}">
                    <a16:creationId xmlns:a16="http://schemas.microsoft.com/office/drawing/2014/main" id="{D91CAF80-3F59-A34C-78E6-77F9557587BC}"/>
                  </a:ext>
                </a:extLst>
              </p:cNvPr>
              <p:cNvSpPr/>
              <p:nvPr/>
            </p:nvSpPr>
            <p:spPr>
              <a:xfrm>
                <a:off x="4298086" y="3055390"/>
                <a:ext cx="649034" cy="680780"/>
              </a:xfrm>
              <a:custGeom>
                <a:avLst/>
                <a:gdLst/>
                <a:ahLst/>
                <a:cxnLst/>
                <a:rect l="0" t="0" r="0" b="0"/>
                <a:pathLst>
                  <a:path w="649034" h="680780">
                    <a:moveTo>
                      <a:pt x="239860" y="663143"/>
                    </a:moveTo>
                    <a:lnTo>
                      <a:pt x="312171" y="501766"/>
                    </a:lnTo>
                    <a:lnTo>
                      <a:pt x="369490" y="528222"/>
                    </a:lnTo>
                    <a:lnTo>
                      <a:pt x="278661" y="680780"/>
                    </a:lnTo>
                    <a:lnTo>
                      <a:pt x="239860" y="663143"/>
                    </a:lnTo>
                    <a:moveTo>
                      <a:pt x="369490" y="528222"/>
                    </a:moveTo>
                    <a:lnTo>
                      <a:pt x="63492" y="294534"/>
                    </a:lnTo>
                    <a:lnTo>
                      <a:pt x="0" y="467375"/>
                    </a:lnTo>
                    <a:lnTo>
                      <a:pt x="278661" y="680780"/>
                    </a:lnTo>
                    <a:lnTo>
                      <a:pt x="369490" y="528222"/>
                    </a:lnTo>
                    <a:moveTo>
                      <a:pt x="0" y="467375"/>
                    </a:moveTo>
                    <a:lnTo>
                      <a:pt x="571432" y="498239"/>
                    </a:lnTo>
                    <a:lnTo>
                      <a:pt x="609351" y="323635"/>
                    </a:lnTo>
                    <a:lnTo>
                      <a:pt x="63492" y="294534"/>
                    </a:lnTo>
                    <a:lnTo>
                      <a:pt x="0" y="467375"/>
                    </a:lnTo>
                    <a:moveTo>
                      <a:pt x="609351" y="323635"/>
                    </a:moveTo>
                    <a:lnTo>
                      <a:pt x="99647" y="128748"/>
                    </a:lnTo>
                    <a:lnTo>
                      <a:pt x="52910" y="298943"/>
                    </a:lnTo>
                    <a:lnTo>
                      <a:pt x="571432" y="498239"/>
                    </a:lnTo>
                    <a:lnTo>
                      <a:pt x="609351" y="323635"/>
                    </a:lnTo>
                    <a:moveTo>
                      <a:pt x="52910" y="298943"/>
                    </a:moveTo>
                    <a:lnTo>
                      <a:pt x="591714" y="389773"/>
                    </a:lnTo>
                    <a:lnTo>
                      <a:pt x="649034" y="220459"/>
                    </a:lnTo>
                    <a:lnTo>
                      <a:pt x="99647" y="128748"/>
                    </a:lnTo>
                    <a:lnTo>
                      <a:pt x="52910" y="298943"/>
                    </a:lnTo>
                    <a:moveTo>
                      <a:pt x="649034" y="220459"/>
                    </a:moveTo>
                    <a:lnTo>
                      <a:pt x="260142" y="14991"/>
                    </a:lnTo>
                    <a:lnTo>
                      <a:pt x="225750" y="195768"/>
                    </a:lnTo>
                    <a:lnTo>
                      <a:pt x="591714" y="389773"/>
                    </a:lnTo>
                    <a:lnTo>
                      <a:pt x="649034" y="220459"/>
                    </a:lnTo>
                    <a:moveTo>
                      <a:pt x="225750" y="195768"/>
                    </a:moveTo>
                    <a:lnTo>
                      <a:pt x="416228" y="174604"/>
                    </a:lnTo>
                    <a:lnTo>
                      <a:pt x="396827" y="0"/>
                    </a:lnTo>
                    <a:lnTo>
                      <a:pt x="260142" y="14991"/>
                    </a:lnTo>
                    <a:lnTo>
                      <a:pt x="225750" y="195768"/>
                    </a:lnTo>
                  </a:path>
                </a:pathLst>
              </a:custGeom>
              <a:solidFill>
                <a:srgbClr val="DCE9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45CCD64-00F2-60DA-BE84-1BE8D15862E5}"/>
                </a:ext>
              </a:extLst>
            </p:cNvPr>
            <p:cNvGrpSpPr/>
            <p:nvPr/>
          </p:nvGrpSpPr>
          <p:grpSpPr>
            <a:xfrm>
              <a:off x="1859699" y="2748344"/>
              <a:ext cx="4121719" cy="2134934"/>
              <a:chOff x="836865" y="2321699"/>
              <a:chExt cx="4121719" cy="2134934"/>
            </a:xfrm>
          </p:grpSpPr>
          <p:sp>
            <p:nvSpPr>
              <p:cNvPr id="80" name="Rounded Rectangle 10">
                <a:extLst>
                  <a:ext uri="{FF2B5EF4-FFF2-40B4-BE49-F238E27FC236}">
                    <a16:creationId xmlns:a16="http://schemas.microsoft.com/office/drawing/2014/main" id="{D1BB8C16-F93E-C7CA-17A0-125169FD575C}"/>
                  </a:ext>
                </a:extLst>
              </p:cNvPr>
              <p:cNvSpPr/>
              <p:nvPr/>
            </p:nvSpPr>
            <p:spPr>
              <a:xfrm>
                <a:off x="836865" y="2321699"/>
                <a:ext cx="2142870" cy="2134934"/>
              </a:xfrm>
              <a:custGeom>
                <a:avLst/>
                <a:gdLst/>
                <a:ahLst/>
                <a:cxnLst/>
                <a:rect l="0" t="0" r="0" b="0"/>
                <a:pathLst>
                  <a:path w="2142870" h="2134934">
                    <a:moveTo>
                      <a:pt x="1923204" y="443918"/>
                    </a:moveTo>
                    <a:cubicBezTo>
                      <a:pt x="2050806" y="618698"/>
                      <a:pt x="2126115" y="834044"/>
                      <a:pt x="2126115" y="1067026"/>
                    </a:cubicBezTo>
                    <a:cubicBezTo>
                      <a:pt x="2126115" y="1651421"/>
                      <a:pt x="1652303" y="2125233"/>
                      <a:pt x="1067907" y="2125233"/>
                    </a:cubicBezTo>
                    <a:cubicBezTo>
                      <a:pt x="483512" y="2125233"/>
                      <a:pt x="9700" y="1651421"/>
                      <a:pt x="9700" y="1067026"/>
                    </a:cubicBezTo>
                    <a:cubicBezTo>
                      <a:pt x="9700" y="482630"/>
                      <a:pt x="483512" y="8818"/>
                      <a:pt x="1067907" y="8818"/>
                    </a:cubicBezTo>
                    <a:cubicBezTo>
                      <a:pt x="1343218" y="8818"/>
                      <a:pt x="1593925" y="113933"/>
                      <a:pt x="1782109" y="286245"/>
                    </a:cubicBezTo>
                    <a:lnTo>
                      <a:pt x="1623378" y="428221"/>
                    </a:lnTo>
                    <a:cubicBezTo>
                      <a:pt x="1474788" y="298767"/>
                      <a:pt x="1280519" y="220459"/>
                      <a:pt x="1067907" y="220459"/>
                    </a:cubicBezTo>
                    <a:cubicBezTo>
                      <a:pt x="600356" y="220459"/>
                      <a:pt x="221341" y="599474"/>
                      <a:pt x="221341" y="1067026"/>
                    </a:cubicBezTo>
                    <a:cubicBezTo>
                      <a:pt x="221341" y="1534577"/>
                      <a:pt x="600356" y="1913592"/>
                      <a:pt x="1067907" y="1913592"/>
                    </a:cubicBezTo>
                    <a:cubicBezTo>
                      <a:pt x="1535459" y="1913592"/>
                      <a:pt x="1914474" y="1534577"/>
                      <a:pt x="1914474" y="1067026"/>
                    </a:cubicBezTo>
                    <a:cubicBezTo>
                      <a:pt x="1914474" y="888277"/>
                      <a:pt x="1859094" y="722491"/>
                      <a:pt x="1764473" y="585894"/>
                    </a:cubicBezTo>
                    <a:close/>
                    <a:moveTo>
                      <a:pt x="1923292" y="443565"/>
                    </a:moveTo>
                    <a:cubicBezTo>
                      <a:pt x="1872145" y="492948"/>
                      <a:pt x="1818353" y="539685"/>
                      <a:pt x="1764561" y="585541"/>
                    </a:cubicBezTo>
                    <a:cubicBezTo>
                      <a:pt x="1859800" y="722226"/>
                      <a:pt x="1906537" y="888894"/>
                      <a:pt x="1914474" y="1067026"/>
                    </a:cubicBezTo>
                    <a:cubicBezTo>
                      <a:pt x="1918883" y="1176374"/>
                      <a:pt x="1888018" y="1278667"/>
                      <a:pt x="1856272" y="1376551"/>
                    </a:cubicBezTo>
                    <a:cubicBezTo>
                      <a:pt x="1820117" y="1487663"/>
                      <a:pt x="1743397" y="1578493"/>
                      <a:pt x="1667558" y="1664913"/>
                    </a:cubicBezTo>
                    <a:cubicBezTo>
                      <a:pt x="1598775" y="1742515"/>
                      <a:pt x="1500009" y="1784843"/>
                      <a:pt x="1410943" y="1841281"/>
                    </a:cubicBezTo>
                    <a:cubicBezTo>
                      <a:pt x="1313941" y="1902128"/>
                      <a:pt x="1189601" y="1922410"/>
                      <a:pt x="1067907" y="1913592"/>
                    </a:cubicBezTo>
                    <a:cubicBezTo>
                      <a:pt x="912704" y="1902128"/>
                      <a:pt x="760145" y="1881846"/>
                      <a:pt x="641097" y="1798071"/>
                    </a:cubicBezTo>
                    <a:cubicBezTo>
                      <a:pt x="526458" y="1717823"/>
                      <a:pt x="420637" y="1626994"/>
                      <a:pt x="345681" y="1508827"/>
                    </a:cubicBezTo>
                    <a:cubicBezTo>
                      <a:pt x="264551" y="1380961"/>
                      <a:pt x="213405" y="1228402"/>
                      <a:pt x="221341" y="1067026"/>
                    </a:cubicBezTo>
                    <a:cubicBezTo>
                      <a:pt x="228396" y="922404"/>
                      <a:pt x="258379" y="785719"/>
                      <a:pt x="321871" y="665789"/>
                    </a:cubicBezTo>
                    <a:cubicBezTo>
                      <a:pt x="388891" y="540567"/>
                      <a:pt x="483248" y="426810"/>
                      <a:pt x="606705" y="357145"/>
                    </a:cubicBezTo>
                    <a:cubicBezTo>
                      <a:pt x="744272" y="279543"/>
                      <a:pt x="897712" y="227514"/>
                      <a:pt x="1067907" y="220459"/>
                    </a:cubicBezTo>
                    <a:cubicBezTo>
                      <a:pt x="1280431" y="211641"/>
                      <a:pt x="1473554" y="300707"/>
                      <a:pt x="1623467" y="428574"/>
                    </a:cubicBezTo>
                    <a:cubicBezTo>
                      <a:pt x="1665795" y="371254"/>
                      <a:pt x="1723996" y="327162"/>
                      <a:pt x="1782198" y="286597"/>
                    </a:cubicBezTo>
                    <a:cubicBezTo>
                      <a:pt x="1688723" y="190477"/>
                      <a:pt x="1570556" y="112875"/>
                      <a:pt x="1439162" y="75838"/>
                    </a:cubicBezTo>
                    <a:cubicBezTo>
                      <a:pt x="1320995" y="42328"/>
                      <a:pt x="1198420" y="14109"/>
                      <a:pt x="1067907" y="8818"/>
                    </a:cubicBezTo>
                    <a:cubicBezTo>
                      <a:pt x="859793" y="0"/>
                      <a:pt x="663143" y="66137"/>
                      <a:pt x="500884" y="172840"/>
                    </a:cubicBezTo>
                    <a:cubicBezTo>
                      <a:pt x="368609" y="261024"/>
                      <a:pt x="252206" y="372136"/>
                      <a:pt x="169313" y="507939"/>
                    </a:cubicBezTo>
                    <a:cubicBezTo>
                      <a:pt x="69665" y="671080"/>
                      <a:pt x="19400" y="862439"/>
                      <a:pt x="9700" y="1067026"/>
                    </a:cubicBezTo>
                    <a:cubicBezTo>
                      <a:pt x="0" y="1268085"/>
                      <a:pt x="66137" y="1455917"/>
                      <a:pt x="163140" y="1616412"/>
                    </a:cubicBezTo>
                    <a:cubicBezTo>
                      <a:pt x="259260" y="1776025"/>
                      <a:pt x="393300" y="1914474"/>
                      <a:pt x="561731" y="1996485"/>
                    </a:cubicBezTo>
                    <a:cubicBezTo>
                      <a:pt x="716053" y="2071441"/>
                      <a:pt x="884485" y="2134934"/>
                      <a:pt x="1067907" y="2125233"/>
                    </a:cubicBezTo>
                    <a:cubicBezTo>
                      <a:pt x="1182547" y="2119060"/>
                      <a:pt x="1296304" y="2113769"/>
                      <a:pt x="1397716" y="2073205"/>
                    </a:cubicBezTo>
                    <a:cubicBezTo>
                      <a:pt x="1501773" y="2030876"/>
                      <a:pt x="1602302" y="1984139"/>
                      <a:pt x="1693132" y="1920647"/>
                    </a:cubicBezTo>
                    <a:cubicBezTo>
                      <a:pt x="1786607" y="1855390"/>
                      <a:pt x="1872145" y="1776025"/>
                      <a:pt x="1931229" y="1678141"/>
                    </a:cubicBezTo>
                    <a:cubicBezTo>
                      <a:pt x="1985021" y="1591720"/>
                      <a:pt x="2043222" y="1505300"/>
                      <a:pt x="2070559" y="1404770"/>
                    </a:cubicBezTo>
                    <a:cubicBezTo>
                      <a:pt x="2100542" y="1297186"/>
                      <a:pt x="2109360" y="1184310"/>
                      <a:pt x="2126115" y="1067026"/>
                    </a:cubicBezTo>
                    <a:cubicBezTo>
                      <a:pt x="2142870" y="952386"/>
                      <a:pt x="2100542" y="841275"/>
                      <a:pt x="2073205" y="734572"/>
                    </a:cubicBezTo>
                    <a:cubicBezTo>
                      <a:pt x="2044986" y="626988"/>
                      <a:pt x="1991194" y="528222"/>
                      <a:pt x="1923292" y="443565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81" name="Rounded Rectangle 11">
                <a:extLst>
                  <a:ext uri="{FF2B5EF4-FFF2-40B4-BE49-F238E27FC236}">
                    <a16:creationId xmlns:a16="http://schemas.microsoft.com/office/drawing/2014/main" id="{0A478CE6-2CDC-51AC-E651-6E3B444EF16D}"/>
                  </a:ext>
                </a:extLst>
              </p:cNvPr>
              <p:cNvSpPr/>
              <p:nvPr/>
            </p:nvSpPr>
            <p:spPr>
              <a:xfrm>
                <a:off x="4304259" y="3069499"/>
                <a:ext cx="654325" cy="646388"/>
              </a:xfrm>
              <a:custGeom>
                <a:avLst/>
                <a:gdLst/>
                <a:ahLst/>
                <a:cxnLst/>
                <a:rect l="0" t="0" r="0" b="0"/>
                <a:pathLst>
                  <a:path w="654325" h="646388">
                    <a:moveTo>
                      <a:pt x="651584" y="323574"/>
                    </a:moveTo>
                    <a:cubicBezTo>
                      <a:pt x="651584" y="148786"/>
                      <a:pt x="511735" y="6530"/>
                      <a:pt x="337838" y="2787"/>
                    </a:cubicBezTo>
                    <a:cubicBezTo>
                      <a:pt x="335432" y="2698"/>
                      <a:pt x="333114" y="2698"/>
                      <a:pt x="330708" y="2698"/>
                    </a:cubicBezTo>
                    <a:cubicBezTo>
                      <a:pt x="314931" y="2698"/>
                      <a:pt x="299511" y="3856"/>
                      <a:pt x="284358" y="5996"/>
                    </a:cubicBezTo>
                    <a:cubicBezTo>
                      <a:pt x="129090" y="28546"/>
                      <a:pt x="9831" y="162333"/>
                      <a:pt x="9831" y="323574"/>
                    </a:cubicBezTo>
                    <a:cubicBezTo>
                      <a:pt x="9831" y="484814"/>
                      <a:pt x="128734" y="618246"/>
                      <a:pt x="283646" y="641064"/>
                    </a:cubicBezTo>
                    <a:cubicBezTo>
                      <a:pt x="298976" y="643292"/>
                      <a:pt x="314753" y="644451"/>
                      <a:pt x="330708" y="644451"/>
                    </a:cubicBezTo>
                    <a:cubicBezTo>
                      <a:pt x="333025" y="644451"/>
                      <a:pt x="335343" y="644450"/>
                      <a:pt x="337660" y="644361"/>
                    </a:cubicBezTo>
                    <a:cubicBezTo>
                      <a:pt x="511646" y="640707"/>
                      <a:pt x="651584" y="498452"/>
                      <a:pt x="651584" y="323574"/>
                    </a:cubicBezTo>
                    <a:close/>
                    <a:moveTo>
                      <a:pt x="651679" y="323635"/>
                    </a:moveTo>
                    <a:cubicBezTo>
                      <a:pt x="654325" y="417110"/>
                      <a:pt x="611996" y="502648"/>
                      <a:pt x="547622" y="559968"/>
                    </a:cubicBezTo>
                    <a:cubicBezTo>
                      <a:pt x="491184" y="610233"/>
                      <a:pt x="417992" y="634924"/>
                      <a:pt x="337744" y="644624"/>
                    </a:cubicBezTo>
                    <a:cubicBezTo>
                      <a:pt x="335099" y="644624"/>
                      <a:pt x="333335" y="644624"/>
                      <a:pt x="330689" y="644624"/>
                    </a:cubicBezTo>
                    <a:cubicBezTo>
                      <a:pt x="314816" y="646388"/>
                      <a:pt x="298943" y="641097"/>
                      <a:pt x="283952" y="641097"/>
                    </a:cubicBezTo>
                    <a:cubicBezTo>
                      <a:pt x="126984" y="638451"/>
                      <a:pt x="19400" y="484130"/>
                      <a:pt x="9700" y="323635"/>
                    </a:cubicBezTo>
                    <a:cubicBezTo>
                      <a:pt x="0" y="162258"/>
                      <a:pt x="132275" y="43210"/>
                      <a:pt x="283952" y="6172"/>
                    </a:cubicBezTo>
                    <a:cubicBezTo>
                      <a:pt x="298943" y="2645"/>
                      <a:pt x="314816" y="0"/>
                      <a:pt x="330689" y="2645"/>
                    </a:cubicBezTo>
                    <a:cubicBezTo>
                      <a:pt x="333335" y="2645"/>
                      <a:pt x="335099" y="2645"/>
                      <a:pt x="337744" y="2645"/>
                    </a:cubicBezTo>
                    <a:cubicBezTo>
                      <a:pt x="506176" y="45855"/>
                      <a:pt x="649915" y="149030"/>
                      <a:pt x="651679" y="323635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A9C907B-1980-0374-3A88-E0B0A77407E2}"/>
                </a:ext>
              </a:extLst>
            </p:cNvPr>
            <p:cNvGrpSpPr/>
            <p:nvPr/>
          </p:nvGrpSpPr>
          <p:grpSpPr>
            <a:xfrm>
              <a:off x="1568692" y="2381499"/>
              <a:ext cx="4246059" cy="2870388"/>
              <a:chOff x="545858" y="1954854"/>
              <a:chExt cx="4246059" cy="2870388"/>
            </a:xfrm>
          </p:grpSpPr>
          <p:sp>
            <p:nvSpPr>
              <p:cNvPr id="78" name="Rounded Rectangle 13">
                <a:extLst>
                  <a:ext uri="{FF2B5EF4-FFF2-40B4-BE49-F238E27FC236}">
                    <a16:creationId xmlns:a16="http://schemas.microsoft.com/office/drawing/2014/main" id="{FDCDB64E-F9E1-0B4D-1AA7-7B51073BCB16}"/>
                  </a:ext>
                </a:extLst>
              </p:cNvPr>
              <p:cNvSpPr/>
              <p:nvPr/>
            </p:nvSpPr>
            <p:spPr>
              <a:xfrm>
                <a:off x="545858" y="1954854"/>
                <a:ext cx="2723121" cy="2870388"/>
              </a:xfrm>
              <a:custGeom>
                <a:avLst/>
                <a:gdLst/>
                <a:ahLst/>
                <a:cxnLst/>
                <a:rect l="0" t="0" r="0" b="0"/>
                <a:pathLst>
                  <a:path w="2723121" h="2870388">
                    <a:moveTo>
                      <a:pt x="2684320" y="2018531"/>
                    </a:moveTo>
                    <a:lnTo>
                      <a:pt x="2723121" y="1887137"/>
                    </a:lnTo>
                    <a:lnTo>
                      <a:pt x="2554689" y="1837754"/>
                    </a:lnTo>
                    <a:lnTo>
                      <a:pt x="2515888" y="1968266"/>
                    </a:lnTo>
                    <a:lnTo>
                      <a:pt x="2684320" y="2018531"/>
                    </a:lnTo>
                    <a:moveTo>
                      <a:pt x="2253100" y="2492961"/>
                    </a:moveTo>
                    <a:lnTo>
                      <a:pt x="2095251" y="2413595"/>
                    </a:lnTo>
                    <a:lnTo>
                      <a:pt x="2233700" y="2139343"/>
                    </a:lnTo>
                    <a:lnTo>
                      <a:pt x="2380967" y="2238109"/>
                    </a:lnTo>
                    <a:lnTo>
                      <a:pt x="2253100" y="2492961"/>
                    </a:lnTo>
                    <a:moveTo>
                      <a:pt x="2233700" y="2139343"/>
                    </a:moveTo>
                    <a:lnTo>
                      <a:pt x="1813944" y="2620827"/>
                    </a:lnTo>
                    <a:lnTo>
                      <a:pt x="1979730" y="2699311"/>
                    </a:lnTo>
                    <a:lnTo>
                      <a:pt x="2380967" y="2238109"/>
                    </a:lnTo>
                    <a:lnTo>
                      <a:pt x="2233700" y="2139343"/>
                    </a:lnTo>
                    <a:moveTo>
                      <a:pt x="1979730" y="2699311"/>
                    </a:moveTo>
                    <a:lnTo>
                      <a:pt x="1813944" y="2620827"/>
                    </a:lnTo>
                    <a:lnTo>
                      <a:pt x="1850981" y="2413595"/>
                    </a:lnTo>
                    <a:lnTo>
                      <a:pt x="2014122" y="2500897"/>
                    </a:lnTo>
                    <a:lnTo>
                      <a:pt x="1979730" y="2699311"/>
                    </a:lnTo>
                    <a:moveTo>
                      <a:pt x="1850981" y="2413595"/>
                    </a:moveTo>
                    <a:lnTo>
                      <a:pt x="1545865" y="2706366"/>
                    </a:lnTo>
                    <a:lnTo>
                      <a:pt x="1695777" y="2806895"/>
                    </a:lnTo>
                    <a:lnTo>
                      <a:pt x="2014122" y="2500897"/>
                    </a:lnTo>
                    <a:lnTo>
                      <a:pt x="1850981" y="2413595"/>
                    </a:lnTo>
                    <a:moveTo>
                      <a:pt x="1695777" y="2806895"/>
                    </a:moveTo>
                    <a:lnTo>
                      <a:pt x="1545865" y="2706366"/>
                    </a:lnTo>
                    <a:lnTo>
                      <a:pt x="1608475" y="2546753"/>
                    </a:lnTo>
                    <a:lnTo>
                      <a:pt x="1759270" y="2644637"/>
                    </a:lnTo>
                    <a:lnTo>
                      <a:pt x="1695777" y="2806895"/>
                    </a:lnTo>
                    <a:moveTo>
                      <a:pt x="1608475" y="2546753"/>
                    </a:moveTo>
                    <a:lnTo>
                      <a:pt x="1381842" y="2779558"/>
                    </a:lnTo>
                    <a:lnTo>
                      <a:pt x="1538810" y="2870388"/>
                    </a:lnTo>
                    <a:lnTo>
                      <a:pt x="1759270" y="2644637"/>
                    </a:lnTo>
                    <a:lnTo>
                      <a:pt x="1608475" y="2546753"/>
                    </a:lnTo>
                    <a:moveTo>
                      <a:pt x="1538810" y="2870388"/>
                    </a:moveTo>
                    <a:lnTo>
                      <a:pt x="1381842" y="2779558"/>
                    </a:lnTo>
                    <a:lnTo>
                      <a:pt x="1446217" y="2550280"/>
                    </a:lnTo>
                    <a:lnTo>
                      <a:pt x="1594366" y="2674620"/>
                    </a:lnTo>
                    <a:lnTo>
                      <a:pt x="1538810" y="2870388"/>
                    </a:lnTo>
                    <a:moveTo>
                      <a:pt x="1446217" y="2550280"/>
                    </a:moveTo>
                    <a:lnTo>
                      <a:pt x="1147273" y="2693138"/>
                    </a:lnTo>
                    <a:lnTo>
                      <a:pt x="1261912" y="2834232"/>
                    </a:lnTo>
                    <a:lnTo>
                      <a:pt x="1594366" y="2674620"/>
                    </a:lnTo>
                    <a:lnTo>
                      <a:pt x="1446217" y="2550280"/>
                    </a:lnTo>
                    <a:moveTo>
                      <a:pt x="1261912" y="2834232"/>
                    </a:moveTo>
                    <a:lnTo>
                      <a:pt x="1387133" y="2669328"/>
                    </a:lnTo>
                    <a:lnTo>
                      <a:pt x="1275140" y="2524707"/>
                    </a:lnTo>
                    <a:lnTo>
                      <a:pt x="1147273" y="2693138"/>
                    </a:lnTo>
                    <a:lnTo>
                      <a:pt x="1261912" y="2834232"/>
                    </a:lnTo>
                    <a:moveTo>
                      <a:pt x="1275140" y="2524707"/>
                    </a:moveTo>
                    <a:lnTo>
                      <a:pt x="970023" y="2649928"/>
                    </a:lnTo>
                    <a:lnTo>
                      <a:pt x="1070553" y="2798959"/>
                    </a:lnTo>
                    <a:lnTo>
                      <a:pt x="1387133" y="2669328"/>
                    </a:lnTo>
                    <a:lnTo>
                      <a:pt x="1275140" y="2524707"/>
                    </a:lnTo>
                    <a:moveTo>
                      <a:pt x="1070553" y="2798959"/>
                    </a:moveTo>
                    <a:lnTo>
                      <a:pt x="1195774" y="2670210"/>
                    </a:lnTo>
                    <a:lnTo>
                      <a:pt x="1095244" y="2519416"/>
                    </a:lnTo>
                    <a:lnTo>
                      <a:pt x="970023" y="2649928"/>
                    </a:lnTo>
                    <a:lnTo>
                      <a:pt x="1070553" y="2798959"/>
                    </a:lnTo>
                    <a:moveTo>
                      <a:pt x="1095244" y="2519416"/>
                    </a:moveTo>
                    <a:lnTo>
                      <a:pt x="800710" y="2634937"/>
                    </a:lnTo>
                    <a:lnTo>
                      <a:pt x="936513" y="2770740"/>
                    </a:lnTo>
                    <a:lnTo>
                      <a:pt x="1195774" y="2670210"/>
                    </a:lnTo>
                    <a:lnTo>
                      <a:pt x="1095244" y="2519416"/>
                    </a:lnTo>
                    <a:moveTo>
                      <a:pt x="936513" y="2770740"/>
                    </a:moveTo>
                    <a:lnTo>
                      <a:pt x="1014115" y="2574090"/>
                    </a:lnTo>
                    <a:lnTo>
                      <a:pt x="879194" y="2433877"/>
                    </a:lnTo>
                    <a:lnTo>
                      <a:pt x="800710" y="2634937"/>
                    </a:lnTo>
                    <a:lnTo>
                      <a:pt x="936513" y="2770740"/>
                    </a:lnTo>
                    <a:moveTo>
                      <a:pt x="879194" y="2433877"/>
                    </a:moveTo>
                    <a:lnTo>
                      <a:pt x="625224" y="2521179"/>
                    </a:lnTo>
                    <a:lnTo>
                      <a:pt x="747800" y="2665801"/>
                    </a:lnTo>
                    <a:lnTo>
                      <a:pt x="1014115" y="2574090"/>
                    </a:lnTo>
                    <a:lnTo>
                      <a:pt x="879194" y="2433877"/>
                    </a:lnTo>
                    <a:moveTo>
                      <a:pt x="747800" y="2665801"/>
                    </a:moveTo>
                    <a:lnTo>
                      <a:pt x="808647" y="2551162"/>
                    </a:lnTo>
                    <a:lnTo>
                      <a:pt x="700180" y="2379203"/>
                    </a:lnTo>
                    <a:lnTo>
                      <a:pt x="625224" y="2521179"/>
                    </a:lnTo>
                    <a:lnTo>
                      <a:pt x="747800" y="2665801"/>
                    </a:lnTo>
                    <a:moveTo>
                      <a:pt x="700180" y="2379203"/>
                    </a:moveTo>
                    <a:lnTo>
                      <a:pt x="470902" y="2388903"/>
                    </a:lnTo>
                    <a:lnTo>
                      <a:pt x="550268" y="2562626"/>
                    </a:lnTo>
                    <a:lnTo>
                      <a:pt x="808647" y="2551162"/>
                    </a:lnTo>
                    <a:lnTo>
                      <a:pt x="700180" y="2379203"/>
                    </a:lnTo>
                    <a:moveTo>
                      <a:pt x="550268" y="2562626"/>
                    </a:moveTo>
                    <a:lnTo>
                      <a:pt x="657852" y="2447987"/>
                    </a:lnTo>
                    <a:lnTo>
                      <a:pt x="581132" y="2271619"/>
                    </a:lnTo>
                    <a:lnTo>
                      <a:pt x="470902" y="2388903"/>
                    </a:lnTo>
                    <a:lnTo>
                      <a:pt x="550268" y="2562626"/>
                    </a:lnTo>
                    <a:moveTo>
                      <a:pt x="581132" y="2271619"/>
                    </a:moveTo>
                    <a:lnTo>
                      <a:pt x="301589" y="2270737"/>
                    </a:lnTo>
                    <a:lnTo>
                      <a:pt x="406528" y="2447105"/>
                    </a:lnTo>
                    <a:lnTo>
                      <a:pt x="657852" y="2447987"/>
                    </a:lnTo>
                    <a:lnTo>
                      <a:pt x="581132" y="2271619"/>
                    </a:lnTo>
                    <a:moveTo>
                      <a:pt x="406528" y="2447105"/>
                    </a:moveTo>
                    <a:lnTo>
                      <a:pt x="485893" y="2300719"/>
                    </a:lnTo>
                    <a:lnTo>
                      <a:pt x="380072" y="2125233"/>
                    </a:lnTo>
                    <a:lnTo>
                      <a:pt x="301589" y="2270737"/>
                    </a:lnTo>
                    <a:lnTo>
                      <a:pt x="406528" y="2447105"/>
                    </a:lnTo>
                    <a:moveTo>
                      <a:pt x="380072" y="2125233"/>
                    </a:moveTo>
                    <a:lnTo>
                      <a:pt x="218696" y="2126115"/>
                    </a:lnTo>
                    <a:lnTo>
                      <a:pt x="354499" y="2301601"/>
                    </a:lnTo>
                    <a:lnTo>
                      <a:pt x="485893" y="2300719"/>
                    </a:lnTo>
                    <a:lnTo>
                      <a:pt x="380072" y="2125233"/>
                    </a:lnTo>
                    <a:moveTo>
                      <a:pt x="354499" y="2301601"/>
                    </a:moveTo>
                    <a:lnTo>
                      <a:pt x="401237" y="2121706"/>
                    </a:lnTo>
                    <a:lnTo>
                      <a:pt x="270724" y="1926819"/>
                    </a:lnTo>
                    <a:lnTo>
                      <a:pt x="218696" y="2126115"/>
                    </a:lnTo>
                    <a:lnTo>
                      <a:pt x="354499" y="2301601"/>
                    </a:lnTo>
                    <a:moveTo>
                      <a:pt x="270724" y="1926819"/>
                    </a:moveTo>
                    <a:lnTo>
                      <a:pt x="61728" y="1899482"/>
                    </a:lnTo>
                    <a:lnTo>
                      <a:pt x="162258" y="2090842"/>
                    </a:lnTo>
                    <a:lnTo>
                      <a:pt x="401237" y="2121706"/>
                    </a:lnTo>
                    <a:lnTo>
                      <a:pt x="270724" y="1926819"/>
                    </a:lnTo>
                    <a:moveTo>
                      <a:pt x="162258" y="2090842"/>
                    </a:moveTo>
                    <a:lnTo>
                      <a:pt x="246033" y="1888018"/>
                    </a:lnTo>
                    <a:lnTo>
                      <a:pt x="216932" y="1709887"/>
                    </a:lnTo>
                    <a:lnTo>
                      <a:pt x="155203" y="1625230"/>
                    </a:lnTo>
                    <a:lnTo>
                      <a:pt x="238978" y="1419762"/>
                    </a:lnTo>
                    <a:lnTo>
                      <a:pt x="75838" y="1352742"/>
                    </a:lnTo>
                    <a:lnTo>
                      <a:pt x="0" y="1537928"/>
                    </a:lnTo>
                    <a:lnTo>
                      <a:pt x="48501" y="1768088"/>
                    </a:lnTo>
                    <a:lnTo>
                      <a:pt x="103175" y="1820117"/>
                    </a:lnTo>
                    <a:lnTo>
                      <a:pt x="61728" y="1899482"/>
                    </a:lnTo>
                    <a:lnTo>
                      <a:pt x="162258" y="2090842"/>
                    </a:lnTo>
                    <a:moveTo>
                      <a:pt x="2649928" y="1557329"/>
                    </a:moveTo>
                    <a:lnTo>
                      <a:pt x="2716066" y="1308650"/>
                    </a:lnTo>
                    <a:lnTo>
                      <a:pt x="2684320" y="1163146"/>
                    </a:lnTo>
                    <a:lnTo>
                      <a:pt x="2596136" y="1044980"/>
                    </a:lnTo>
                    <a:lnTo>
                      <a:pt x="2614654" y="972669"/>
                    </a:lnTo>
                    <a:lnTo>
                      <a:pt x="2485906" y="759264"/>
                    </a:lnTo>
                    <a:lnTo>
                      <a:pt x="2431232" y="977078"/>
                    </a:lnTo>
                    <a:lnTo>
                      <a:pt x="2489433" y="1187838"/>
                    </a:lnTo>
                    <a:lnTo>
                      <a:pt x="2567035" y="1265440"/>
                    </a:lnTo>
                    <a:lnTo>
                      <a:pt x="2483260" y="1497363"/>
                    </a:lnTo>
                    <a:lnTo>
                      <a:pt x="2649928" y="1557329"/>
                    </a:lnTo>
                    <a:moveTo>
                      <a:pt x="2485906" y="759264"/>
                    </a:moveTo>
                    <a:lnTo>
                      <a:pt x="2511479" y="765436"/>
                    </a:lnTo>
                    <a:lnTo>
                      <a:pt x="2515888" y="625224"/>
                    </a:lnTo>
                    <a:lnTo>
                      <a:pt x="2339520" y="619933"/>
                    </a:lnTo>
                    <a:lnTo>
                      <a:pt x="2335111" y="745154"/>
                    </a:lnTo>
                    <a:lnTo>
                      <a:pt x="2483260" y="940041"/>
                    </a:lnTo>
                    <a:lnTo>
                      <a:pt x="2614654" y="972669"/>
                    </a:lnTo>
                    <a:lnTo>
                      <a:pt x="2485906" y="759264"/>
                    </a:lnTo>
                    <a:moveTo>
                      <a:pt x="2160507" y="548504"/>
                    </a:moveTo>
                    <a:lnTo>
                      <a:pt x="2207244" y="388891"/>
                    </a:lnTo>
                    <a:lnTo>
                      <a:pt x="2059095" y="265433"/>
                    </a:lnTo>
                    <a:lnTo>
                      <a:pt x="1991194" y="498239"/>
                    </a:lnTo>
                    <a:lnTo>
                      <a:pt x="2160507" y="548504"/>
                    </a:lnTo>
                    <a:moveTo>
                      <a:pt x="2059095" y="265433"/>
                    </a:moveTo>
                    <a:lnTo>
                      <a:pt x="1887137" y="350972"/>
                    </a:lnTo>
                    <a:lnTo>
                      <a:pt x="2054686" y="464729"/>
                    </a:lnTo>
                    <a:lnTo>
                      <a:pt x="2207244" y="388891"/>
                    </a:lnTo>
                    <a:lnTo>
                      <a:pt x="2059095" y="265433"/>
                    </a:lnTo>
                    <a:moveTo>
                      <a:pt x="2054686" y="464729"/>
                    </a:moveTo>
                    <a:lnTo>
                      <a:pt x="2067032" y="309525"/>
                    </a:lnTo>
                    <a:lnTo>
                      <a:pt x="1901246" y="180777"/>
                    </a:lnTo>
                    <a:lnTo>
                      <a:pt x="1887137" y="350972"/>
                    </a:lnTo>
                    <a:lnTo>
                      <a:pt x="2054686" y="464729"/>
                    </a:lnTo>
                    <a:moveTo>
                      <a:pt x="1901246" y="180777"/>
                    </a:moveTo>
                    <a:lnTo>
                      <a:pt x="1691368" y="253088"/>
                    </a:lnTo>
                    <a:lnTo>
                      <a:pt x="1813944" y="397709"/>
                    </a:lnTo>
                    <a:lnTo>
                      <a:pt x="2067032" y="309525"/>
                    </a:lnTo>
                    <a:lnTo>
                      <a:pt x="1901246" y="180777"/>
                    </a:lnTo>
                    <a:moveTo>
                      <a:pt x="1813944" y="397709"/>
                    </a:moveTo>
                    <a:lnTo>
                      <a:pt x="1878318" y="278661"/>
                    </a:lnTo>
                    <a:lnTo>
                      <a:pt x="1757506" y="132275"/>
                    </a:lnTo>
                    <a:lnTo>
                      <a:pt x="1691368" y="253088"/>
                    </a:lnTo>
                    <a:lnTo>
                      <a:pt x="1813944" y="397709"/>
                    </a:lnTo>
                    <a:moveTo>
                      <a:pt x="1757506" y="132275"/>
                    </a:moveTo>
                    <a:lnTo>
                      <a:pt x="1526464" y="206350"/>
                    </a:lnTo>
                    <a:lnTo>
                      <a:pt x="1658740" y="348326"/>
                    </a:lnTo>
                    <a:lnTo>
                      <a:pt x="1878318" y="278661"/>
                    </a:lnTo>
                    <a:lnTo>
                      <a:pt x="1757506" y="132275"/>
                    </a:lnTo>
                    <a:moveTo>
                      <a:pt x="1658740" y="348326"/>
                    </a:moveTo>
                    <a:lnTo>
                      <a:pt x="1738106" y="151676"/>
                    </a:lnTo>
                    <a:lnTo>
                      <a:pt x="1594366" y="37037"/>
                    </a:lnTo>
                    <a:lnTo>
                      <a:pt x="1526464" y="206350"/>
                    </a:lnTo>
                    <a:lnTo>
                      <a:pt x="1658740" y="348326"/>
                    </a:lnTo>
                    <a:moveTo>
                      <a:pt x="1594366" y="37037"/>
                    </a:moveTo>
                    <a:lnTo>
                      <a:pt x="1326287" y="224869"/>
                    </a:lnTo>
                    <a:lnTo>
                      <a:pt x="1476199" y="335099"/>
                    </a:lnTo>
                    <a:lnTo>
                      <a:pt x="1738106" y="151676"/>
                    </a:lnTo>
                    <a:lnTo>
                      <a:pt x="1594366" y="37037"/>
                    </a:lnTo>
                    <a:moveTo>
                      <a:pt x="1476199" y="335099"/>
                    </a:moveTo>
                    <a:lnTo>
                      <a:pt x="1326287" y="224869"/>
                    </a:lnTo>
                    <a:lnTo>
                      <a:pt x="1380961" y="52910"/>
                    </a:lnTo>
                    <a:lnTo>
                      <a:pt x="1527346" y="174604"/>
                    </a:lnTo>
                    <a:lnTo>
                      <a:pt x="1476199" y="335099"/>
                    </a:lnTo>
                    <a:moveTo>
                      <a:pt x="1380961" y="52910"/>
                    </a:moveTo>
                    <a:lnTo>
                      <a:pt x="1140218" y="181658"/>
                    </a:lnTo>
                    <a:lnTo>
                      <a:pt x="1291013" y="300707"/>
                    </a:lnTo>
                    <a:lnTo>
                      <a:pt x="1527346" y="174604"/>
                    </a:lnTo>
                    <a:lnTo>
                      <a:pt x="1380961" y="52910"/>
                    </a:lnTo>
                    <a:moveTo>
                      <a:pt x="1291013" y="300707"/>
                    </a:moveTo>
                    <a:lnTo>
                      <a:pt x="1140218" y="181658"/>
                    </a:lnTo>
                    <a:lnTo>
                      <a:pt x="1188719" y="0"/>
                    </a:lnTo>
                    <a:lnTo>
                      <a:pt x="1346569" y="92593"/>
                    </a:lnTo>
                    <a:lnTo>
                      <a:pt x="1291013" y="300707"/>
                    </a:lnTo>
                    <a:moveTo>
                      <a:pt x="1188719" y="0"/>
                    </a:moveTo>
                    <a:lnTo>
                      <a:pt x="941804" y="238978"/>
                    </a:lnTo>
                    <a:lnTo>
                      <a:pt x="1088190" y="342153"/>
                    </a:lnTo>
                    <a:lnTo>
                      <a:pt x="1346569" y="92593"/>
                    </a:lnTo>
                    <a:lnTo>
                      <a:pt x="1188719" y="0"/>
                    </a:lnTo>
                    <a:moveTo>
                      <a:pt x="1088190" y="342153"/>
                    </a:moveTo>
                    <a:lnTo>
                      <a:pt x="941804" y="238978"/>
                    </a:lnTo>
                    <a:lnTo>
                      <a:pt x="1038807" y="26455"/>
                    </a:lnTo>
                    <a:lnTo>
                      <a:pt x="1181665" y="138448"/>
                    </a:lnTo>
                    <a:lnTo>
                      <a:pt x="1088190" y="342153"/>
                    </a:lnTo>
                    <a:moveTo>
                      <a:pt x="1038807" y="26455"/>
                    </a:moveTo>
                    <a:lnTo>
                      <a:pt x="639333" y="343917"/>
                    </a:lnTo>
                    <a:lnTo>
                      <a:pt x="764555" y="470020"/>
                    </a:lnTo>
                    <a:lnTo>
                      <a:pt x="1181665" y="138448"/>
                    </a:lnTo>
                    <a:lnTo>
                      <a:pt x="1038807" y="26455"/>
                    </a:lnTo>
                    <a:moveTo>
                      <a:pt x="764555" y="470020"/>
                    </a:moveTo>
                    <a:lnTo>
                      <a:pt x="639333" y="343917"/>
                    </a:lnTo>
                    <a:lnTo>
                      <a:pt x="787482" y="157849"/>
                    </a:lnTo>
                    <a:lnTo>
                      <a:pt x="920640" y="274252"/>
                    </a:lnTo>
                    <a:lnTo>
                      <a:pt x="764555" y="470020"/>
                    </a:lnTo>
                    <a:moveTo>
                      <a:pt x="787482" y="157849"/>
                    </a:moveTo>
                    <a:lnTo>
                      <a:pt x="359790" y="601414"/>
                    </a:lnTo>
                    <a:lnTo>
                      <a:pt x="521167" y="688716"/>
                    </a:lnTo>
                    <a:lnTo>
                      <a:pt x="920640" y="274252"/>
                    </a:lnTo>
                    <a:lnTo>
                      <a:pt x="787482" y="157849"/>
                    </a:lnTo>
                    <a:moveTo>
                      <a:pt x="521167" y="688716"/>
                    </a:moveTo>
                    <a:lnTo>
                      <a:pt x="359790" y="601414"/>
                    </a:lnTo>
                    <a:lnTo>
                      <a:pt x="418873" y="337744"/>
                    </a:lnTo>
                    <a:lnTo>
                      <a:pt x="590832" y="376545"/>
                    </a:lnTo>
                    <a:lnTo>
                      <a:pt x="521167" y="688716"/>
                    </a:lnTo>
                    <a:moveTo>
                      <a:pt x="139330" y="1063498"/>
                    </a:moveTo>
                    <a:lnTo>
                      <a:pt x="226632" y="971787"/>
                    </a:lnTo>
                    <a:lnTo>
                      <a:pt x="98766" y="850093"/>
                    </a:lnTo>
                    <a:lnTo>
                      <a:pt x="11463" y="941804"/>
                    </a:lnTo>
                    <a:lnTo>
                      <a:pt x="139330" y="1063498"/>
                    </a:lnTo>
                  </a:path>
                </a:pathLst>
              </a:custGeom>
              <a:solidFill>
                <a:srgbClr val="FFE4C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79" name="Rounded Rectangle 14">
                <a:extLst>
                  <a:ext uri="{FF2B5EF4-FFF2-40B4-BE49-F238E27FC236}">
                    <a16:creationId xmlns:a16="http://schemas.microsoft.com/office/drawing/2014/main" id="{1D76B494-5BC0-CFA7-94E0-27E915A93EBC}"/>
                  </a:ext>
                </a:extLst>
              </p:cNvPr>
              <p:cNvSpPr/>
              <p:nvPr/>
            </p:nvSpPr>
            <p:spPr>
              <a:xfrm>
                <a:off x="4115546" y="4038641"/>
                <a:ext cx="676371" cy="670198"/>
              </a:xfrm>
              <a:custGeom>
                <a:avLst/>
                <a:gdLst/>
                <a:ahLst/>
                <a:cxnLst/>
                <a:rect l="0" t="0" r="0" b="0"/>
                <a:pathLst>
                  <a:path w="676371" h="670198">
                    <a:moveTo>
                      <a:pt x="161376" y="666670"/>
                    </a:moveTo>
                    <a:lnTo>
                      <a:pt x="170195" y="490302"/>
                    </a:lnTo>
                    <a:lnTo>
                      <a:pt x="313934" y="497357"/>
                    </a:lnTo>
                    <a:lnTo>
                      <a:pt x="235451" y="670198"/>
                    </a:lnTo>
                    <a:lnTo>
                      <a:pt x="161376" y="666670"/>
                    </a:lnTo>
                    <a:moveTo>
                      <a:pt x="313934" y="497357"/>
                    </a:moveTo>
                    <a:lnTo>
                      <a:pt x="95238" y="269842"/>
                    </a:lnTo>
                    <a:lnTo>
                      <a:pt x="0" y="425046"/>
                    </a:lnTo>
                    <a:lnTo>
                      <a:pt x="235451" y="670198"/>
                    </a:lnTo>
                    <a:lnTo>
                      <a:pt x="313934" y="497357"/>
                    </a:lnTo>
                    <a:moveTo>
                      <a:pt x="0" y="425046"/>
                    </a:moveTo>
                    <a:lnTo>
                      <a:pt x="531749" y="587305"/>
                    </a:lnTo>
                    <a:lnTo>
                      <a:pt x="612878" y="427692"/>
                    </a:lnTo>
                    <a:lnTo>
                      <a:pt x="95238" y="269842"/>
                    </a:lnTo>
                    <a:lnTo>
                      <a:pt x="0" y="425046"/>
                    </a:lnTo>
                    <a:moveTo>
                      <a:pt x="612878" y="427692"/>
                    </a:moveTo>
                    <a:lnTo>
                      <a:pt x="154321" y="86420"/>
                    </a:lnTo>
                    <a:lnTo>
                      <a:pt x="67019" y="240742"/>
                    </a:lnTo>
                    <a:lnTo>
                      <a:pt x="531749" y="587305"/>
                    </a:lnTo>
                    <a:lnTo>
                      <a:pt x="612878" y="427692"/>
                    </a:lnTo>
                    <a:moveTo>
                      <a:pt x="67019" y="240742"/>
                    </a:moveTo>
                    <a:lnTo>
                      <a:pt x="564377" y="445329"/>
                    </a:lnTo>
                    <a:lnTo>
                      <a:pt x="676371" y="300707"/>
                    </a:lnTo>
                    <a:lnTo>
                      <a:pt x="154321" y="86420"/>
                    </a:lnTo>
                    <a:lnTo>
                      <a:pt x="67019" y="240742"/>
                    </a:lnTo>
                    <a:moveTo>
                      <a:pt x="676371" y="300707"/>
                    </a:moveTo>
                    <a:lnTo>
                      <a:pt x="454147" y="0"/>
                    </a:lnTo>
                    <a:lnTo>
                      <a:pt x="368609" y="179895"/>
                    </a:lnTo>
                    <a:lnTo>
                      <a:pt x="564377" y="445329"/>
                    </a:lnTo>
                    <a:lnTo>
                      <a:pt x="676371" y="300707"/>
                    </a:lnTo>
                    <a:moveTo>
                      <a:pt x="368609" y="179895"/>
                    </a:moveTo>
                    <a:lnTo>
                      <a:pt x="454147" y="0"/>
                    </a:lnTo>
                    <a:lnTo>
                      <a:pt x="464729" y="0"/>
                    </a:lnTo>
                    <a:lnTo>
                      <a:pt x="471784" y="176367"/>
                    </a:lnTo>
                    <a:lnTo>
                      <a:pt x="368609" y="179895"/>
                    </a:lnTo>
                  </a:path>
                </a:pathLst>
              </a:custGeom>
              <a:solidFill>
                <a:srgbClr val="FFE4C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5506145-8B8D-5F9C-F0EA-255DA00904CF}"/>
                </a:ext>
              </a:extLst>
            </p:cNvPr>
            <p:cNvGrpSpPr/>
            <p:nvPr/>
          </p:nvGrpSpPr>
          <p:grpSpPr>
            <a:xfrm>
              <a:off x="1551056" y="2431763"/>
              <a:ext cx="4287504" cy="2761040"/>
              <a:chOff x="528222" y="2005118"/>
              <a:chExt cx="4287504" cy="2761040"/>
            </a:xfrm>
          </p:grpSpPr>
          <p:sp>
            <p:nvSpPr>
              <p:cNvPr id="76" name="Rounded Rectangle 16">
                <a:extLst>
                  <a:ext uri="{FF2B5EF4-FFF2-40B4-BE49-F238E27FC236}">
                    <a16:creationId xmlns:a16="http://schemas.microsoft.com/office/drawing/2014/main" id="{4C14E194-6A0F-7842-5D71-3EF7E71F824E}"/>
                  </a:ext>
                </a:extLst>
              </p:cNvPr>
              <p:cNvSpPr/>
              <p:nvPr/>
            </p:nvSpPr>
            <p:spPr>
              <a:xfrm>
                <a:off x="528222" y="2005118"/>
                <a:ext cx="2761040" cy="2761040"/>
              </a:xfrm>
              <a:custGeom>
                <a:avLst/>
                <a:gdLst/>
                <a:ahLst/>
                <a:cxnLst/>
                <a:rect l="0" t="0" r="0" b="0"/>
                <a:pathLst>
                  <a:path w="2761040" h="2761040">
                    <a:moveTo>
                      <a:pt x="2469415" y="547975"/>
                    </a:moveTo>
                    <a:cubicBezTo>
                      <a:pt x="2646842" y="779634"/>
                      <a:pt x="2752221" y="1069318"/>
                      <a:pt x="2752221" y="1383606"/>
                    </a:cubicBezTo>
                    <a:cubicBezTo>
                      <a:pt x="2752221" y="2143399"/>
                      <a:pt x="2136345" y="2759276"/>
                      <a:pt x="1376551" y="2759276"/>
                    </a:cubicBezTo>
                    <a:cubicBezTo>
                      <a:pt x="616758" y="2759276"/>
                      <a:pt x="881" y="2143487"/>
                      <a:pt x="881" y="1383606"/>
                    </a:cubicBezTo>
                    <a:cubicBezTo>
                      <a:pt x="881" y="623725"/>
                      <a:pt x="616758" y="7936"/>
                      <a:pt x="1376551" y="7936"/>
                    </a:cubicBezTo>
                    <a:cubicBezTo>
                      <a:pt x="1745866" y="7936"/>
                      <a:pt x="2081230" y="153440"/>
                      <a:pt x="2328321" y="390302"/>
                    </a:cubicBezTo>
                    <a:lnTo>
                      <a:pt x="2170031" y="531925"/>
                    </a:lnTo>
                    <a:cubicBezTo>
                      <a:pt x="1962093" y="338185"/>
                      <a:pt x="1683167" y="219578"/>
                      <a:pt x="1376551" y="219578"/>
                    </a:cubicBezTo>
                    <a:cubicBezTo>
                      <a:pt x="733690" y="219578"/>
                      <a:pt x="212523" y="740833"/>
                      <a:pt x="212523" y="1383606"/>
                    </a:cubicBezTo>
                    <a:cubicBezTo>
                      <a:pt x="212523" y="2026379"/>
                      <a:pt x="733690" y="2547635"/>
                      <a:pt x="1376551" y="2547635"/>
                    </a:cubicBezTo>
                    <a:cubicBezTo>
                      <a:pt x="2019413" y="2547635"/>
                      <a:pt x="2540580" y="2026467"/>
                      <a:pt x="2540580" y="1383606"/>
                    </a:cubicBezTo>
                    <a:cubicBezTo>
                      <a:pt x="2540580" y="1123552"/>
                      <a:pt x="2455218" y="883427"/>
                      <a:pt x="2311125" y="689598"/>
                    </a:cubicBezTo>
                    <a:close/>
                    <a:moveTo>
                      <a:pt x="2469151" y="547622"/>
                    </a:moveTo>
                    <a:cubicBezTo>
                      <a:pt x="2409186" y="584659"/>
                      <a:pt x="2353630" y="633160"/>
                      <a:pt x="2311302" y="689598"/>
                    </a:cubicBezTo>
                    <a:cubicBezTo>
                      <a:pt x="2389785" y="789246"/>
                      <a:pt x="2456805" y="903003"/>
                      <a:pt x="2485024" y="1029107"/>
                    </a:cubicBezTo>
                    <a:cubicBezTo>
                      <a:pt x="2511479" y="1142864"/>
                      <a:pt x="2552926" y="1260149"/>
                      <a:pt x="2540580" y="1383606"/>
                    </a:cubicBezTo>
                    <a:cubicBezTo>
                      <a:pt x="2520298" y="1591720"/>
                      <a:pt x="2475324" y="1783080"/>
                      <a:pt x="2388903" y="1957684"/>
                    </a:cubicBezTo>
                    <a:cubicBezTo>
                      <a:pt x="2294547" y="2150807"/>
                      <a:pt x="2133170" y="2313065"/>
                      <a:pt x="1938283" y="2403013"/>
                    </a:cubicBezTo>
                    <a:cubicBezTo>
                      <a:pt x="1766325" y="2483260"/>
                      <a:pt x="1580256" y="2559980"/>
                      <a:pt x="1376551" y="2547635"/>
                    </a:cubicBezTo>
                    <a:cubicBezTo>
                      <a:pt x="1166674" y="2534407"/>
                      <a:pt x="962969" y="2502661"/>
                      <a:pt x="798946" y="2394194"/>
                    </a:cubicBezTo>
                    <a:cubicBezTo>
                      <a:pt x="621697" y="2276910"/>
                      <a:pt x="465611" y="2131406"/>
                      <a:pt x="358026" y="1947102"/>
                    </a:cubicBezTo>
                    <a:cubicBezTo>
                      <a:pt x="261024" y="1782198"/>
                      <a:pt x="211641" y="1588193"/>
                      <a:pt x="212523" y="1383606"/>
                    </a:cubicBezTo>
                    <a:cubicBezTo>
                      <a:pt x="213405" y="1150800"/>
                      <a:pt x="274252" y="930340"/>
                      <a:pt x="398591" y="752209"/>
                    </a:cubicBezTo>
                    <a:cubicBezTo>
                      <a:pt x="500003" y="605823"/>
                      <a:pt x="634042" y="489421"/>
                      <a:pt x="778664" y="385363"/>
                    </a:cubicBezTo>
                    <a:cubicBezTo>
                      <a:pt x="943568" y="265433"/>
                      <a:pt x="1157855" y="229278"/>
                      <a:pt x="1376551" y="219578"/>
                    </a:cubicBezTo>
                    <a:cubicBezTo>
                      <a:pt x="1542337" y="212523"/>
                      <a:pt x="1695777" y="268079"/>
                      <a:pt x="1843926" y="317462"/>
                    </a:cubicBezTo>
                    <a:cubicBezTo>
                      <a:pt x="1969148" y="358908"/>
                      <a:pt x="2078496" y="439156"/>
                      <a:pt x="2170207" y="531749"/>
                    </a:cubicBezTo>
                    <a:cubicBezTo>
                      <a:pt x="2215181" y="477075"/>
                      <a:pt x="2275146" y="437392"/>
                      <a:pt x="2328056" y="390655"/>
                    </a:cubicBezTo>
                    <a:cubicBezTo>
                      <a:pt x="2186962" y="269842"/>
                      <a:pt x="2029113" y="174604"/>
                      <a:pt x="1858036" y="94356"/>
                    </a:cubicBezTo>
                    <a:cubicBezTo>
                      <a:pt x="1713414" y="26455"/>
                      <a:pt x="1545865" y="13227"/>
                      <a:pt x="1376551" y="7936"/>
                    </a:cubicBezTo>
                    <a:cubicBezTo>
                      <a:pt x="1123463" y="0"/>
                      <a:pt x="884485" y="75838"/>
                      <a:pt x="681662" y="196650"/>
                    </a:cubicBezTo>
                    <a:cubicBezTo>
                      <a:pt x="484130" y="313053"/>
                      <a:pt x="320107" y="477957"/>
                      <a:pt x="198413" y="672843"/>
                    </a:cubicBezTo>
                    <a:cubicBezTo>
                      <a:pt x="69665" y="878312"/>
                      <a:pt x="0" y="1123463"/>
                      <a:pt x="881" y="1383606"/>
                    </a:cubicBezTo>
                    <a:cubicBezTo>
                      <a:pt x="881" y="1492072"/>
                      <a:pt x="13227" y="1598775"/>
                      <a:pt x="37037" y="1700187"/>
                    </a:cubicBezTo>
                    <a:cubicBezTo>
                      <a:pt x="61728" y="1804244"/>
                      <a:pt x="92593" y="1907419"/>
                      <a:pt x="145503" y="1997367"/>
                    </a:cubicBezTo>
                    <a:cubicBezTo>
                      <a:pt x="198413" y="2088196"/>
                      <a:pt x="253088" y="2176380"/>
                      <a:pt x="315698" y="2260155"/>
                    </a:cubicBezTo>
                    <a:cubicBezTo>
                      <a:pt x="373018" y="2335993"/>
                      <a:pt x="439156" y="2406540"/>
                      <a:pt x="517639" y="2458569"/>
                    </a:cubicBezTo>
                    <a:cubicBezTo>
                      <a:pt x="594360" y="2508834"/>
                      <a:pt x="664907" y="2570562"/>
                      <a:pt x="749563" y="2608482"/>
                    </a:cubicBezTo>
                    <a:cubicBezTo>
                      <a:pt x="845684" y="2651692"/>
                      <a:pt x="947977" y="2681674"/>
                      <a:pt x="1048507" y="2719593"/>
                    </a:cubicBezTo>
                    <a:cubicBezTo>
                      <a:pt x="1149919" y="2758394"/>
                      <a:pt x="1263676" y="2758394"/>
                      <a:pt x="1376551" y="2759276"/>
                    </a:cubicBezTo>
                    <a:cubicBezTo>
                      <a:pt x="1528228" y="2761040"/>
                      <a:pt x="1676377" y="2741639"/>
                      <a:pt x="1809535" y="2689611"/>
                    </a:cubicBezTo>
                    <a:cubicBezTo>
                      <a:pt x="1932992" y="2641991"/>
                      <a:pt x="2052922" y="2589963"/>
                      <a:pt x="2159625" y="2515007"/>
                    </a:cubicBezTo>
                    <a:cubicBezTo>
                      <a:pt x="2287492" y="2425059"/>
                      <a:pt x="2395958" y="2311302"/>
                      <a:pt x="2492961" y="2187844"/>
                    </a:cubicBezTo>
                    <a:cubicBezTo>
                      <a:pt x="2581144" y="2074968"/>
                      <a:pt x="2643755" y="1941811"/>
                      <a:pt x="2687847" y="1801598"/>
                    </a:cubicBezTo>
                    <a:cubicBezTo>
                      <a:pt x="2729294" y="1669322"/>
                      <a:pt x="2747812" y="1529110"/>
                      <a:pt x="2752221" y="1383606"/>
                    </a:cubicBezTo>
                    <a:cubicBezTo>
                      <a:pt x="2761040" y="1069671"/>
                      <a:pt x="2650810" y="776018"/>
                      <a:pt x="2469151" y="547622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77" name="Rounded Rectangle 17">
                <a:extLst>
                  <a:ext uri="{FF2B5EF4-FFF2-40B4-BE49-F238E27FC236}">
                    <a16:creationId xmlns:a16="http://schemas.microsoft.com/office/drawing/2014/main" id="{4ACA8444-245D-82E1-E789-011C37A314C0}"/>
                  </a:ext>
                </a:extLst>
              </p:cNvPr>
              <p:cNvSpPr/>
              <p:nvPr/>
            </p:nvSpPr>
            <p:spPr>
              <a:xfrm>
                <a:off x="4071454" y="4017177"/>
                <a:ext cx="744272" cy="711722"/>
              </a:xfrm>
              <a:custGeom>
                <a:avLst/>
                <a:gdLst/>
                <a:ahLst/>
                <a:cxnLst/>
                <a:rect l="0" t="0" r="0" b="0"/>
                <a:pathLst>
                  <a:path w="744272" h="711722">
                    <a:moveTo>
                      <a:pt x="665570" y="472491"/>
                    </a:moveTo>
                    <a:cubicBezTo>
                      <a:pt x="598720" y="633820"/>
                      <a:pt x="415464" y="711722"/>
                      <a:pt x="253422" y="648973"/>
                    </a:cubicBezTo>
                    <a:cubicBezTo>
                      <a:pt x="251015" y="648081"/>
                      <a:pt x="248698" y="647101"/>
                      <a:pt x="246291" y="646120"/>
                    </a:cubicBezTo>
                    <a:cubicBezTo>
                      <a:pt x="231495" y="639970"/>
                      <a:pt x="217412" y="632929"/>
                      <a:pt x="204132" y="624907"/>
                    </a:cubicBezTo>
                    <a:cubicBezTo>
                      <a:pt x="69720" y="544599"/>
                      <a:pt x="10981" y="375782"/>
                      <a:pt x="72661" y="226842"/>
                    </a:cubicBezTo>
                    <a:cubicBezTo>
                      <a:pt x="134430" y="77901"/>
                      <a:pt x="295403" y="0"/>
                      <a:pt x="447374" y="38416"/>
                    </a:cubicBezTo>
                    <a:cubicBezTo>
                      <a:pt x="462348" y="42248"/>
                      <a:pt x="477233" y="47151"/>
                      <a:pt x="491851" y="53211"/>
                    </a:cubicBezTo>
                    <a:cubicBezTo>
                      <a:pt x="494347" y="54281"/>
                      <a:pt x="496842" y="55262"/>
                      <a:pt x="499249" y="56420"/>
                    </a:cubicBezTo>
                    <a:cubicBezTo>
                      <a:pt x="657904" y="126746"/>
                      <a:pt x="732330" y="311250"/>
                      <a:pt x="665570" y="472491"/>
                    </a:cubicBezTo>
                    <a:close/>
                    <a:moveTo>
                      <a:pt x="665789" y="472083"/>
                    </a:moveTo>
                    <a:cubicBezTo>
                      <a:pt x="587305" y="628169"/>
                      <a:pt x="420637" y="696952"/>
                      <a:pt x="253088" y="649333"/>
                    </a:cubicBezTo>
                    <a:cubicBezTo>
                      <a:pt x="251324" y="648451"/>
                      <a:pt x="248678" y="647569"/>
                      <a:pt x="246033" y="645806"/>
                    </a:cubicBezTo>
                    <a:cubicBezTo>
                      <a:pt x="232805" y="637869"/>
                      <a:pt x="218696" y="629933"/>
                      <a:pt x="203704" y="624641"/>
                    </a:cubicBezTo>
                    <a:cubicBezTo>
                      <a:pt x="55555" y="576140"/>
                      <a:pt x="0" y="370672"/>
                      <a:pt x="72310" y="226932"/>
                    </a:cubicBezTo>
                    <a:cubicBezTo>
                      <a:pt x="145503" y="83192"/>
                      <a:pt x="292770" y="11763"/>
                      <a:pt x="447092" y="38218"/>
                    </a:cubicBezTo>
                    <a:cubicBezTo>
                      <a:pt x="462965" y="40864"/>
                      <a:pt x="478838" y="43509"/>
                      <a:pt x="492066" y="53209"/>
                    </a:cubicBezTo>
                    <a:cubicBezTo>
                      <a:pt x="493830" y="54973"/>
                      <a:pt x="497357" y="54973"/>
                      <a:pt x="499121" y="56737"/>
                    </a:cubicBezTo>
                    <a:cubicBezTo>
                      <a:pt x="637570" y="160794"/>
                      <a:pt x="744272" y="316879"/>
                      <a:pt x="665789" y="472083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B7ED019-2101-1D19-1B1A-525266036FF7}"/>
                </a:ext>
              </a:extLst>
            </p:cNvPr>
            <p:cNvGrpSpPr/>
            <p:nvPr/>
          </p:nvGrpSpPr>
          <p:grpSpPr>
            <a:xfrm>
              <a:off x="2202735" y="2478156"/>
              <a:ext cx="3571451" cy="2099661"/>
              <a:chOff x="1179901" y="2051511"/>
              <a:chExt cx="3571451" cy="2099661"/>
            </a:xfrm>
          </p:grpSpPr>
          <p:sp>
            <p:nvSpPr>
              <p:cNvPr id="74" name="Rounded Rectangle 19">
                <a:extLst>
                  <a:ext uri="{FF2B5EF4-FFF2-40B4-BE49-F238E27FC236}">
                    <a16:creationId xmlns:a16="http://schemas.microsoft.com/office/drawing/2014/main" id="{51DF8C89-C706-AEBB-C66F-F75EE4EDAF8F}"/>
                  </a:ext>
                </a:extLst>
              </p:cNvPr>
              <p:cNvSpPr/>
              <p:nvPr/>
            </p:nvSpPr>
            <p:spPr>
              <a:xfrm>
                <a:off x="1179901" y="2633526"/>
                <a:ext cx="1475317" cy="1517646"/>
              </a:xfrm>
              <a:custGeom>
                <a:avLst/>
                <a:gdLst/>
                <a:ahLst/>
                <a:cxnLst/>
                <a:rect l="0" t="0" r="0" b="0"/>
                <a:pathLst>
                  <a:path w="1475317" h="1517646">
                    <a:moveTo>
                      <a:pt x="1000888" y="1467381"/>
                    </a:moveTo>
                    <a:lnTo>
                      <a:pt x="1077608" y="1458562"/>
                    </a:lnTo>
                    <a:lnTo>
                      <a:pt x="1057325" y="1283076"/>
                    </a:lnTo>
                    <a:lnTo>
                      <a:pt x="979723" y="1291895"/>
                    </a:lnTo>
                    <a:lnTo>
                      <a:pt x="1000888" y="1467381"/>
                    </a:lnTo>
                    <a:moveTo>
                      <a:pt x="542331" y="1517646"/>
                    </a:moveTo>
                    <a:lnTo>
                      <a:pt x="753091" y="1373906"/>
                    </a:lnTo>
                    <a:lnTo>
                      <a:pt x="700180" y="1196656"/>
                    </a:lnTo>
                    <a:lnTo>
                      <a:pt x="442683" y="1372142"/>
                    </a:lnTo>
                    <a:lnTo>
                      <a:pt x="542331" y="1517646"/>
                    </a:lnTo>
                    <a:moveTo>
                      <a:pt x="700180" y="1196656"/>
                    </a:moveTo>
                    <a:lnTo>
                      <a:pt x="240742" y="1186956"/>
                    </a:lnTo>
                    <a:lnTo>
                      <a:pt x="267197" y="1364206"/>
                    </a:lnTo>
                    <a:lnTo>
                      <a:pt x="753091" y="1373906"/>
                    </a:lnTo>
                    <a:lnTo>
                      <a:pt x="700180" y="1196656"/>
                    </a:lnTo>
                    <a:moveTo>
                      <a:pt x="267197" y="1364206"/>
                    </a:moveTo>
                    <a:lnTo>
                      <a:pt x="462084" y="1299831"/>
                    </a:lnTo>
                    <a:lnTo>
                      <a:pt x="448856" y="1119054"/>
                    </a:lnTo>
                    <a:lnTo>
                      <a:pt x="240742" y="1186956"/>
                    </a:lnTo>
                    <a:lnTo>
                      <a:pt x="267197" y="1364206"/>
                    </a:lnTo>
                    <a:moveTo>
                      <a:pt x="448856" y="1119054"/>
                    </a:moveTo>
                    <a:lnTo>
                      <a:pt x="164904" y="1068789"/>
                    </a:lnTo>
                    <a:lnTo>
                      <a:pt x="183422" y="1251330"/>
                    </a:lnTo>
                    <a:lnTo>
                      <a:pt x="462084" y="1299831"/>
                    </a:lnTo>
                    <a:lnTo>
                      <a:pt x="448856" y="1119054"/>
                    </a:lnTo>
                    <a:moveTo>
                      <a:pt x="183422" y="1251330"/>
                    </a:moveTo>
                    <a:lnTo>
                      <a:pt x="328926" y="1193129"/>
                    </a:lnTo>
                    <a:lnTo>
                      <a:pt x="326280" y="1004415"/>
                    </a:lnTo>
                    <a:lnTo>
                      <a:pt x="164904" y="1068789"/>
                    </a:lnTo>
                    <a:lnTo>
                      <a:pt x="183422" y="1251330"/>
                    </a:lnTo>
                    <a:moveTo>
                      <a:pt x="326280" y="1004415"/>
                    </a:moveTo>
                    <a:lnTo>
                      <a:pt x="27337" y="895949"/>
                    </a:lnTo>
                    <a:lnTo>
                      <a:pt x="45855" y="1089953"/>
                    </a:lnTo>
                    <a:lnTo>
                      <a:pt x="328926" y="1193129"/>
                    </a:lnTo>
                    <a:lnTo>
                      <a:pt x="326280" y="1004415"/>
                    </a:lnTo>
                    <a:moveTo>
                      <a:pt x="45855" y="1089953"/>
                    </a:moveTo>
                    <a:lnTo>
                      <a:pt x="195768" y="1000006"/>
                    </a:lnTo>
                    <a:lnTo>
                      <a:pt x="194886" y="795419"/>
                    </a:lnTo>
                    <a:lnTo>
                      <a:pt x="27337" y="895949"/>
                    </a:lnTo>
                    <a:lnTo>
                      <a:pt x="45855" y="1089953"/>
                    </a:lnTo>
                    <a:moveTo>
                      <a:pt x="194886" y="795419"/>
                    </a:moveTo>
                    <a:lnTo>
                      <a:pt x="25573" y="697535"/>
                    </a:lnTo>
                    <a:lnTo>
                      <a:pt x="0" y="887130"/>
                    </a:lnTo>
                    <a:lnTo>
                      <a:pt x="195768" y="1000006"/>
                    </a:lnTo>
                    <a:lnTo>
                      <a:pt x="194886" y="795419"/>
                    </a:lnTo>
                    <a:moveTo>
                      <a:pt x="0" y="887130"/>
                    </a:moveTo>
                    <a:lnTo>
                      <a:pt x="181658" y="838629"/>
                    </a:lnTo>
                    <a:lnTo>
                      <a:pt x="246033" y="639333"/>
                    </a:lnTo>
                    <a:lnTo>
                      <a:pt x="25573" y="697535"/>
                    </a:lnTo>
                    <a:lnTo>
                      <a:pt x="0" y="887130"/>
                    </a:lnTo>
                    <a:moveTo>
                      <a:pt x="246033" y="639333"/>
                    </a:moveTo>
                    <a:lnTo>
                      <a:pt x="82011" y="440038"/>
                    </a:lnTo>
                    <a:lnTo>
                      <a:pt x="32628" y="657852"/>
                    </a:lnTo>
                    <a:lnTo>
                      <a:pt x="181658" y="838629"/>
                    </a:lnTo>
                    <a:lnTo>
                      <a:pt x="246033" y="639333"/>
                    </a:lnTo>
                    <a:moveTo>
                      <a:pt x="32628" y="657852"/>
                    </a:moveTo>
                    <a:lnTo>
                      <a:pt x="239860" y="551149"/>
                    </a:lnTo>
                    <a:lnTo>
                      <a:pt x="327162" y="345681"/>
                    </a:lnTo>
                    <a:lnTo>
                      <a:pt x="320107" y="299825"/>
                    </a:lnTo>
                    <a:lnTo>
                      <a:pt x="667552" y="164022"/>
                    </a:lnTo>
                    <a:lnTo>
                      <a:pt x="603178" y="0"/>
                    </a:lnTo>
                    <a:lnTo>
                      <a:pt x="259260" y="134039"/>
                    </a:lnTo>
                    <a:lnTo>
                      <a:pt x="154321" y="360672"/>
                    </a:lnTo>
                    <a:lnTo>
                      <a:pt x="167549" y="399473"/>
                    </a:lnTo>
                    <a:lnTo>
                      <a:pt x="82011" y="440038"/>
                    </a:lnTo>
                    <a:lnTo>
                      <a:pt x="32628" y="657852"/>
                    </a:lnTo>
                    <a:moveTo>
                      <a:pt x="1223993" y="1154328"/>
                    </a:moveTo>
                    <a:lnTo>
                      <a:pt x="1390661" y="1082017"/>
                    </a:lnTo>
                    <a:lnTo>
                      <a:pt x="1444453" y="866848"/>
                    </a:lnTo>
                    <a:lnTo>
                      <a:pt x="1154328" y="992069"/>
                    </a:lnTo>
                    <a:lnTo>
                      <a:pt x="1223993" y="1154328"/>
                    </a:lnTo>
                    <a:moveTo>
                      <a:pt x="1444453" y="866848"/>
                    </a:moveTo>
                    <a:lnTo>
                      <a:pt x="1319232" y="708999"/>
                    </a:lnTo>
                    <a:lnTo>
                      <a:pt x="1257503" y="914467"/>
                    </a:lnTo>
                    <a:lnTo>
                      <a:pt x="1390661" y="1082017"/>
                    </a:lnTo>
                    <a:lnTo>
                      <a:pt x="1444453" y="866848"/>
                    </a:lnTo>
                    <a:moveTo>
                      <a:pt x="1257503" y="914467"/>
                    </a:moveTo>
                    <a:lnTo>
                      <a:pt x="1461208" y="847448"/>
                    </a:lnTo>
                    <a:lnTo>
                      <a:pt x="1475317" y="656970"/>
                    </a:lnTo>
                    <a:lnTo>
                      <a:pt x="1319232" y="708999"/>
                    </a:lnTo>
                    <a:lnTo>
                      <a:pt x="1257503" y="914467"/>
                    </a:lnTo>
                    <a:moveTo>
                      <a:pt x="1475317" y="656970"/>
                    </a:moveTo>
                    <a:lnTo>
                      <a:pt x="1246921" y="542331"/>
                    </a:lnTo>
                    <a:lnTo>
                      <a:pt x="1237221" y="734572"/>
                    </a:lnTo>
                    <a:lnTo>
                      <a:pt x="1461208" y="847448"/>
                    </a:lnTo>
                    <a:lnTo>
                      <a:pt x="1475317" y="656970"/>
                    </a:lnTo>
                    <a:moveTo>
                      <a:pt x="1237221" y="734572"/>
                    </a:moveTo>
                    <a:lnTo>
                      <a:pt x="1461208" y="649915"/>
                    </a:lnTo>
                    <a:lnTo>
                      <a:pt x="1399479" y="485011"/>
                    </a:lnTo>
                    <a:lnTo>
                      <a:pt x="1246921" y="542331"/>
                    </a:lnTo>
                    <a:lnTo>
                      <a:pt x="1237221" y="734572"/>
                    </a:lnTo>
                    <a:moveTo>
                      <a:pt x="774255" y="301589"/>
                    </a:moveTo>
                    <a:lnTo>
                      <a:pt x="1026461" y="208996"/>
                    </a:lnTo>
                    <a:lnTo>
                      <a:pt x="965614" y="43210"/>
                    </a:lnTo>
                    <a:lnTo>
                      <a:pt x="713408" y="135803"/>
                    </a:lnTo>
                    <a:lnTo>
                      <a:pt x="774255" y="301589"/>
                    </a:lnTo>
                  </a:path>
                </a:pathLst>
              </a:custGeom>
              <a:solidFill>
                <a:srgbClr val="C8FF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75" name="Rounded Rectangle 20">
                <a:extLst>
                  <a:ext uri="{FF2B5EF4-FFF2-40B4-BE49-F238E27FC236}">
                    <a16:creationId xmlns:a16="http://schemas.microsoft.com/office/drawing/2014/main" id="{1CA13DD2-0961-14BD-2D53-ECF22E2BB346}"/>
                  </a:ext>
                </a:extLst>
              </p:cNvPr>
              <p:cNvSpPr/>
              <p:nvPr/>
            </p:nvSpPr>
            <p:spPr>
              <a:xfrm>
                <a:off x="4113782" y="2051511"/>
                <a:ext cx="637570" cy="717817"/>
              </a:xfrm>
              <a:custGeom>
                <a:avLst/>
                <a:gdLst/>
                <a:ahLst/>
                <a:cxnLst/>
                <a:rect l="0" t="0" r="0" b="0"/>
                <a:pathLst>
                  <a:path w="637570" h="717817">
                    <a:moveTo>
                      <a:pt x="402118" y="717817"/>
                    </a:moveTo>
                    <a:lnTo>
                      <a:pt x="483248" y="679016"/>
                    </a:lnTo>
                    <a:lnTo>
                      <a:pt x="453265" y="497357"/>
                    </a:lnTo>
                    <a:lnTo>
                      <a:pt x="325398" y="559086"/>
                    </a:lnTo>
                    <a:lnTo>
                      <a:pt x="402118" y="717817"/>
                    </a:lnTo>
                    <a:moveTo>
                      <a:pt x="453265" y="497357"/>
                    </a:moveTo>
                    <a:lnTo>
                      <a:pt x="100529" y="453265"/>
                    </a:lnTo>
                    <a:lnTo>
                      <a:pt x="113757" y="633160"/>
                    </a:lnTo>
                    <a:lnTo>
                      <a:pt x="483248" y="679016"/>
                    </a:lnTo>
                    <a:lnTo>
                      <a:pt x="453265" y="497357"/>
                    </a:lnTo>
                    <a:moveTo>
                      <a:pt x="113757" y="633160"/>
                    </a:moveTo>
                    <a:lnTo>
                      <a:pt x="637570" y="485011"/>
                    </a:lnTo>
                    <a:lnTo>
                      <a:pt x="616405" y="307762"/>
                    </a:lnTo>
                    <a:lnTo>
                      <a:pt x="100529" y="453265"/>
                    </a:lnTo>
                    <a:lnTo>
                      <a:pt x="113757" y="633160"/>
                    </a:lnTo>
                    <a:moveTo>
                      <a:pt x="616405" y="307762"/>
                    </a:moveTo>
                    <a:lnTo>
                      <a:pt x="0" y="289243"/>
                    </a:lnTo>
                    <a:lnTo>
                      <a:pt x="33509" y="467375"/>
                    </a:lnTo>
                    <a:lnTo>
                      <a:pt x="637570" y="485011"/>
                    </a:lnTo>
                    <a:lnTo>
                      <a:pt x="616405" y="307762"/>
                    </a:lnTo>
                    <a:moveTo>
                      <a:pt x="33509" y="467375"/>
                    </a:moveTo>
                    <a:lnTo>
                      <a:pt x="565259" y="240742"/>
                    </a:lnTo>
                    <a:lnTo>
                      <a:pt x="531749" y="63492"/>
                    </a:lnTo>
                    <a:lnTo>
                      <a:pt x="0" y="289243"/>
                    </a:lnTo>
                    <a:lnTo>
                      <a:pt x="33509" y="467375"/>
                    </a:lnTo>
                    <a:moveTo>
                      <a:pt x="531749" y="63492"/>
                    </a:moveTo>
                    <a:lnTo>
                      <a:pt x="119048" y="53792"/>
                    </a:lnTo>
                    <a:lnTo>
                      <a:pt x="136685" y="230160"/>
                    </a:lnTo>
                    <a:lnTo>
                      <a:pt x="565259" y="240742"/>
                    </a:lnTo>
                    <a:lnTo>
                      <a:pt x="531749" y="63492"/>
                    </a:lnTo>
                    <a:moveTo>
                      <a:pt x="136685" y="230160"/>
                    </a:moveTo>
                    <a:lnTo>
                      <a:pt x="398591" y="171958"/>
                    </a:lnTo>
                    <a:lnTo>
                      <a:pt x="360672" y="0"/>
                    </a:lnTo>
                    <a:lnTo>
                      <a:pt x="119048" y="53792"/>
                    </a:lnTo>
                    <a:lnTo>
                      <a:pt x="136685" y="230160"/>
                    </a:lnTo>
                  </a:path>
                </a:pathLst>
              </a:custGeom>
              <a:solidFill>
                <a:srgbClr val="C8FF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6EEAB7E-8A5B-77B2-7103-1DE2FBB1F262}"/>
                </a:ext>
              </a:extLst>
            </p:cNvPr>
            <p:cNvGrpSpPr/>
            <p:nvPr/>
          </p:nvGrpSpPr>
          <p:grpSpPr>
            <a:xfrm>
              <a:off x="2175398" y="2481216"/>
              <a:ext cx="3667571" cy="2080727"/>
              <a:chOff x="1152564" y="2054571"/>
              <a:chExt cx="3667571" cy="2080727"/>
            </a:xfrm>
          </p:grpSpPr>
          <p:sp>
            <p:nvSpPr>
              <p:cNvPr id="72" name="Rounded Rectangle 22">
                <a:extLst>
                  <a:ext uri="{FF2B5EF4-FFF2-40B4-BE49-F238E27FC236}">
                    <a16:creationId xmlns:a16="http://schemas.microsoft.com/office/drawing/2014/main" id="{B9867DA3-8C59-E1CB-8BB6-48C50C492B38}"/>
                  </a:ext>
                </a:extLst>
              </p:cNvPr>
              <p:cNvSpPr/>
              <p:nvPr/>
            </p:nvSpPr>
            <p:spPr>
              <a:xfrm>
                <a:off x="1152564" y="2645871"/>
                <a:ext cx="1503536" cy="1489427"/>
              </a:xfrm>
              <a:custGeom>
                <a:avLst/>
                <a:gdLst/>
                <a:ahLst/>
                <a:cxnLst/>
                <a:rect l="0" t="0" r="0" b="0"/>
                <a:pathLst>
                  <a:path w="1503536" h="1489427">
                    <a:moveTo>
                      <a:pt x="1369232" y="332886"/>
                    </a:moveTo>
                    <a:cubicBezTo>
                      <a:pt x="1447451" y="450259"/>
                      <a:pt x="1492954" y="591265"/>
                      <a:pt x="1492954" y="742853"/>
                    </a:cubicBezTo>
                    <a:cubicBezTo>
                      <a:pt x="1492954" y="1151939"/>
                      <a:pt x="1161294" y="1483598"/>
                      <a:pt x="752209" y="1483598"/>
                    </a:cubicBezTo>
                    <a:cubicBezTo>
                      <a:pt x="343123" y="1483598"/>
                      <a:pt x="11463" y="1151939"/>
                      <a:pt x="11463" y="742853"/>
                    </a:cubicBezTo>
                    <a:cubicBezTo>
                      <a:pt x="11463" y="333768"/>
                      <a:pt x="343123" y="2108"/>
                      <a:pt x="752209" y="2108"/>
                    </a:cubicBezTo>
                    <a:cubicBezTo>
                      <a:pt x="933427" y="2108"/>
                      <a:pt x="1099389" y="67099"/>
                      <a:pt x="1228138" y="175213"/>
                    </a:cubicBezTo>
                    <a:lnTo>
                      <a:pt x="1068084" y="318335"/>
                    </a:lnTo>
                    <a:cubicBezTo>
                      <a:pt x="979900" y="252638"/>
                      <a:pt x="870640" y="213749"/>
                      <a:pt x="752209" y="213749"/>
                    </a:cubicBezTo>
                    <a:cubicBezTo>
                      <a:pt x="459967" y="213749"/>
                      <a:pt x="223105" y="450611"/>
                      <a:pt x="223105" y="742853"/>
                    </a:cubicBezTo>
                    <a:cubicBezTo>
                      <a:pt x="223105" y="1035095"/>
                      <a:pt x="459967" y="1271957"/>
                      <a:pt x="752209" y="1271957"/>
                    </a:cubicBezTo>
                    <a:cubicBezTo>
                      <a:pt x="1044451" y="1271957"/>
                      <a:pt x="1281313" y="1035095"/>
                      <a:pt x="1281313" y="742853"/>
                    </a:cubicBezTo>
                    <a:cubicBezTo>
                      <a:pt x="1281313" y="645498"/>
                      <a:pt x="1255034" y="554316"/>
                      <a:pt x="1209178" y="476008"/>
                    </a:cubicBezTo>
                    <a:close/>
                    <a:moveTo>
                      <a:pt x="1369497" y="332453"/>
                    </a:moveTo>
                    <a:cubicBezTo>
                      <a:pt x="1328932" y="391536"/>
                      <a:pt x="1261030" y="426810"/>
                      <a:pt x="1209002" y="476193"/>
                    </a:cubicBezTo>
                    <a:cubicBezTo>
                      <a:pt x="1263676" y="548504"/>
                      <a:pt x="1282195" y="645506"/>
                      <a:pt x="1281313" y="742509"/>
                    </a:cubicBezTo>
                    <a:cubicBezTo>
                      <a:pt x="1279549" y="1035279"/>
                      <a:pt x="1044098" y="1266321"/>
                      <a:pt x="752209" y="1271612"/>
                    </a:cubicBezTo>
                    <a:cubicBezTo>
                      <a:pt x="653443" y="1274258"/>
                      <a:pt x="556440" y="1252212"/>
                      <a:pt x="481484" y="1197538"/>
                    </a:cubicBezTo>
                    <a:cubicBezTo>
                      <a:pt x="409173" y="1144628"/>
                      <a:pt x="333335" y="1089072"/>
                      <a:pt x="293652" y="1007061"/>
                    </a:cubicBezTo>
                    <a:cubicBezTo>
                      <a:pt x="253969" y="926813"/>
                      <a:pt x="236333" y="838629"/>
                      <a:pt x="223105" y="742509"/>
                    </a:cubicBezTo>
                    <a:cubicBezTo>
                      <a:pt x="183422" y="453265"/>
                      <a:pt x="460320" y="227514"/>
                      <a:pt x="752209" y="213405"/>
                    </a:cubicBezTo>
                    <a:cubicBezTo>
                      <a:pt x="870375" y="208114"/>
                      <a:pt x="977078" y="255733"/>
                      <a:pt x="1067907" y="318344"/>
                    </a:cubicBezTo>
                    <a:cubicBezTo>
                      <a:pt x="1121700" y="270724"/>
                      <a:pt x="1180783" y="229278"/>
                      <a:pt x="1228402" y="175486"/>
                    </a:cubicBezTo>
                    <a:cubicBezTo>
                      <a:pt x="1096126" y="70547"/>
                      <a:pt x="933868" y="4409"/>
                      <a:pt x="752209" y="1763"/>
                    </a:cubicBezTo>
                    <a:cubicBezTo>
                      <a:pt x="537922" y="0"/>
                      <a:pt x="343917" y="93475"/>
                      <a:pt x="208996" y="239860"/>
                    </a:cubicBezTo>
                    <a:cubicBezTo>
                      <a:pt x="86420" y="371254"/>
                      <a:pt x="26455" y="549386"/>
                      <a:pt x="11463" y="742509"/>
                    </a:cubicBezTo>
                    <a:cubicBezTo>
                      <a:pt x="0" y="883603"/>
                      <a:pt x="54674" y="1013233"/>
                      <a:pt x="119048" y="1127873"/>
                    </a:cubicBezTo>
                    <a:cubicBezTo>
                      <a:pt x="179013" y="1233693"/>
                      <a:pt x="274252" y="1312177"/>
                      <a:pt x="373900" y="1380079"/>
                    </a:cubicBezTo>
                    <a:cubicBezTo>
                      <a:pt x="480602" y="1452390"/>
                      <a:pt x="614642" y="1489427"/>
                      <a:pt x="752209" y="1483254"/>
                    </a:cubicBezTo>
                    <a:cubicBezTo>
                      <a:pt x="887130" y="1477963"/>
                      <a:pt x="1009706" y="1440926"/>
                      <a:pt x="1122582" y="1384488"/>
                    </a:cubicBezTo>
                    <a:cubicBezTo>
                      <a:pt x="1228402" y="1331578"/>
                      <a:pt x="1325405" y="1250448"/>
                      <a:pt x="1374788" y="1144628"/>
                    </a:cubicBezTo>
                    <a:cubicBezTo>
                      <a:pt x="1432989" y="1019406"/>
                      <a:pt x="1503536" y="890658"/>
                      <a:pt x="1492954" y="742509"/>
                    </a:cubicBezTo>
                    <a:cubicBezTo>
                      <a:pt x="1482372" y="591714"/>
                      <a:pt x="1447980" y="449738"/>
                      <a:pt x="1369497" y="332453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73" name="Rounded Rectangle 23">
                <a:extLst>
                  <a:ext uri="{FF2B5EF4-FFF2-40B4-BE49-F238E27FC236}">
                    <a16:creationId xmlns:a16="http://schemas.microsoft.com/office/drawing/2014/main" id="{31FFFDC0-F233-D82E-ED45-7CF27CEA6957}"/>
                  </a:ext>
                </a:extLst>
              </p:cNvPr>
              <p:cNvSpPr/>
              <p:nvPr/>
            </p:nvSpPr>
            <p:spPr>
              <a:xfrm>
                <a:off x="4075863" y="2054571"/>
                <a:ext cx="744272" cy="712167"/>
              </a:xfrm>
              <a:custGeom>
                <a:avLst/>
                <a:gdLst/>
                <a:ahLst/>
                <a:cxnLst/>
                <a:rect l="0" t="0" r="0" b="0"/>
                <a:pathLst>
                  <a:path w="744272" h="712167">
                    <a:moveTo>
                      <a:pt x="495286" y="656994"/>
                    </a:moveTo>
                    <a:cubicBezTo>
                      <a:pt x="493503" y="657796"/>
                      <a:pt x="491810" y="658599"/>
                      <a:pt x="490026" y="659311"/>
                    </a:cubicBezTo>
                    <a:cubicBezTo>
                      <a:pt x="475052" y="665551"/>
                      <a:pt x="459810" y="670543"/>
                      <a:pt x="444479" y="674286"/>
                    </a:cubicBezTo>
                    <a:cubicBezTo>
                      <a:pt x="292866" y="712167"/>
                      <a:pt x="132338" y="634444"/>
                      <a:pt x="70748" y="485682"/>
                    </a:cubicBezTo>
                    <a:cubicBezTo>
                      <a:pt x="9336" y="337276"/>
                      <a:pt x="67450" y="169083"/>
                      <a:pt x="200881" y="88419"/>
                    </a:cubicBezTo>
                    <a:cubicBezTo>
                      <a:pt x="214608" y="80130"/>
                      <a:pt x="229136" y="72731"/>
                      <a:pt x="244467" y="66403"/>
                    </a:cubicBezTo>
                    <a:cubicBezTo>
                      <a:pt x="245982" y="65779"/>
                      <a:pt x="247408" y="65155"/>
                      <a:pt x="248924" y="64621"/>
                    </a:cubicBezTo>
                    <a:cubicBezTo>
                      <a:pt x="411590" y="0"/>
                      <a:pt x="596450" y="77901"/>
                      <a:pt x="663656" y="240033"/>
                    </a:cubicBezTo>
                    <a:cubicBezTo>
                      <a:pt x="730773" y="401986"/>
                      <a:pt x="655456" y="587471"/>
                      <a:pt x="495286" y="656994"/>
                    </a:cubicBezTo>
                    <a:close/>
                    <a:moveTo>
                      <a:pt x="495593" y="656557"/>
                    </a:moveTo>
                    <a:cubicBezTo>
                      <a:pt x="493830" y="658320"/>
                      <a:pt x="492066" y="658320"/>
                      <a:pt x="490302" y="659202"/>
                    </a:cubicBezTo>
                    <a:cubicBezTo>
                      <a:pt x="475311" y="665375"/>
                      <a:pt x="460320" y="671548"/>
                      <a:pt x="444447" y="674193"/>
                    </a:cubicBezTo>
                    <a:cubicBezTo>
                      <a:pt x="291007" y="705058"/>
                      <a:pt x="141094" y="630101"/>
                      <a:pt x="70547" y="485480"/>
                    </a:cubicBezTo>
                    <a:cubicBezTo>
                      <a:pt x="0" y="341740"/>
                      <a:pt x="70547" y="174190"/>
                      <a:pt x="201059" y="88652"/>
                    </a:cubicBezTo>
                    <a:cubicBezTo>
                      <a:pt x="214287" y="79833"/>
                      <a:pt x="228396" y="70133"/>
                      <a:pt x="244269" y="66606"/>
                    </a:cubicBezTo>
                    <a:cubicBezTo>
                      <a:pt x="246033" y="65724"/>
                      <a:pt x="247796" y="64842"/>
                      <a:pt x="248678" y="64842"/>
                    </a:cubicBezTo>
                    <a:cubicBezTo>
                      <a:pt x="420637" y="30450"/>
                      <a:pt x="582896" y="84243"/>
                      <a:pt x="664025" y="240328"/>
                    </a:cubicBezTo>
                    <a:cubicBezTo>
                      <a:pt x="744272" y="395532"/>
                      <a:pt x="649034" y="574545"/>
                      <a:pt x="495593" y="656557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55B7CF3-7DD0-FE04-8675-126C186AC11B}"/>
                </a:ext>
              </a:extLst>
            </p:cNvPr>
            <p:cNvGrpSpPr/>
            <p:nvPr/>
          </p:nvGrpSpPr>
          <p:grpSpPr>
            <a:xfrm>
              <a:off x="2489333" y="1681855"/>
              <a:ext cx="2740757" cy="2606717"/>
              <a:chOff x="1466499" y="1255210"/>
              <a:chExt cx="2740757" cy="2606717"/>
            </a:xfrm>
          </p:grpSpPr>
          <p:sp>
            <p:nvSpPr>
              <p:cNvPr id="70" name="Rounded Rectangle 25">
                <a:extLst>
                  <a:ext uri="{FF2B5EF4-FFF2-40B4-BE49-F238E27FC236}">
                    <a16:creationId xmlns:a16="http://schemas.microsoft.com/office/drawing/2014/main" id="{310D6FBF-0A66-5A6B-433B-E975198318EB}"/>
                  </a:ext>
                </a:extLst>
              </p:cNvPr>
              <p:cNvSpPr/>
              <p:nvPr/>
            </p:nvSpPr>
            <p:spPr>
              <a:xfrm>
                <a:off x="1466499" y="2952751"/>
                <a:ext cx="904767" cy="909176"/>
              </a:xfrm>
              <a:custGeom>
                <a:avLst/>
                <a:gdLst/>
                <a:ahLst/>
                <a:cxnLst/>
                <a:rect l="0" t="0" r="0" b="0"/>
                <a:pathLst>
                  <a:path w="904767" h="909176">
                    <a:moveTo>
                      <a:pt x="904767" y="512348"/>
                    </a:moveTo>
                    <a:lnTo>
                      <a:pt x="889776" y="333335"/>
                    </a:lnTo>
                    <a:lnTo>
                      <a:pt x="710762" y="309525"/>
                    </a:lnTo>
                    <a:lnTo>
                      <a:pt x="729281" y="527340"/>
                    </a:lnTo>
                    <a:lnTo>
                      <a:pt x="904767" y="512348"/>
                    </a:lnTo>
                    <a:moveTo>
                      <a:pt x="710762" y="309525"/>
                    </a:moveTo>
                    <a:lnTo>
                      <a:pt x="552913" y="749563"/>
                    </a:lnTo>
                    <a:lnTo>
                      <a:pt x="736336" y="759264"/>
                    </a:lnTo>
                    <a:lnTo>
                      <a:pt x="889776" y="333335"/>
                    </a:lnTo>
                    <a:lnTo>
                      <a:pt x="710762" y="309525"/>
                    </a:lnTo>
                    <a:moveTo>
                      <a:pt x="736336" y="759264"/>
                    </a:moveTo>
                    <a:lnTo>
                      <a:pt x="697535" y="594360"/>
                    </a:lnTo>
                    <a:lnTo>
                      <a:pt x="509703" y="567904"/>
                    </a:lnTo>
                    <a:lnTo>
                      <a:pt x="552913" y="749563"/>
                    </a:lnTo>
                    <a:lnTo>
                      <a:pt x="736336" y="759264"/>
                    </a:lnTo>
                    <a:moveTo>
                      <a:pt x="509703" y="567904"/>
                    </a:moveTo>
                    <a:lnTo>
                      <a:pt x="348326" y="850093"/>
                    </a:lnTo>
                    <a:lnTo>
                      <a:pt x="517639" y="909176"/>
                    </a:lnTo>
                    <a:lnTo>
                      <a:pt x="697535" y="594360"/>
                    </a:lnTo>
                    <a:lnTo>
                      <a:pt x="509703" y="567904"/>
                    </a:lnTo>
                    <a:moveTo>
                      <a:pt x="517639" y="909176"/>
                    </a:moveTo>
                    <a:lnTo>
                      <a:pt x="348326" y="850093"/>
                    </a:lnTo>
                    <a:lnTo>
                      <a:pt x="382718" y="627869"/>
                    </a:lnTo>
                    <a:lnTo>
                      <a:pt x="545858" y="729281"/>
                    </a:lnTo>
                    <a:lnTo>
                      <a:pt x="517639" y="909176"/>
                    </a:lnTo>
                    <a:moveTo>
                      <a:pt x="382718" y="627869"/>
                    </a:moveTo>
                    <a:lnTo>
                      <a:pt x="169313" y="776900"/>
                    </a:lnTo>
                    <a:lnTo>
                      <a:pt x="335980" y="875666"/>
                    </a:lnTo>
                    <a:lnTo>
                      <a:pt x="545858" y="729281"/>
                    </a:lnTo>
                    <a:lnTo>
                      <a:pt x="382718" y="627869"/>
                    </a:lnTo>
                    <a:moveTo>
                      <a:pt x="335980" y="875666"/>
                    </a:moveTo>
                    <a:lnTo>
                      <a:pt x="339508" y="654325"/>
                    </a:lnTo>
                    <a:lnTo>
                      <a:pt x="291888" y="538804"/>
                    </a:lnTo>
                    <a:lnTo>
                      <a:pt x="175486" y="416228"/>
                    </a:lnTo>
                    <a:lnTo>
                      <a:pt x="164022" y="387127"/>
                    </a:lnTo>
                    <a:lnTo>
                      <a:pt x="0" y="452383"/>
                    </a:lnTo>
                    <a:lnTo>
                      <a:pt x="4409" y="462965"/>
                    </a:lnTo>
                    <a:lnTo>
                      <a:pt x="80247" y="566141"/>
                    </a:lnTo>
                    <a:lnTo>
                      <a:pt x="184304" y="649915"/>
                    </a:lnTo>
                    <a:lnTo>
                      <a:pt x="169313" y="776900"/>
                    </a:lnTo>
                    <a:lnTo>
                      <a:pt x="335980" y="875666"/>
                    </a:lnTo>
                    <a:moveTo>
                      <a:pt x="536158" y="208996"/>
                    </a:moveTo>
                    <a:lnTo>
                      <a:pt x="508821" y="39682"/>
                    </a:lnTo>
                    <a:lnTo>
                      <a:pt x="324517" y="0"/>
                    </a:lnTo>
                    <a:lnTo>
                      <a:pt x="361554" y="236333"/>
                    </a:lnTo>
                    <a:lnTo>
                      <a:pt x="536158" y="208996"/>
                    </a:lnTo>
                    <a:moveTo>
                      <a:pt x="324517" y="0"/>
                    </a:moveTo>
                    <a:lnTo>
                      <a:pt x="171076" y="231042"/>
                    </a:lnTo>
                    <a:lnTo>
                      <a:pt x="346563" y="285716"/>
                    </a:lnTo>
                    <a:lnTo>
                      <a:pt x="508821" y="39682"/>
                    </a:lnTo>
                    <a:lnTo>
                      <a:pt x="324517" y="0"/>
                    </a:lnTo>
                    <a:moveTo>
                      <a:pt x="346563" y="285716"/>
                    </a:moveTo>
                    <a:lnTo>
                      <a:pt x="171076" y="231042"/>
                    </a:lnTo>
                    <a:lnTo>
                      <a:pt x="173722" y="84656"/>
                    </a:lnTo>
                    <a:lnTo>
                      <a:pt x="350090" y="87302"/>
                    </a:lnTo>
                    <a:lnTo>
                      <a:pt x="346563" y="285716"/>
                    </a:lnTo>
                  </a:path>
                </a:pathLst>
              </a:custGeom>
              <a:solidFill>
                <a:srgbClr val="E9FFB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71" name="Rounded Rectangle 26">
                <a:extLst>
                  <a:ext uri="{FF2B5EF4-FFF2-40B4-BE49-F238E27FC236}">
                    <a16:creationId xmlns:a16="http://schemas.microsoft.com/office/drawing/2014/main" id="{B602B36B-B1F2-2770-7281-D7FC67D41265}"/>
                  </a:ext>
                </a:extLst>
              </p:cNvPr>
              <p:cNvSpPr/>
              <p:nvPr/>
            </p:nvSpPr>
            <p:spPr>
              <a:xfrm>
                <a:off x="3596142" y="1255210"/>
                <a:ext cx="611114" cy="687835"/>
              </a:xfrm>
              <a:custGeom>
                <a:avLst/>
                <a:gdLst/>
                <a:ahLst/>
                <a:cxnLst/>
                <a:rect l="0" t="0" r="0" b="0"/>
                <a:pathLst>
                  <a:path w="611114" h="687835">
                    <a:moveTo>
                      <a:pt x="577605" y="584659"/>
                    </a:moveTo>
                    <a:lnTo>
                      <a:pt x="404764" y="546740"/>
                    </a:lnTo>
                    <a:lnTo>
                      <a:pt x="449738" y="343035"/>
                    </a:lnTo>
                    <a:lnTo>
                      <a:pt x="611114" y="430337"/>
                    </a:lnTo>
                    <a:lnTo>
                      <a:pt x="577605" y="584659"/>
                    </a:lnTo>
                    <a:moveTo>
                      <a:pt x="449738" y="343035"/>
                    </a:moveTo>
                    <a:lnTo>
                      <a:pt x="204586" y="589950"/>
                    </a:lnTo>
                    <a:lnTo>
                      <a:pt x="357145" y="687835"/>
                    </a:lnTo>
                    <a:lnTo>
                      <a:pt x="611114" y="430337"/>
                    </a:lnTo>
                    <a:lnTo>
                      <a:pt x="449738" y="343035"/>
                    </a:lnTo>
                    <a:moveTo>
                      <a:pt x="357145" y="687835"/>
                    </a:moveTo>
                    <a:lnTo>
                      <a:pt x="558204" y="152558"/>
                    </a:lnTo>
                    <a:lnTo>
                      <a:pt x="404764" y="59965"/>
                    </a:lnTo>
                    <a:lnTo>
                      <a:pt x="204586" y="589950"/>
                    </a:lnTo>
                    <a:lnTo>
                      <a:pt x="357145" y="687835"/>
                    </a:lnTo>
                    <a:moveTo>
                      <a:pt x="404764" y="59965"/>
                    </a:moveTo>
                    <a:lnTo>
                      <a:pt x="23809" y="490302"/>
                    </a:lnTo>
                    <a:lnTo>
                      <a:pt x="165785" y="596123"/>
                    </a:lnTo>
                    <a:lnTo>
                      <a:pt x="558204" y="152558"/>
                    </a:lnTo>
                    <a:lnTo>
                      <a:pt x="404764" y="59965"/>
                    </a:lnTo>
                    <a:moveTo>
                      <a:pt x="165785" y="596123"/>
                    </a:moveTo>
                    <a:lnTo>
                      <a:pt x="452383" y="131394"/>
                    </a:lnTo>
                    <a:lnTo>
                      <a:pt x="326280" y="0"/>
                    </a:lnTo>
                    <a:lnTo>
                      <a:pt x="23809" y="490302"/>
                    </a:lnTo>
                    <a:lnTo>
                      <a:pt x="165785" y="596123"/>
                    </a:lnTo>
                    <a:moveTo>
                      <a:pt x="326280" y="0"/>
                    </a:moveTo>
                    <a:lnTo>
                      <a:pt x="0" y="183422"/>
                    </a:lnTo>
                    <a:lnTo>
                      <a:pt x="108466" y="324517"/>
                    </a:lnTo>
                    <a:lnTo>
                      <a:pt x="452383" y="131394"/>
                    </a:lnTo>
                    <a:lnTo>
                      <a:pt x="326280" y="0"/>
                    </a:lnTo>
                    <a:moveTo>
                      <a:pt x="108466" y="324517"/>
                    </a:moveTo>
                    <a:lnTo>
                      <a:pt x="0" y="183422"/>
                    </a:lnTo>
                    <a:lnTo>
                      <a:pt x="59965" y="123457"/>
                    </a:lnTo>
                    <a:lnTo>
                      <a:pt x="185186" y="247796"/>
                    </a:lnTo>
                    <a:lnTo>
                      <a:pt x="108466" y="324517"/>
                    </a:lnTo>
                  </a:path>
                </a:pathLst>
              </a:custGeom>
              <a:solidFill>
                <a:srgbClr val="E9FFB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BD193A-BB03-8349-8532-D90425F6737F}"/>
                </a:ext>
              </a:extLst>
            </p:cNvPr>
            <p:cNvGrpSpPr/>
            <p:nvPr/>
          </p:nvGrpSpPr>
          <p:grpSpPr>
            <a:xfrm>
              <a:off x="2500797" y="1669043"/>
              <a:ext cx="2766331" cy="2573674"/>
              <a:chOff x="1477963" y="1242398"/>
              <a:chExt cx="2766331" cy="2573674"/>
            </a:xfrm>
          </p:grpSpPr>
          <p:sp>
            <p:nvSpPr>
              <p:cNvPr id="68" name="Rounded Rectangle 28">
                <a:extLst>
                  <a:ext uri="{FF2B5EF4-FFF2-40B4-BE49-F238E27FC236}">
                    <a16:creationId xmlns:a16="http://schemas.microsoft.com/office/drawing/2014/main" id="{666DD01D-3406-AF52-1C6D-E8AE919AC05A}"/>
                  </a:ext>
                </a:extLst>
              </p:cNvPr>
              <p:cNvSpPr/>
              <p:nvPr/>
            </p:nvSpPr>
            <p:spPr>
              <a:xfrm>
                <a:off x="1477963" y="2959806"/>
                <a:ext cx="850975" cy="856266"/>
              </a:xfrm>
              <a:custGeom>
                <a:avLst/>
                <a:gdLst/>
                <a:ahLst/>
                <a:cxnLst/>
                <a:rect l="0" t="0" r="0" b="0"/>
                <a:pathLst>
                  <a:path w="850975" h="856266">
                    <a:moveTo>
                      <a:pt x="850093" y="428921"/>
                    </a:moveTo>
                    <a:cubicBezTo>
                      <a:pt x="850093" y="662696"/>
                      <a:pt x="660586" y="852204"/>
                      <a:pt x="426810" y="852204"/>
                    </a:cubicBezTo>
                    <a:cubicBezTo>
                      <a:pt x="193034" y="852204"/>
                      <a:pt x="3527" y="662696"/>
                      <a:pt x="3527" y="428921"/>
                    </a:cubicBezTo>
                    <a:cubicBezTo>
                      <a:pt x="3527" y="195145"/>
                      <a:pt x="193034" y="5638"/>
                      <a:pt x="426810" y="5638"/>
                    </a:cubicBezTo>
                    <a:cubicBezTo>
                      <a:pt x="513759" y="5638"/>
                      <a:pt x="594624" y="31828"/>
                      <a:pt x="661820" y="76802"/>
                    </a:cubicBezTo>
                    <a:lnTo>
                      <a:pt x="492860" y="227861"/>
                    </a:lnTo>
                    <a:cubicBezTo>
                      <a:pt x="472048" y="220983"/>
                      <a:pt x="449914" y="217279"/>
                      <a:pt x="426810" y="217279"/>
                    </a:cubicBezTo>
                    <a:cubicBezTo>
                      <a:pt x="309966" y="217279"/>
                      <a:pt x="215168" y="312077"/>
                      <a:pt x="215168" y="428921"/>
                    </a:cubicBezTo>
                    <a:cubicBezTo>
                      <a:pt x="215168" y="545764"/>
                      <a:pt x="309966" y="640562"/>
                      <a:pt x="426810" y="640562"/>
                    </a:cubicBezTo>
                    <a:cubicBezTo>
                      <a:pt x="543654" y="640562"/>
                      <a:pt x="638451" y="545764"/>
                      <a:pt x="638451" y="428921"/>
                    </a:cubicBezTo>
                    <a:cubicBezTo>
                      <a:pt x="638451" y="414106"/>
                      <a:pt x="636952" y="399555"/>
                      <a:pt x="633954" y="385622"/>
                    </a:cubicBezTo>
                    <a:lnTo>
                      <a:pt x="802915" y="234475"/>
                    </a:lnTo>
                    <a:cubicBezTo>
                      <a:pt x="833074" y="292676"/>
                      <a:pt x="850093" y="358814"/>
                      <a:pt x="850093" y="428921"/>
                    </a:cubicBezTo>
                    <a:close/>
                    <a:moveTo>
                      <a:pt x="850093" y="428574"/>
                    </a:moveTo>
                    <a:cubicBezTo>
                      <a:pt x="850975" y="663143"/>
                      <a:pt x="660497" y="844802"/>
                      <a:pt x="426810" y="851857"/>
                    </a:cubicBezTo>
                    <a:cubicBezTo>
                      <a:pt x="313934" y="856266"/>
                      <a:pt x="202823" y="814819"/>
                      <a:pt x="134921" y="735454"/>
                    </a:cubicBezTo>
                    <a:cubicBezTo>
                      <a:pt x="62610" y="650797"/>
                      <a:pt x="0" y="549386"/>
                      <a:pt x="3527" y="428574"/>
                    </a:cubicBezTo>
                    <a:cubicBezTo>
                      <a:pt x="10582" y="194886"/>
                      <a:pt x="193122" y="0"/>
                      <a:pt x="426810" y="5291"/>
                    </a:cubicBezTo>
                    <a:cubicBezTo>
                      <a:pt x="514112" y="7936"/>
                      <a:pt x="591714" y="36155"/>
                      <a:pt x="662261" y="76720"/>
                    </a:cubicBezTo>
                    <a:cubicBezTo>
                      <a:pt x="600532" y="120812"/>
                      <a:pt x="544976" y="172840"/>
                      <a:pt x="492948" y="227514"/>
                    </a:cubicBezTo>
                    <a:cubicBezTo>
                      <a:pt x="476193" y="213405"/>
                      <a:pt x="449738" y="215168"/>
                      <a:pt x="426810" y="216932"/>
                    </a:cubicBezTo>
                    <a:cubicBezTo>
                      <a:pt x="310407" y="227514"/>
                      <a:pt x="230160" y="313053"/>
                      <a:pt x="215168" y="428574"/>
                    </a:cubicBezTo>
                    <a:cubicBezTo>
                      <a:pt x="200177" y="544976"/>
                      <a:pt x="310407" y="634924"/>
                      <a:pt x="426810" y="640215"/>
                    </a:cubicBezTo>
                    <a:cubicBezTo>
                      <a:pt x="543213" y="646388"/>
                      <a:pt x="636688" y="545858"/>
                      <a:pt x="638451" y="428574"/>
                    </a:cubicBezTo>
                    <a:cubicBezTo>
                      <a:pt x="638451" y="414464"/>
                      <a:pt x="640215" y="398591"/>
                      <a:pt x="634042" y="385363"/>
                    </a:cubicBezTo>
                    <a:cubicBezTo>
                      <a:pt x="692244" y="337744"/>
                      <a:pt x="746036" y="283952"/>
                      <a:pt x="803356" y="234569"/>
                    </a:cubicBezTo>
                    <a:cubicBezTo>
                      <a:pt x="838629" y="289243"/>
                      <a:pt x="835984" y="359790"/>
                      <a:pt x="850093" y="428574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69" name="Rounded Rectangle 29">
                <a:extLst>
                  <a:ext uri="{FF2B5EF4-FFF2-40B4-BE49-F238E27FC236}">
                    <a16:creationId xmlns:a16="http://schemas.microsoft.com/office/drawing/2014/main" id="{A68FB521-55A8-C5EA-AD23-9EF5AEDCC560}"/>
                  </a:ext>
                </a:extLst>
              </p:cNvPr>
              <p:cNvSpPr/>
              <p:nvPr/>
            </p:nvSpPr>
            <p:spPr>
              <a:xfrm>
                <a:off x="3546304" y="1242398"/>
                <a:ext cx="697990" cy="698084"/>
              </a:xfrm>
              <a:custGeom>
                <a:avLst/>
                <a:gdLst/>
                <a:ahLst/>
                <a:cxnLst/>
                <a:rect l="0" t="0" r="0" b="0"/>
                <a:pathLst>
                  <a:path w="697990" h="698084">
                    <a:moveTo>
                      <a:pt x="634979" y="487018"/>
                    </a:moveTo>
                    <a:cubicBezTo>
                      <a:pt x="634623" y="487821"/>
                      <a:pt x="634265" y="488623"/>
                      <a:pt x="633909" y="489336"/>
                    </a:cubicBezTo>
                    <a:cubicBezTo>
                      <a:pt x="619025" y="519463"/>
                      <a:pt x="599059" y="547718"/>
                      <a:pt x="574191" y="572853"/>
                    </a:cubicBezTo>
                    <a:lnTo>
                      <a:pt x="573032" y="574012"/>
                    </a:lnTo>
                    <a:cubicBezTo>
                      <a:pt x="560553" y="586491"/>
                      <a:pt x="547273" y="597721"/>
                      <a:pt x="533457" y="607615"/>
                    </a:cubicBezTo>
                    <a:cubicBezTo>
                      <a:pt x="408137" y="698084"/>
                      <a:pt x="232101" y="686854"/>
                      <a:pt x="119259" y="574012"/>
                    </a:cubicBezTo>
                    <a:cubicBezTo>
                      <a:pt x="21392" y="476144"/>
                      <a:pt x="0" y="330948"/>
                      <a:pt x="54905" y="212313"/>
                    </a:cubicBezTo>
                    <a:cubicBezTo>
                      <a:pt x="55262" y="211511"/>
                      <a:pt x="55618" y="210798"/>
                      <a:pt x="55975" y="209996"/>
                    </a:cubicBezTo>
                    <a:cubicBezTo>
                      <a:pt x="71128" y="179423"/>
                      <a:pt x="91361" y="150812"/>
                      <a:pt x="116852" y="125320"/>
                    </a:cubicBezTo>
                    <a:cubicBezTo>
                      <a:pt x="242173" y="0"/>
                      <a:pt x="445306" y="0"/>
                      <a:pt x="570626" y="125320"/>
                    </a:cubicBezTo>
                    <a:cubicBezTo>
                      <a:pt x="668493" y="223187"/>
                      <a:pt x="689885" y="368384"/>
                      <a:pt x="634979" y="487018"/>
                    </a:cubicBezTo>
                    <a:close/>
                    <a:moveTo>
                      <a:pt x="635379" y="487241"/>
                    </a:moveTo>
                    <a:cubicBezTo>
                      <a:pt x="634497" y="488123"/>
                      <a:pt x="633615" y="488123"/>
                      <a:pt x="633615" y="489004"/>
                    </a:cubicBezTo>
                    <a:cubicBezTo>
                      <a:pt x="630970" y="522514"/>
                      <a:pt x="605396" y="556024"/>
                      <a:pt x="574532" y="572779"/>
                    </a:cubicBezTo>
                    <a:cubicBezTo>
                      <a:pt x="556895" y="582479"/>
                      <a:pt x="548077" y="598352"/>
                      <a:pt x="533085" y="608053"/>
                    </a:cubicBezTo>
                    <a:cubicBezTo>
                      <a:pt x="402573" y="689182"/>
                      <a:pt x="227969" y="690946"/>
                      <a:pt x="119503" y="573661"/>
                    </a:cubicBezTo>
                    <a:cubicBezTo>
                      <a:pt x="24264" y="473131"/>
                      <a:pt x="7509" y="333801"/>
                      <a:pt x="55128" y="212107"/>
                    </a:cubicBezTo>
                    <a:cubicBezTo>
                      <a:pt x="55128" y="211225"/>
                      <a:pt x="56010" y="211225"/>
                      <a:pt x="56010" y="210343"/>
                    </a:cubicBezTo>
                    <a:cubicBezTo>
                      <a:pt x="61301" y="175951"/>
                      <a:pt x="85993" y="144205"/>
                      <a:pt x="116857" y="125686"/>
                    </a:cubicBezTo>
                    <a:cubicBezTo>
                      <a:pt x="266770" y="31330"/>
                      <a:pt x="444020" y="1347"/>
                      <a:pt x="571005" y="125686"/>
                    </a:cubicBezTo>
                    <a:cubicBezTo>
                      <a:pt x="669771" y="221807"/>
                      <a:pt x="697990" y="372601"/>
                      <a:pt x="635379" y="487241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DF2218A-84E7-0BEC-FA4B-89E471F4305A}"/>
                </a:ext>
              </a:extLst>
            </p:cNvPr>
            <p:cNvGrpSpPr/>
            <p:nvPr/>
          </p:nvGrpSpPr>
          <p:grpSpPr>
            <a:xfrm>
              <a:off x="2795331" y="2190765"/>
              <a:ext cx="2917125" cy="3238115"/>
              <a:chOff x="1772497" y="1764120"/>
              <a:chExt cx="2917125" cy="3238115"/>
            </a:xfrm>
          </p:grpSpPr>
          <p:sp>
            <p:nvSpPr>
              <p:cNvPr id="66" name="Rounded Rectangle 31">
                <a:extLst>
                  <a:ext uri="{FF2B5EF4-FFF2-40B4-BE49-F238E27FC236}">
                    <a16:creationId xmlns:a16="http://schemas.microsoft.com/office/drawing/2014/main" id="{CAFFF5CD-3E84-DE9B-DFD8-C53241DAAF42}"/>
                  </a:ext>
                </a:extLst>
              </p:cNvPr>
              <p:cNvSpPr/>
              <p:nvPr/>
            </p:nvSpPr>
            <p:spPr>
              <a:xfrm>
                <a:off x="1772497" y="1981934"/>
                <a:ext cx="1888018" cy="1493836"/>
              </a:xfrm>
              <a:custGeom>
                <a:avLst/>
                <a:gdLst/>
                <a:ahLst/>
                <a:cxnLst/>
                <a:rect l="0" t="0" r="0" b="0"/>
                <a:pathLst>
                  <a:path w="1888018" h="1493836">
                    <a:moveTo>
                      <a:pt x="1888018" y="154321"/>
                    </a:moveTo>
                    <a:lnTo>
                      <a:pt x="1882727" y="139330"/>
                    </a:lnTo>
                    <a:lnTo>
                      <a:pt x="1668440" y="75838"/>
                    </a:lnTo>
                    <a:lnTo>
                      <a:pt x="1723996" y="217814"/>
                    </a:lnTo>
                    <a:lnTo>
                      <a:pt x="1888018" y="154321"/>
                    </a:lnTo>
                    <a:moveTo>
                      <a:pt x="1668440" y="75838"/>
                    </a:moveTo>
                    <a:lnTo>
                      <a:pt x="1493836" y="201059"/>
                    </a:lnTo>
                    <a:lnTo>
                      <a:pt x="1729287" y="248678"/>
                    </a:lnTo>
                    <a:lnTo>
                      <a:pt x="1882727" y="139330"/>
                    </a:lnTo>
                    <a:lnTo>
                      <a:pt x="1668440" y="75838"/>
                    </a:lnTo>
                    <a:moveTo>
                      <a:pt x="1729287" y="248678"/>
                    </a:moveTo>
                    <a:lnTo>
                      <a:pt x="1605830" y="44973"/>
                    </a:lnTo>
                    <a:lnTo>
                      <a:pt x="1414470" y="69665"/>
                    </a:lnTo>
                    <a:lnTo>
                      <a:pt x="1493836" y="201059"/>
                    </a:lnTo>
                    <a:lnTo>
                      <a:pt x="1729287" y="248678"/>
                    </a:lnTo>
                    <a:moveTo>
                      <a:pt x="1414470" y="69665"/>
                    </a:moveTo>
                    <a:lnTo>
                      <a:pt x="1335105" y="327162"/>
                    </a:lnTo>
                    <a:lnTo>
                      <a:pt x="1532637" y="285716"/>
                    </a:lnTo>
                    <a:lnTo>
                      <a:pt x="1605830" y="44973"/>
                    </a:lnTo>
                    <a:lnTo>
                      <a:pt x="1414470" y="69665"/>
                    </a:lnTo>
                    <a:moveTo>
                      <a:pt x="1532637" y="285716"/>
                    </a:moveTo>
                    <a:lnTo>
                      <a:pt x="1454153" y="194004"/>
                    </a:lnTo>
                    <a:lnTo>
                      <a:pt x="1270731" y="251324"/>
                    </a:lnTo>
                    <a:lnTo>
                      <a:pt x="1335105" y="327162"/>
                    </a:lnTo>
                    <a:lnTo>
                      <a:pt x="1532637" y="285716"/>
                    </a:lnTo>
                    <a:moveTo>
                      <a:pt x="1270731" y="251324"/>
                    </a:moveTo>
                    <a:lnTo>
                      <a:pt x="1247803" y="467375"/>
                    </a:lnTo>
                    <a:lnTo>
                      <a:pt x="1431225" y="413582"/>
                    </a:lnTo>
                    <a:lnTo>
                      <a:pt x="1454153" y="194004"/>
                    </a:lnTo>
                    <a:lnTo>
                      <a:pt x="1270731" y="251324"/>
                    </a:lnTo>
                    <a:moveTo>
                      <a:pt x="1431225" y="413582"/>
                    </a:moveTo>
                    <a:lnTo>
                      <a:pt x="1345687" y="306880"/>
                    </a:lnTo>
                    <a:lnTo>
                      <a:pt x="1150800" y="345681"/>
                    </a:lnTo>
                    <a:lnTo>
                      <a:pt x="1247803" y="467375"/>
                    </a:lnTo>
                    <a:lnTo>
                      <a:pt x="1431225" y="413582"/>
                    </a:lnTo>
                    <a:moveTo>
                      <a:pt x="1150800" y="345681"/>
                    </a:moveTo>
                    <a:lnTo>
                      <a:pt x="1082017" y="587305"/>
                    </a:lnTo>
                    <a:lnTo>
                      <a:pt x="1294540" y="484130"/>
                    </a:lnTo>
                    <a:lnTo>
                      <a:pt x="1345687" y="306880"/>
                    </a:lnTo>
                    <a:lnTo>
                      <a:pt x="1150800" y="345681"/>
                    </a:lnTo>
                    <a:moveTo>
                      <a:pt x="1294540" y="484130"/>
                    </a:moveTo>
                    <a:lnTo>
                      <a:pt x="1175492" y="441801"/>
                    </a:lnTo>
                    <a:lnTo>
                      <a:pt x="959441" y="522049"/>
                    </a:lnTo>
                    <a:lnTo>
                      <a:pt x="887130" y="652561"/>
                    </a:lnTo>
                    <a:lnTo>
                      <a:pt x="1074962" y="671961"/>
                    </a:lnTo>
                    <a:lnTo>
                      <a:pt x="1111118" y="599651"/>
                    </a:lnTo>
                    <a:lnTo>
                      <a:pt x="1082017" y="587305"/>
                    </a:lnTo>
                    <a:lnTo>
                      <a:pt x="1294540" y="484130"/>
                    </a:lnTo>
                    <a:moveTo>
                      <a:pt x="1074962" y="671961"/>
                    </a:moveTo>
                    <a:lnTo>
                      <a:pt x="1059089" y="612878"/>
                    </a:lnTo>
                    <a:lnTo>
                      <a:pt x="868612" y="585541"/>
                    </a:lnTo>
                    <a:lnTo>
                      <a:pt x="887130" y="652561"/>
                    </a:lnTo>
                    <a:lnTo>
                      <a:pt x="1074962" y="671961"/>
                    </a:lnTo>
                    <a:moveTo>
                      <a:pt x="868612" y="585541"/>
                    </a:moveTo>
                    <a:lnTo>
                      <a:pt x="752209" y="771609"/>
                    </a:lnTo>
                    <a:lnTo>
                      <a:pt x="970905" y="753972"/>
                    </a:lnTo>
                    <a:lnTo>
                      <a:pt x="1059089" y="612878"/>
                    </a:lnTo>
                    <a:lnTo>
                      <a:pt x="868612" y="585541"/>
                    </a:lnTo>
                    <a:moveTo>
                      <a:pt x="970905" y="753972"/>
                    </a:moveTo>
                    <a:lnTo>
                      <a:pt x="947977" y="728399"/>
                    </a:lnTo>
                    <a:lnTo>
                      <a:pt x="723108" y="737218"/>
                    </a:lnTo>
                    <a:lnTo>
                      <a:pt x="752209" y="771609"/>
                    </a:lnTo>
                    <a:lnTo>
                      <a:pt x="970905" y="753972"/>
                    </a:lnTo>
                    <a:moveTo>
                      <a:pt x="723108" y="737218"/>
                    </a:moveTo>
                    <a:lnTo>
                      <a:pt x="666670" y="813938"/>
                    </a:lnTo>
                    <a:lnTo>
                      <a:pt x="720463" y="848329"/>
                    </a:lnTo>
                    <a:lnTo>
                      <a:pt x="549386" y="912704"/>
                    </a:lnTo>
                    <a:lnTo>
                      <a:pt x="457674" y="1022934"/>
                    </a:lnTo>
                    <a:lnTo>
                      <a:pt x="641979" y="1061735"/>
                    </a:lnTo>
                    <a:lnTo>
                      <a:pt x="679898" y="1001769"/>
                    </a:lnTo>
                    <a:lnTo>
                      <a:pt x="596123" y="977078"/>
                    </a:lnTo>
                    <a:lnTo>
                      <a:pt x="820992" y="901240"/>
                    </a:lnTo>
                    <a:lnTo>
                      <a:pt x="947977" y="728399"/>
                    </a:lnTo>
                    <a:lnTo>
                      <a:pt x="723108" y="737218"/>
                    </a:lnTo>
                    <a:moveTo>
                      <a:pt x="641979" y="1061735"/>
                    </a:moveTo>
                    <a:lnTo>
                      <a:pt x="633160" y="1002651"/>
                    </a:lnTo>
                    <a:lnTo>
                      <a:pt x="448856" y="964732"/>
                    </a:lnTo>
                    <a:lnTo>
                      <a:pt x="457674" y="1022934"/>
                    </a:lnTo>
                    <a:lnTo>
                      <a:pt x="641979" y="1061735"/>
                    </a:lnTo>
                    <a:moveTo>
                      <a:pt x="448856" y="964732"/>
                    </a:moveTo>
                    <a:lnTo>
                      <a:pt x="300707" y="1202829"/>
                    </a:lnTo>
                    <a:lnTo>
                      <a:pt x="473547" y="1258385"/>
                    </a:lnTo>
                    <a:lnTo>
                      <a:pt x="633160" y="1002651"/>
                    </a:lnTo>
                    <a:lnTo>
                      <a:pt x="448856" y="964732"/>
                    </a:lnTo>
                    <a:moveTo>
                      <a:pt x="473547" y="1258385"/>
                    </a:moveTo>
                    <a:lnTo>
                      <a:pt x="300707" y="1202829"/>
                    </a:lnTo>
                    <a:lnTo>
                      <a:pt x="305998" y="1129636"/>
                    </a:lnTo>
                    <a:lnTo>
                      <a:pt x="477075" y="1216938"/>
                    </a:lnTo>
                    <a:lnTo>
                      <a:pt x="473547" y="1258385"/>
                    </a:lnTo>
                    <a:moveTo>
                      <a:pt x="305998" y="1129636"/>
                    </a:moveTo>
                    <a:lnTo>
                      <a:pt x="262788" y="1164028"/>
                    </a:lnTo>
                    <a:lnTo>
                      <a:pt x="356263" y="1248685"/>
                    </a:lnTo>
                    <a:lnTo>
                      <a:pt x="134039" y="1285722"/>
                    </a:lnTo>
                    <a:lnTo>
                      <a:pt x="136685" y="1287486"/>
                    </a:lnTo>
                    <a:lnTo>
                      <a:pt x="383600" y="1293658"/>
                    </a:lnTo>
                    <a:lnTo>
                      <a:pt x="477075" y="1216938"/>
                    </a:lnTo>
                    <a:lnTo>
                      <a:pt x="305998" y="1129636"/>
                    </a:lnTo>
                    <a:moveTo>
                      <a:pt x="134039" y="1285722"/>
                    </a:moveTo>
                    <a:lnTo>
                      <a:pt x="26455" y="1480608"/>
                    </a:lnTo>
                    <a:lnTo>
                      <a:pt x="220459" y="1493836"/>
                    </a:lnTo>
                    <a:lnTo>
                      <a:pt x="356263" y="1248685"/>
                    </a:lnTo>
                    <a:lnTo>
                      <a:pt x="134039" y="1285722"/>
                    </a:lnTo>
                    <a:moveTo>
                      <a:pt x="220459" y="1493836"/>
                    </a:moveTo>
                    <a:lnTo>
                      <a:pt x="164904" y="1348332"/>
                    </a:lnTo>
                    <a:lnTo>
                      <a:pt x="0" y="1412707"/>
                    </a:lnTo>
                    <a:lnTo>
                      <a:pt x="26455" y="1480608"/>
                    </a:lnTo>
                    <a:lnTo>
                      <a:pt x="220459" y="1493836"/>
                    </a:lnTo>
                    <a:moveTo>
                      <a:pt x="1593484" y="346563"/>
                    </a:moveTo>
                    <a:lnTo>
                      <a:pt x="1484136" y="211641"/>
                    </a:lnTo>
                    <a:lnTo>
                      <a:pt x="1346569" y="323635"/>
                    </a:lnTo>
                    <a:lnTo>
                      <a:pt x="1456799" y="458556"/>
                    </a:lnTo>
                    <a:lnTo>
                      <a:pt x="1593484" y="346563"/>
                    </a:lnTo>
                    <a:moveTo>
                      <a:pt x="1504418" y="186068"/>
                    </a:moveTo>
                    <a:lnTo>
                      <a:pt x="1388897" y="0"/>
                    </a:lnTo>
                    <a:lnTo>
                      <a:pt x="1238984" y="92593"/>
                    </a:lnTo>
                    <a:lnTo>
                      <a:pt x="1353624" y="278661"/>
                    </a:lnTo>
                    <a:lnTo>
                      <a:pt x="1504418" y="186068"/>
                    </a:lnTo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67" name="Rounded Rectangle 32">
                <a:extLst>
                  <a:ext uri="{FF2B5EF4-FFF2-40B4-BE49-F238E27FC236}">
                    <a16:creationId xmlns:a16="http://schemas.microsoft.com/office/drawing/2014/main" id="{8CCE8285-67A1-E768-2527-DB3B2F012745}"/>
                  </a:ext>
                </a:extLst>
              </p:cNvPr>
              <p:cNvSpPr/>
              <p:nvPr/>
            </p:nvSpPr>
            <p:spPr>
              <a:xfrm>
                <a:off x="4083799" y="1764120"/>
                <a:ext cx="605823" cy="3238115"/>
              </a:xfrm>
              <a:custGeom>
                <a:avLst/>
                <a:gdLst/>
                <a:ahLst/>
                <a:cxnLst/>
                <a:rect l="0" t="0" r="0" b="0"/>
                <a:pathLst>
                  <a:path w="605823" h="3238115">
                    <a:moveTo>
                      <a:pt x="151676" y="13227"/>
                    </a:moveTo>
                    <a:lnTo>
                      <a:pt x="123457" y="186950"/>
                    </a:lnTo>
                    <a:lnTo>
                      <a:pt x="0" y="166667"/>
                    </a:lnTo>
                    <a:lnTo>
                      <a:pt x="72310" y="0"/>
                    </a:lnTo>
                    <a:lnTo>
                      <a:pt x="151676" y="13227"/>
                    </a:lnTo>
                    <a:moveTo>
                      <a:pt x="0" y="166667"/>
                    </a:moveTo>
                    <a:lnTo>
                      <a:pt x="236333" y="352735"/>
                    </a:lnTo>
                    <a:lnTo>
                      <a:pt x="263670" y="149912"/>
                    </a:lnTo>
                    <a:lnTo>
                      <a:pt x="72310" y="0"/>
                    </a:lnTo>
                    <a:lnTo>
                      <a:pt x="0" y="166667"/>
                    </a:lnTo>
                    <a:moveTo>
                      <a:pt x="263670" y="149912"/>
                    </a:moveTo>
                    <a:lnTo>
                      <a:pt x="59083" y="235451"/>
                    </a:lnTo>
                    <a:lnTo>
                      <a:pt x="126984" y="397709"/>
                    </a:lnTo>
                    <a:lnTo>
                      <a:pt x="236333" y="352735"/>
                    </a:lnTo>
                    <a:lnTo>
                      <a:pt x="263670" y="149912"/>
                    </a:lnTo>
                    <a:moveTo>
                      <a:pt x="559086" y="974432"/>
                    </a:moveTo>
                    <a:lnTo>
                      <a:pt x="408291" y="1015879"/>
                    </a:lnTo>
                    <a:lnTo>
                      <a:pt x="390655" y="1203711"/>
                    </a:lnTo>
                    <a:lnTo>
                      <a:pt x="605823" y="1143746"/>
                    </a:lnTo>
                    <a:lnTo>
                      <a:pt x="559086" y="974432"/>
                    </a:lnTo>
                    <a:moveTo>
                      <a:pt x="390655" y="1203711"/>
                    </a:moveTo>
                    <a:lnTo>
                      <a:pt x="555559" y="1284840"/>
                    </a:lnTo>
                    <a:lnTo>
                      <a:pt x="580250" y="1100536"/>
                    </a:lnTo>
                    <a:lnTo>
                      <a:pt x="408291" y="1015879"/>
                    </a:lnTo>
                    <a:lnTo>
                      <a:pt x="390655" y="1203711"/>
                    </a:lnTo>
                    <a:moveTo>
                      <a:pt x="580250" y="1100536"/>
                    </a:moveTo>
                    <a:lnTo>
                      <a:pt x="433865" y="1129636"/>
                    </a:lnTo>
                    <a:lnTo>
                      <a:pt x="467375" y="1302477"/>
                    </a:lnTo>
                    <a:lnTo>
                      <a:pt x="555559" y="1284840"/>
                    </a:lnTo>
                    <a:lnTo>
                      <a:pt x="580250" y="1100536"/>
                    </a:lnTo>
                    <a:moveTo>
                      <a:pt x="538804" y="2129643"/>
                    </a:moveTo>
                    <a:lnTo>
                      <a:pt x="408291" y="2099660"/>
                    </a:lnTo>
                    <a:lnTo>
                      <a:pt x="368609" y="2271619"/>
                    </a:lnTo>
                    <a:lnTo>
                      <a:pt x="499121" y="2301601"/>
                    </a:lnTo>
                    <a:lnTo>
                      <a:pt x="538804" y="2129643"/>
                    </a:lnTo>
                    <a:moveTo>
                      <a:pt x="217814" y="2886261"/>
                    </a:moveTo>
                    <a:lnTo>
                      <a:pt x="192241" y="2881852"/>
                    </a:lnTo>
                    <a:lnTo>
                      <a:pt x="2645" y="3030883"/>
                    </a:lnTo>
                    <a:lnTo>
                      <a:pt x="190477" y="3060865"/>
                    </a:lnTo>
                    <a:lnTo>
                      <a:pt x="217814" y="2886261"/>
                    </a:lnTo>
                    <a:moveTo>
                      <a:pt x="2645" y="3030883"/>
                    </a:moveTo>
                    <a:lnTo>
                      <a:pt x="0" y="3061747"/>
                    </a:lnTo>
                    <a:lnTo>
                      <a:pt x="28218" y="3056456"/>
                    </a:lnTo>
                    <a:lnTo>
                      <a:pt x="58201" y="3230179"/>
                    </a:lnTo>
                    <a:lnTo>
                      <a:pt x="13227" y="3238115"/>
                    </a:lnTo>
                    <a:lnTo>
                      <a:pt x="177249" y="3059102"/>
                    </a:lnTo>
                    <a:lnTo>
                      <a:pt x="192241" y="2881852"/>
                    </a:lnTo>
                    <a:lnTo>
                      <a:pt x="2645" y="3030883"/>
                    </a:lnTo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AF13A06-DBBE-6B3A-393D-6C45C48FA1A5}"/>
                </a:ext>
              </a:extLst>
            </p:cNvPr>
            <p:cNvGrpSpPr/>
            <p:nvPr/>
          </p:nvGrpSpPr>
          <p:grpSpPr>
            <a:xfrm>
              <a:off x="2812968" y="2181064"/>
              <a:ext cx="2851963" cy="3215232"/>
              <a:chOff x="1790134" y="1754419"/>
              <a:chExt cx="2851963" cy="3215232"/>
            </a:xfrm>
          </p:grpSpPr>
          <p:sp>
            <p:nvSpPr>
              <p:cNvPr id="64" name="Rounded Rectangle 34">
                <a:extLst>
                  <a:ext uri="{FF2B5EF4-FFF2-40B4-BE49-F238E27FC236}">
                    <a16:creationId xmlns:a16="http://schemas.microsoft.com/office/drawing/2014/main" id="{3DE3B053-EE89-9546-F7CC-EC07E19FC785}"/>
                  </a:ext>
                </a:extLst>
              </p:cNvPr>
              <p:cNvSpPr/>
              <p:nvPr/>
            </p:nvSpPr>
            <p:spPr>
              <a:xfrm>
                <a:off x="1790134" y="1754419"/>
                <a:ext cx="1903892" cy="1738106"/>
              </a:xfrm>
              <a:custGeom>
                <a:avLst/>
                <a:gdLst/>
                <a:ahLst/>
                <a:cxnLst/>
                <a:rect l="0" t="0" r="0" b="0"/>
                <a:pathLst>
                  <a:path w="1903892" h="1738106">
                    <a:moveTo>
                      <a:pt x="1903892" y="346739"/>
                    </a:moveTo>
                    <a:lnTo>
                      <a:pt x="1746130" y="487833"/>
                    </a:lnTo>
                    <a:lnTo>
                      <a:pt x="1536253" y="435981"/>
                    </a:lnTo>
                    <a:lnTo>
                      <a:pt x="1481755" y="484659"/>
                    </a:lnTo>
                    <a:lnTo>
                      <a:pt x="1691633" y="536511"/>
                    </a:lnTo>
                    <a:lnTo>
                      <a:pt x="1533960" y="677605"/>
                    </a:lnTo>
                    <a:lnTo>
                      <a:pt x="1324082" y="625753"/>
                    </a:lnTo>
                    <a:lnTo>
                      <a:pt x="218649" y="1612247"/>
                    </a:lnTo>
                    <a:cubicBezTo>
                      <a:pt x="219838" y="1618597"/>
                      <a:pt x="220459" y="1625147"/>
                      <a:pt x="220459" y="1631842"/>
                    </a:cubicBezTo>
                    <a:cubicBezTo>
                      <a:pt x="220459" y="1690285"/>
                      <a:pt x="173082" y="1737663"/>
                      <a:pt x="114639" y="1737663"/>
                    </a:cubicBezTo>
                    <a:cubicBezTo>
                      <a:pt x="56196" y="1737663"/>
                      <a:pt x="8818" y="1690285"/>
                      <a:pt x="8818" y="1631842"/>
                    </a:cubicBezTo>
                    <a:cubicBezTo>
                      <a:pt x="8818" y="1573399"/>
                      <a:pt x="56196" y="1526021"/>
                      <a:pt x="114639" y="1526021"/>
                    </a:cubicBezTo>
                    <a:cubicBezTo>
                      <a:pt x="126906" y="1526021"/>
                      <a:pt x="138686" y="1528109"/>
                      <a:pt x="149642" y="1531947"/>
                    </a:cubicBezTo>
                    <a:lnTo>
                      <a:pt x="1252300" y="547975"/>
                    </a:lnTo>
                    <a:lnTo>
                      <a:pt x="1223729" y="330866"/>
                    </a:lnTo>
                    <a:lnTo>
                      <a:pt x="1381490" y="189771"/>
                    </a:lnTo>
                    <a:lnTo>
                      <a:pt x="1410061" y="406880"/>
                    </a:lnTo>
                    <a:lnTo>
                      <a:pt x="1464559" y="358115"/>
                    </a:lnTo>
                    <a:lnTo>
                      <a:pt x="1435899" y="141094"/>
                    </a:lnTo>
                    <a:lnTo>
                      <a:pt x="1593660" y="0"/>
                    </a:lnTo>
                    <a:lnTo>
                      <a:pt x="1630433" y="279190"/>
                    </a:lnTo>
                    <a:lnTo>
                      <a:pt x="1903892" y="346739"/>
                    </a:lnTo>
                    <a:close/>
                    <a:moveTo>
                      <a:pt x="1903892" y="346563"/>
                    </a:moveTo>
                    <a:cubicBezTo>
                      <a:pt x="1859800" y="402118"/>
                      <a:pt x="1798071" y="440038"/>
                      <a:pt x="1746042" y="487657"/>
                    </a:cubicBezTo>
                    <a:cubicBezTo>
                      <a:pt x="1676377" y="469138"/>
                      <a:pt x="1600539" y="468256"/>
                      <a:pt x="1536164" y="435628"/>
                    </a:cubicBezTo>
                    <a:cubicBezTo>
                      <a:pt x="1519409" y="453265"/>
                      <a:pt x="1503536" y="474429"/>
                      <a:pt x="1481490" y="485011"/>
                    </a:cubicBezTo>
                    <a:cubicBezTo>
                      <a:pt x="1552037" y="499121"/>
                      <a:pt x="1621703" y="517639"/>
                      <a:pt x="1691368" y="536158"/>
                    </a:cubicBezTo>
                    <a:cubicBezTo>
                      <a:pt x="1636694" y="580250"/>
                      <a:pt x="1594366" y="641097"/>
                      <a:pt x="1534401" y="677252"/>
                    </a:cubicBezTo>
                    <a:cubicBezTo>
                      <a:pt x="1463854" y="660497"/>
                      <a:pt x="1391543" y="649915"/>
                      <a:pt x="1324523" y="626106"/>
                    </a:cubicBezTo>
                    <a:cubicBezTo>
                      <a:pt x="1234575" y="718699"/>
                      <a:pt x="1141100" y="807765"/>
                      <a:pt x="1036161" y="882721"/>
                    </a:cubicBezTo>
                    <a:cubicBezTo>
                      <a:pt x="932986" y="956796"/>
                      <a:pt x="842156" y="1046743"/>
                      <a:pt x="752209" y="1135809"/>
                    </a:cubicBezTo>
                    <a:cubicBezTo>
                      <a:pt x="660497" y="1226639"/>
                      <a:pt x="559968" y="1306886"/>
                      <a:pt x="463847" y="1393306"/>
                    </a:cubicBezTo>
                    <a:cubicBezTo>
                      <a:pt x="382718" y="1466499"/>
                      <a:pt x="291007" y="1529991"/>
                      <a:pt x="218696" y="1612003"/>
                    </a:cubicBezTo>
                    <a:cubicBezTo>
                      <a:pt x="220459" y="1618175"/>
                      <a:pt x="218696" y="1625230"/>
                      <a:pt x="220459" y="1631403"/>
                    </a:cubicBezTo>
                    <a:cubicBezTo>
                      <a:pt x="237214" y="1687841"/>
                      <a:pt x="172840" y="1737224"/>
                      <a:pt x="114639" y="1737224"/>
                    </a:cubicBezTo>
                    <a:cubicBezTo>
                      <a:pt x="56437" y="1738106"/>
                      <a:pt x="17636" y="1689604"/>
                      <a:pt x="8818" y="1631403"/>
                    </a:cubicBezTo>
                    <a:cubicBezTo>
                      <a:pt x="0" y="1574083"/>
                      <a:pt x="56437" y="1521173"/>
                      <a:pt x="114639" y="1525582"/>
                    </a:cubicBezTo>
                    <a:cubicBezTo>
                      <a:pt x="126984" y="1527346"/>
                      <a:pt x="138448" y="1529110"/>
                      <a:pt x="149912" y="1531755"/>
                    </a:cubicBezTo>
                    <a:cubicBezTo>
                      <a:pt x="277779" y="1431225"/>
                      <a:pt x="401237" y="1323641"/>
                      <a:pt x="514112" y="1206356"/>
                    </a:cubicBezTo>
                    <a:cubicBezTo>
                      <a:pt x="637570" y="1078490"/>
                      <a:pt x="771609" y="960323"/>
                      <a:pt x="912704" y="850975"/>
                    </a:cubicBezTo>
                    <a:cubicBezTo>
                      <a:pt x="1032634" y="758382"/>
                      <a:pt x="1143746" y="654325"/>
                      <a:pt x="1252212" y="547622"/>
                    </a:cubicBezTo>
                    <a:cubicBezTo>
                      <a:pt x="1244275" y="475311"/>
                      <a:pt x="1228402" y="403882"/>
                      <a:pt x="1223993" y="330689"/>
                    </a:cubicBezTo>
                    <a:cubicBezTo>
                      <a:pt x="1270731" y="278661"/>
                      <a:pt x="1322759" y="229278"/>
                      <a:pt x="1381842" y="189595"/>
                    </a:cubicBezTo>
                    <a:cubicBezTo>
                      <a:pt x="1392424" y="261906"/>
                      <a:pt x="1402125" y="334217"/>
                      <a:pt x="1410061" y="406528"/>
                    </a:cubicBezTo>
                    <a:cubicBezTo>
                      <a:pt x="1429462" y="392418"/>
                      <a:pt x="1452390" y="379191"/>
                      <a:pt x="1464735" y="358026"/>
                    </a:cubicBezTo>
                    <a:cubicBezTo>
                      <a:pt x="1465617" y="284834"/>
                      <a:pt x="1442689" y="213405"/>
                      <a:pt x="1435635" y="141094"/>
                    </a:cubicBezTo>
                    <a:cubicBezTo>
                      <a:pt x="1492954" y="99647"/>
                      <a:pt x="1547628" y="52910"/>
                      <a:pt x="1593484" y="0"/>
                    </a:cubicBezTo>
                    <a:cubicBezTo>
                      <a:pt x="1590838" y="93475"/>
                      <a:pt x="1629639" y="185186"/>
                      <a:pt x="1630521" y="279543"/>
                    </a:cubicBezTo>
                    <a:cubicBezTo>
                      <a:pt x="1719587" y="307762"/>
                      <a:pt x="1817471" y="309525"/>
                      <a:pt x="1903892" y="346563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  <p:sp>
            <p:nvSpPr>
              <p:cNvPr id="65" name="Rounded Rectangle 35">
                <a:extLst>
                  <a:ext uri="{FF2B5EF4-FFF2-40B4-BE49-F238E27FC236}">
                    <a16:creationId xmlns:a16="http://schemas.microsoft.com/office/drawing/2014/main" id="{C288139E-8D9A-746F-09EB-AC8B2E74180A}"/>
                  </a:ext>
                </a:extLst>
              </p:cNvPr>
              <p:cNvSpPr/>
              <p:nvPr/>
            </p:nvSpPr>
            <p:spPr>
              <a:xfrm>
                <a:off x="4079390" y="1815257"/>
                <a:ext cx="562707" cy="3154394"/>
              </a:xfrm>
              <a:custGeom>
                <a:avLst/>
                <a:gdLst/>
                <a:ahLst/>
                <a:cxnLst/>
                <a:rect l="0" t="0" r="0" b="0"/>
                <a:pathLst>
                  <a:path w="562707" h="3154394">
                    <a:moveTo>
                      <a:pt x="245395" y="303946"/>
                    </a:moveTo>
                    <a:cubicBezTo>
                      <a:pt x="243880" y="304480"/>
                      <a:pt x="242454" y="305105"/>
                      <a:pt x="240939" y="305728"/>
                    </a:cubicBezTo>
                    <a:cubicBezTo>
                      <a:pt x="225608" y="312057"/>
                      <a:pt x="211079" y="319455"/>
                      <a:pt x="197353" y="327744"/>
                    </a:cubicBezTo>
                    <a:cubicBezTo>
                      <a:pt x="139506" y="227292"/>
                      <a:pt x="74350" y="130138"/>
                      <a:pt x="2064" y="36905"/>
                    </a:cubicBezTo>
                    <a:cubicBezTo>
                      <a:pt x="14453" y="27725"/>
                      <a:pt x="26308" y="17474"/>
                      <a:pt x="37539" y="6244"/>
                    </a:cubicBezTo>
                    <a:cubicBezTo>
                      <a:pt x="39143" y="4639"/>
                      <a:pt x="40659" y="3035"/>
                      <a:pt x="42174" y="1431"/>
                    </a:cubicBezTo>
                    <a:cubicBezTo>
                      <a:pt x="42797" y="2143"/>
                      <a:pt x="43421" y="2946"/>
                      <a:pt x="43957" y="3659"/>
                    </a:cubicBezTo>
                    <a:cubicBezTo>
                      <a:pt x="118649" y="99833"/>
                      <a:pt x="185854" y="200107"/>
                      <a:pt x="245395" y="303946"/>
                    </a:cubicBezTo>
                    <a:close/>
                    <a:moveTo>
                      <a:pt x="1708" y="36455"/>
                    </a:moveTo>
                    <a:cubicBezTo>
                      <a:pt x="1262" y="35919"/>
                      <a:pt x="816" y="35296"/>
                      <a:pt x="371" y="34761"/>
                    </a:cubicBezTo>
                    <a:cubicBezTo>
                      <a:pt x="14187" y="24867"/>
                      <a:pt x="27467" y="13637"/>
                      <a:pt x="39946" y="1158"/>
                    </a:cubicBezTo>
                    <a:lnTo>
                      <a:pt x="41105" y="0"/>
                    </a:lnTo>
                    <a:cubicBezTo>
                      <a:pt x="41461" y="445"/>
                      <a:pt x="41817" y="985"/>
                      <a:pt x="42174" y="1431"/>
                    </a:cubicBezTo>
                    <a:cubicBezTo>
                      <a:pt x="40659" y="3035"/>
                      <a:pt x="39143" y="4639"/>
                      <a:pt x="37539" y="6244"/>
                    </a:cubicBezTo>
                    <a:cubicBezTo>
                      <a:pt x="26308" y="17474"/>
                      <a:pt x="14453" y="27725"/>
                      <a:pt x="2064" y="36905"/>
                    </a:cubicBezTo>
                    <a:cubicBezTo>
                      <a:pt x="1975" y="36727"/>
                      <a:pt x="1797" y="36633"/>
                      <a:pt x="1708" y="36455"/>
                    </a:cubicBezTo>
                    <a:close/>
                    <a:moveTo>
                      <a:pt x="562707" y="1257034"/>
                    </a:moveTo>
                    <a:cubicBezTo>
                      <a:pt x="560300" y="1256945"/>
                      <a:pt x="557983" y="1256945"/>
                      <a:pt x="555576" y="1256945"/>
                    </a:cubicBezTo>
                    <a:cubicBezTo>
                      <a:pt x="539800" y="1256945"/>
                      <a:pt x="524380" y="1258104"/>
                      <a:pt x="509228" y="1260243"/>
                    </a:cubicBezTo>
                    <a:cubicBezTo>
                      <a:pt x="494610" y="1142588"/>
                      <a:pt x="471792" y="1026894"/>
                      <a:pt x="440952" y="913607"/>
                    </a:cubicBezTo>
                    <a:cubicBezTo>
                      <a:pt x="456283" y="909863"/>
                      <a:pt x="471525" y="904872"/>
                      <a:pt x="486499" y="898633"/>
                    </a:cubicBezTo>
                    <a:cubicBezTo>
                      <a:pt x="488281" y="897920"/>
                      <a:pt x="489975" y="897117"/>
                      <a:pt x="491758" y="896316"/>
                    </a:cubicBezTo>
                    <a:cubicBezTo>
                      <a:pt x="523935" y="1014149"/>
                      <a:pt x="547644" y="1134567"/>
                      <a:pt x="562707" y="1257034"/>
                    </a:cubicBezTo>
                    <a:close/>
                    <a:moveTo>
                      <a:pt x="562529" y="1898609"/>
                    </a:moveTo>
                    <a:cubicBezTo>
                      <a:pt x="560211" y="1898698"/>
                      <a:pt x="557894" y="1898698"/>
                      <a:pt x="555576" y="1898698"/>
                    </a:cubicBezTo>
                    <a:cubicBezTo>
                      <a:pt x="539622" y="1898698"/>
                      <a:pt x="523845" y="1897540"/>
                      <a:pt x="508514" y="1895311"/>
                    </a:cubicBezTo>
                    <a:cubicBezTo>
                      <a:pt x="493541" y="2012075"/>
                      <a:pt x="470455" y="2127411"/>
                      <a:pt x="439437" y="2240343"/>
                    </a:cubicBezTo>
                    <a:cubicBezTo>
                      <a:pt x="454412" y="2244175"/>
                      <a:pt x="469296" y="2249078"/>
                      <a:pt x="483915" y="2255139"/>
                    </a:cubicBezTo>
                    <a:cubicBezTo>
                      <a:pt x="486410" y="2256209"/>
                      <a:pt x="488906" y="2257189"/>
                      <a:pt x="491312" y="2258348"/>
                    </a:cubicBezTo>
                    <a:cubicBezTo>
                      <a:pt x="523756" y="2140515"/>
                      <a:pt x="547555" y="2020453"/>
                      <a:pt x="562529" y="1898609"/>
                    </a:cubicBezTo>
                    <a:close/>
                    <a:moveTo>
                      <a:pt x="245485" y="2850898"/>
                    </a:moveTo>
                    <a:cubicBezTo>
                      <a:pt x="185143" y="2956965"/>
                      <a:pt x="117313" y="3058220"/>
                      <a:pt x="42442" y="3154394"/>
                    </a:cubicBezTo>
                    <a:cubicBezTo>
                      <a:pt x="40838" y="3152700"/>
                      <a:pt x="39233" y="3151007"/>
                      <a:pt x="37540" y="3149313"/>
                    </a:cubicBezTo>
                    <a:cubicBezTo>
                      <a:pt x="26219" y="3137994"/>
                      <a:pt x="14187" y="3127654"/>
                      <a:pt x="1708" y="3118384"/>
                    </a:cubicBezTo>
                    <a:cubicBezTo>
                      <a:pt x="73460" y="3025687"/>
                      <a:pt x="138437" y="2928176"/>
                      <a:pt x="196195" y="2826832"/>
                    </a:cubicBezTo>
                    <a:cubicBezTo>
                      <a:pt x="209475" y="2834854"/>
                      <a:pt x="223558" y="2841896"/>
                      <a:pt x="238355" y="2848046"/>
                    </a:cubicBezTo>
                    <a:cubicBezTo>
                      <a:pt x="240761" y="2849026"/>
                      <a:pt x="243079" y="2850007"/>
                      <a:pt x="245485" y="2850898"/>
                    </a:cubicBezTo>
                    <a:close/>
                    <a:moveTo>
                      <a:pt x="245151" y="304244"/>
                    </a:moveTo>
                    <a:cubicBezTo>
                      <a:pt x="244269" y="305126"/>
                      <a:pt x="242505" y="305126"/>
                      <a:pt x="240742" y="306007"/>
                    </a:cubicBezTo>
                    <a:cubicBezTo>
                      <a:pt x="226632" y="313944"/>
                      <a:pt x="212523" y="322762"/>
                      <a:pt x="197532" y="328053"/>
                    </a:cubicBezTo>
                    <a:cubicBezTo>
                      <a:pt x="152558" y="221351"/>
                      <a:pt x="72310" y="132285"/>
                      <a:pt x="1763" y="37046"/>
                    </a:cubicBezTo>
                    <a:cubicBezTo>
                      <a:pt x="14991" y="28228"/>
                      <a:pt x="27337" y="18528"/>
                      <a:pt x="37919" y="6182"/>
                    </a:cubicBezTo>
                    <a:cubicBezTo>
                      <a:pt x="38800" y="4418"/>
                      <a:pt x="40564" y="3536"/>
                      <a:pt x="42328" y="1773"/>
                    </a:cubicBezTo>
                    <a:cubicBezTo>
                      <a:pt x="42328" y="2654"/>
                      <a:pt x="43210" y="2654"/>
                      <a:pt x="44091" y="3536"/>
                    </a:cubicBezTo>
                    <a:cubicBezTo>
                      <a:pt x="96120" y="113766"/>
                      <a:pt x="192241" y="196659"/>
                      <a:pt x="245151" y="304244"/>
                    </a:cubicBezTo>
                    <a:moveTo>
                      <a:pt x="1763" y="36164"/>
                    </a:moveTo>
                    <a:cubicBezTo>
                      <a:pt x="1763" y="36164"/>
                      <a:pt x="881" y="35283"/>
                      <a:pt x="0" y="34401"/>
                    </a:cubicBezTo>
                    <a:cubicBezTo>
                      <a:pt x="9700" y="20291"/>
                      <a:pt x="29100" y="15000"/>
                      <a:pt x="39682" y="891"/>
                    </a:cubicBezTo>
                    <a:cubicBezTo>
                      <a:pt x="41446" y="9"/>
                      <a:pt x="41446" y="891"/>
                      <a:pt x="42328" y="1773"/>
                    </a:cubicBezTo>
                    <a:cubicBezTo>
                      <a:pt x="40564" y="3536"/>
                      <a:pt x="38800" y="4418"/>
                      <a:pt x="37919" y="6182"/>
                    </a:cubicBezTo>
                    <a:cubicBezTo>
                      <a:pt x="29982" y="20291"/>
                      <a:pt x="14109" y="27346"/>
                      <a:pt x="1763" y="37046"/>
                    </a:cubicBezTo>
                    <a:moveTo>
                      <a:pt x="562613" y="1256631"/>
                    </a:moveTo>
                    <a:cubicBezTo>
                      <a:pt x="559968" y="1256631"/>
                      <a:pt x="558204" y="1256631"/>
                      <a:pt x="555559" y="1256631"/>
                    </a:cubicBezTo>
                    <a:cubicBezTo>
                      <a:pt x="539685" y="1259276"/>
                      <a:pt x="523812" y="1256631"/>
                      <a:pt x="508821" y="1260158"/>
                    </a:cubicBezTo>
                    <a:cubicBezTo>
                      <a:pt x="501766" y="1141991"/>
                      <a:pt x="483248" y="1022943"/>
                      <a:pt x="440919" y="913595"/>
                    </a:cubicBezTo>
                    <a:cubicBezTo>
                      <a:pt x="455911" y="909186"/>
                      <a:pt x="470020" y="899486"/>
                      <a:pt x="486775" y="898604"/>
                    </a:cubicBezTo>
                    <a:cubicBezTo>
                      <a:pt x="488539" y="898604"/>
                      <a:pt x="489421" y="896840"/>
                      <a:pt x="492066" y="895958"/>
                    </a:cubicBezTo>
                    <a:cubicBezTo>
                      <a:pt x="514112" y="1016770"/>
                      <a:pt x="549386" y="1134055"/>
                      <a:pt x="562613" y="1256631"/>
                    </a:cubicBezTo>
                    <a:moveTo>
                      <a:pt x="562613" y="1898610"/>
                    </a:moveTo>
                    <a:cubicBezTo>
                      <a:pt x="545858" y="2020304"/>
                      <a:pt x="516758" y="2138470"/>
                      <a:pt x="491184" y="2258401"/>
                    </a:cubicBezTo>
                    <a:cubicBezTo>
                      <a:pt x="488539" y="2258401"/>
                      <a:pt x="486775" y="2255755"/>
                      <a:pt x="484130" y="2254873"/>
                    </a:cubicBezTo>
                    <a:cubicBezTo>
                      <a:pt x="468256" y="2253991"/>
                      <a:pt x="454147" y="2245173"/>
                      <a:pt x="439156" y="2240764"/>
                    </a:cubicBezTo>
                    <a:cubicBezTo>
                      <a:pt x="482366" y="2131416"/>
                      <a:pt x="489421" y="2011485"/>
                      <a:pt x="508821" y="1895083"/>
                    </a:cubicBezTo>
                    <a:cubicBezTo>
                      <a:pt x="522049" y="1903019"/>
                      <a:pt x="539685" y="1900374"/>
                      <a:pt x="555559" y="1898610"/>
                    </a:cubicBezTo>
                    <a:cubicBezTo>
                      <a:pt x="558204" y="1898610"/>
                      <a:pt x="559968" y="1897728"/>
                      <a:pt x="562613" y="1898610"/>
                    </a:cubicBezTo>
                    <a:moveTo>
                      <a:pt x="245151" y="2850997"/>
                    </a:moveTo>
                    <a:cubicBezTo>
                      <a:pt x="243387" y="2849233"/>
                      <a:pt x="239860" y="2850115"/>
                      <a:pt x="238096" y="2848351"/>
                    </a:cubicBezTo>
                    <a:cubicBezTo>
                      <a:pt x="226632" y="2836887"/>
                      <a:pt x="209877" y="2834242"/>
                      <a:pt x="195768" y="2827187"/>
                    </a:cubicBezTo>
                    <a:cubicBezTo>
                      <a:pt x="139330" y="2928599"/>
                      <a:pt x="82011" y="3032656"/>
                      <a:pt x="1763" y="3118194"/>
                    </a:cubicBezTo>
                    <a:cubicBezTo>
                      <a:pt x="14109" y="3127895"/>
                      <a:pt x="27337" y="3137595"/>
                      <a:pt x="37919" y="3149059"/>
                    </a:cubicBezTo>
                    <a:cubicBezTo>
                      <a:pt x="38800" y="3150822"/>
                      <a:pt x="40564" y="3152586"/>
                      <a:pt x="42328" y="3154350"/>
                    </a:cubicBezTo>
                    <a:cubicBezTo>
                      <a:pt x="130512" y="3069693"/>
                      <a:pt x="171958" y="2948881"/>
                      <a:pt x="245151" y="2850997"/>
                    </a:cubicBezTo>
                  </a:path>
                </a:pathLst>
              </a:custGeom>
              <a:noFill/>
              <a:ln w="26454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47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B06FF5-4829-E1B1-ECEE-D363277FE181}"/>
                </a:ext>
              </a:extLst>
            </p:cNvPr>
            <p:cNvSpPr txBox="1"/>
            <p:nvPr/>
          </p:nvSpPr>
          <p:spPr>
            <a:xfrm>
              <a:off x="5458489" y="2033091"/>
              <a:ext cx="2617606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Core function of the test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605B2FA-2559-5316-6F7F-C4AF5217B080}"/>
                </a:ext>
              </a:extLst>
            </p:cNvPr>
            <p:cNvSpPr txBox="1"/>
            <p:nvPr/>
          </p:nvSpPr>
          <p:spPr>
            <a:xfrm>
              <a:off x="5458487" y="1725859"/>
              <a:ext cx="2134839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BLE Communication</a:t>
              </a:r>
            </a:p>
          </p:txBody>
        </p:sp>
        <p:sp>
          <p:nvSpPr>
            <p:cNvPr id="50" name="Rounded Rectangle 39">
              <a:extLst>
                <a:ext uri="{FF2B5EF4-FFF2-40B4-BE49-F238E27FC236}">
                  <a16:creationId xmlns:a16="http://schemas.microsoft.com/office/drawing/2014/main" id="{193FD014-54BD-A61A-CD7E-E648707A17B3}"/>
                </a:ext>
              </a:extLst>
            </p:cNvPr>
            <p:cNvSpPr/>
            <p:nvPr/>
          </p:nvSpPr>
          <p:spPr>
            <a:xfrm>
              <a:off x="4708924" y="1908135"/>
              <a:ext cx="405646" cy="211641"/>
            </a:xfrm>
            <a:custGeom>
              <a:avLst/>
              <a:gdLst/>
              <a:ahLst/>
              <a:cxnLst/>
              <a:rect l="0" t="0" r="0" b="0"/>
              <a:pathLst>
                <a:path w="405646" h="211641">
                  <a:moveTo>
                    <a:pt x="132275" y="35273"/>
                  </a:moveTo>
                  <a:lnTo>
                    <a:pt x="255733" y="158731"/>
                  </a:lnTo>
                  <a:lnTo>
                    <a:pt x="202823" y="211641"/>
                  </a:lnTo>
                  <a:lnTo>
                    <a:pt x="202823" y="0"/>
                  </a:lnTo>
                  <a:lnTo>
                    <a:pt x="255733" y="52910"/>
                  </a:lnTo>
                  <a:lnTo>
                    <a:pt x="132275" y="176367"/>
                  </a:lnTo>
                  <a:moveTo>
                    <a:pt x="141094" y="105820"/>
                  </a:moveTo>
                  <a:lnTo>
                    <a:pt x="97002" y="105820"/>
                  </a:lnTo>
                  <a:moveTo>
                    <a:pt x="44091" y="105820"/>
                  </a:moveTo>
                  <a:lnTo>
                    <a:pt x="0" y="105820"/>
                  </a:lnTo>
                  <a:moveTo>
                    <a:pt x="308643" y="105820"/>
                  </a:moveTo>
                  <a:lnTo>
                    <a:pt x="264551" y="105820"/>
                  </a:lnTo>
                  <a:moveTo>
                    <a:pt x="405646" y="105820"/>
                  </a:moveTo>
                  <a:lnTo>
                    <a:pt x="361554" y="105820"/>
                  </a:lnTo>
                  <a:moveTo>
                    <a:pt x="132275" y="176367"/>
                  </a:moveTo>
                  <a:cubicBezTo>
                    <a:pt x="172840" y="134039"/>
                    <a:pt x="215168" y="95238"/>
                    <a:pt x="255733" y="52910"/>
                  </a:cubicBezTo>
                  <a:cubicBezTo>
                    <a:pt x="239860" y="33509"/>
                    <a:pt x="222223" y="15873"/>
                    <a:pt x="202823" y="0"/>
                  </a:cubicBezTo>
                  <a:cubicBezTo>
                    <a:pt x="229278" y="65256"/>
                    <a:pt x="213405" y="141094"/>
                    <a:pt x="202823" y="211641"/>
                  </a:cubicBezTo>
                  <a:cubicBezTo>
                    <a:pt x="225750" y="201059"/>
                    <a:pt x="239860" y="178131"/>
                    <a:pt x="255733" y="158731"/>
                  </a:cubicBezTo>
                  <a:cubicBezTo>
                    <a:pt x="206350" y="128748"/>
                    <a:pt x="171076" y="77601"/>
                    <a:pt x="132275" y="35273"/>
                  </a:cubicBezTo>
                  <a:moveTo>
                    <a:pt x="97002" y="105820"/>
                  </a:moveTo>
                  <a:cubicBezTo>
                    <a:pt x="111111" y="104057"/>
                    <a:pt x="126984" y="100529"/>
                    <a:pt x="141094" y="105820"/>
                  </a:cubicBezTo>
                  <a:moveTo>
                    <a:pt x="0" y="105820"/>
                  </a:moveTo>
                  <a:cubicBezTo>
                    <a:pt x="14109" y="104057"/>
                    <a:pt x="29982" y="105820"/>
                    <a:pt x="44091" y="105820"/>
                  </a:cubicBezTo>
                  <a:moveTo>
                    <a:pt x="264551" y="105820"/>
                  </a:moveTo>
                  <a:cubicBezTo>
                    <a:pt x="278661" y="100529"/>
                    <a:pt x="294534" y="105820"/>
                    <a:pt x="308643" y="105820"/>
                  </a:cubicBezTo>
                  <a:moveTo>
                    <a:pt x="361554" y="105820"/>
                  </a:moveTo>
                  <a:cubicBezTo>
                    <a:pt x="375663" y="105820"/>
                    <a:pt x="391536" y="111111"/>
                    <a:pt x="405646" y="105820"/>
                  </a:cubicBezTo>
                </a:path>
              </a:pathLst>
            </a:custGeom>
            <a:noFill/>
            <a:ln w="1322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47"/>
            </a:p>
          </p:txBody>
        </p:sp>
        <p:sp>
          <p:nvSpPr>
            <p:cNvPr id="51" name="Rounded Rectangle 40">
              <a:extLst>
                <a:ext uri="{FF2B5EF4-FFF2-40B4-BE49-F238E27FC236}">
                  <a16:creationId xmlns:a16="http://schemas.microsoft.com/office/drawing/2014/main" id="{5AE9D0E4-C303-ABE8-DAA0-B294919EE82A}"/>
                </a:ext>
              </a:extLst>
            </p:cNvPr>
            <p:cNvSpPr/>
            <p:nvPr/>
          </p:nvSpPr>
          <p:spPr>
            <a:xfrm>
              <a:off x="5287411" y="2641826"/>
              <a:ext cx="365081" cy="405646"/>
            </a:xfrm>
            <a:custGeom>
              <a:avLst/>
              <a:gdLst/>
              <a:ahLst/>
              <a:cxnLst/>
              <a:rect l="0" t="0" r="0" b="0"/>
              <a:pathLst>
                <a:path w="365081" h="405646">
                  <a:moveTo>
                    <a:pt x="165815" y="156085"/>
                  </a:moveTo>
                  <a:cubicBezTo>
                    <a:pt x="165815" y="138448"/>
                    <a:pt x="179925" y="124339"/>
                    <a:pt x="197562" y="124339"/>
                  </a:cubicBezTo>
                  <a:cubicBezTo>
                    <a:pt x="215198" y="124339"/>
                    <a:pt x="229308" y="138448"/>
                    <a:pt x="229308" y="156085"/>
                  </a:cubicBezTo>
                  <a:lnTo>
                    <a:pt x="229306" y="170195"/>
                  </a:lnTo>
                  <a:lnTo>
                    <a:pt x="229306" y="164904"/>
                  </a:lnTo>
                  <a:cubicBezTo>
                    <a:pt x="229306" y="147267"/>
                    <a:pt x="243416" y="133157"/>
                    <a:pt x="261052" y="133157"/>
                  </a:cubicBezTo>
                  <a:cubicBezTo>
                    <a:pt x="278689" y="133157"/>
                    <a:pt x="292799" y="147267"/>
                    <a:pt x="292799" y="164904"/>
                  </a:cubicBezTo>
                  <a:lnTo>
                    <a:pt x="292799" y="182540"/>
                  </a:lnTo>
                  <a:cubicBezTo>
                    <a:pt x="292799" y="164904"/>
                    <a:pt x="306908" y="150794"/>
                    <a:pt x="324545" y="150794"/>
                  </a:cubicBezTo>
                  <a:cubicBezTo>
                    <a:pt x="342182" y="150794"/>
                    <a:pt x="356291" y="164904"/>
                    <a:pt x="356291" y="182540"/>
                  </a:cubicBezTo>
                  <a:lnTo>
                    <a:pt x="356291" y="293652"/>
                  </a:lnTo>
                  <a:cubicBezTo>
                    <a:pt x="356291" y="351854"/>
                    <a:pt x="308672" y="399473"/>
                    <a:pt x="250470" y="399473"/>
                  </a:cubicBezTo>
                  <a:lnTo>
                    <a:pt x="185214" y="399473"/>
                  </a:lnTo>
                  <a:cubicBezTo>
                    <a:pt x="144649" y="399473"/>
                    <a:pt x="105849" y="381836"/>
                    <a:pt x="79394" y="351854"/>
                  </a:cubicBezTo>
                  <a:lnTo>
                    <a:pt x="12374" y="276015"/>
                  </a:lnTo>
                  <a:cubicBezTo>
                    <a:pt x="1792" y="263670"/>
                    <a:pt x="29" y="244269"/>
                    <a:pt x="10611" y="231923"/>
                  </a:cubicBezTo>
                  <a:cubicBezTo>
                    <a:pt x="21193" y="219578"/>
                    <a:pt x="38829" y="216050"/>
                    <a:pt x="52939" y="221341"/>
                  </a:cubicBezTo>
                  <a:lnTo>
                    <a:pt x="102322" y="249560"/>
                  </a:lnTo>
                  <a:lnTo>
                    <a:pt x="102322" y="33289"/>
                  </a:lnTo>
                  <a:cubicBezTo>
                    <a:pt x="102322" y="15756"/>
                    <a:pt x="116535" y="1543"/>
                    <a:pt x="134068" y="1543"/>
                  </a:cubicBezTo>
                  <a:lnTo>
                    <a:pt x="134068" y="1543"/>
                  </a:lnTo>
                  <a:cubicBezTo>
                    <a:pt x="151602" y="1543"/>
                    <a:pt x="165814" y="15756"/>
                    <a:pt x="165814" y="33289"/>
                  </a:cubicBezTo>
                  <a:lnTo>
                    <a:pt x="165814" y="182540"/>
                  </a:lnTo>
                  <a:moveTo>
                    <a:pt x="165785" y="156967"/>
                  </a:moveTo>
                  <a:cubicBezTo>
                    <a:pt x="167549" y="137566"/>
                    <a:pt x="179895" y="125221"/>
                    <a:pt x="197532" y="125221"/>
                  </a:cubicBezTo>
                  <a:cubicBezTo>
                    <a:pt x="215168" y="123457"/>
                    <a:pt x="227514" y="139330"/>
                    <a:pt x="229278" y="156967"/>
                  </a:cubicBezTo>
                  <a:cubicBezTo>
                    <a:pt x="229278" y="160494"/>
                    <a:pt x="227514" y="165785"/>
                    <a:pt x="229278" y="171076"/>
                  </a:cubicBezTo>
                  <a:cubicBezTo>
                    <a:pt x="229278" y="167549"/>
                    <a:pt x="229278" y="165785"/>
                    <a:pt x="229278" y="165785"/>
                  </a:cubicBezTo>
                  <a:cubicBezTo>
                    <a:pt x="222223" y="148149"/>
                    <a:pt x="243387" y="128748"/>
                    <a:pt x="261024" y="134039"/>
                  </a:cubicBezTo>
                  <a:cubicBezTo>
                    <a:pt x="278661" y="137566"/>
                    <a:pt x="294534" y="146385"/>
                    <a:pt x="292770" y="165785"/>
                  </a:cubicBezTo>
                  <a:cubicBezTo>
                    <a:pt x="292770" y="171076"/>
                    <a:pt x="294534" y="176367"/>
                    <a:pt x="292770" y="183422"/>
                  </a:cubicBezTo>
                  <a:cubicBezTo>
                    <a:pt x="298061" y="165785"/>
                    <a:pt x="306880" y="149912"/>
                    <a:pt x="324517" y="151676"/>
                  </a:cubicBezTo>
                  <a:cubicBezTo>
                    <a:pt x="342153" y="151676"/>
                    <a:pt x="356263" y="164022"/>
                    <a:pt x="356263" y="183422"/>
                  </a:cubicBezTo>
                  <a:cubicBezTo>
                    <a:pt x="358026" y="218696"/>
                    <a:pt x="365081" y="257497"/>
                    <a:pt x="356263" y="294534"/>
                  </a:cubicBezTo>
                  <a:cubicBezTo>
                    <a:pt x="343917" y="350972"/>
                    <a:pt x="306880" y="382718"/>
                    <a:pt x="250442" y="400355"/>
                  </a:cubicBezTo>
                  <a:cubicBezTo>
                    <a:pt x="229278" y="405646"/>
                    <a:pt x="206350" y="402118"/>
                    <a:pt x="185186" y="400355"/>
                  </a:cubicBezTo>
                  <a:cubicBezTo>
                    <a:pt x="144621" y="395064"/>
                    <a:pt x="102293" y="384482"/>
                    <a:pt x="79365" y="352735"/>
                  </a:cubicBezTo>
                  <a:cubicBezTo>
                    <a:pt x="59965" y="324517"/>
                    <a:pt x="35273" y="301589"/>
                    <a:pt x="12345" y="276897"/>
                  </a:cubicBezTo>
                  <a:cubicBezTo>
                    <a:pt x="1763" y="264551"/>
                    <a:pt x="0" y="243387"/>
                    <a:pt x="10582" y="232805"/>
                  </a:cubicBezTo>
                  <a:cubicBezTo>
                    <a:pt x="21164" y="218696"/>
                    <a:pt x="38800" y="220459"/>
                    <a:pt x="52910" y="222223"/>
                  </a:cubicBezTo>
                  <a:cubicBezTo>
                    <a:pt x="70547" y="229278"/>
                    <a:pt x="89947" y="234569"/>
                    <a:pt x="102293" y="250442"/>
                  </a:cubicBezTo>
                  <a:cubicBezTo>
                    <a:pt x="93475" y="178131"/>
                    <a:pt x="102293" y="105820"/>
                    <a:pt x="102293" y="33509"/>
                  </a:cubicBezTo>
                  <a:cubicBezTo>
                    <a:pt x="102293" y="15873"/>
                    <a:pt x="116402" y="0"/>
                    <a:pt x="134039" y="1763"/>
                  </a:cubicBezTo>
                  <a:cubicBezTo>
                    <a:pt x="151676" y="3527"/>
                    <a:pt x="167549" y="15873"/>
                    <a:pt x="165785" y="33509"/>
                  </a:cubicBezTo>
                  <a:cubicBezTo>
                    <a:pt x="162258" y="82892"/>
                    <a:pt x="151676" y="134039"/>
                    <a:pt x="165785" y="183422"/>
                  </a:cubicBezTo>
                </a:path>
              </a:pathLst>
            </a:custGeom>
            <a:noFill/>
            <a:ln w="1322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47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CE359D1-DD8A-7B80-42DB-799E2435E6F1}"/>
                </a:ext>
              </a:extLst>
            </p:cNvPr>
            <p:cNvSpPr txBox="1"/>
            <p:nvPr/>
          </p:nvSpPr>
          <p:spPr>
            <a:xfrm>
              <a:off x="6022866" y="2625336"/>
              <a:ext cx="1727306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User Interaction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3DAB0BE-9EA2-8194-D752-E946F3C36AB0}"/>
                </a:ext>
              </a:extLst>
            </p:cNvPr>
            <p:cNvSpPr txBox="1"/>
            <p:nvPr/>
          </p:nvSpPr>
          <p:spPr>
            <a:xfrm>
              <a:off x="6022866" y="2932569"/>
              <a:ext cx="2329200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Trigger for BLE events</a:t>
              </a:r>
            </a:p>
          </p:txBody>
        </p:sp>
        <p:sp>
          <p:nvSpPr>
            <p:cNvPr id="55" name="Rounded Rectangle 44">
              <a:extLst>
                <a:ext uri="{FF2B5EF4-FFF2-40B4-BE49-F238E27FC236}">
                  <a16:creationId xmlns:a16="http://schemas.microsoft.com/office/drawing/2014/main" id="{B2658EC4-8DE6-4764-0043-972E4D63816C}"/>
                </a:ext>
              </a:extLst>
            </p:cNvPr>
            <p:cNvSpPr/>
            <p:nvPr/>
          </p:nvSpPr>
          <p:spPr>
            <a:xfrm>
              <a:off x="5456724" y="3608322"/>
              <a:ext cx="410937" cy="409173"/>
            </a:xfrm>
            <a:custGeom>
              <a:avLst/>
              <a:gdLst/>
              <a:ahLst/>
              <a:cxnLst/>
              <a:rect l="0" t="0" r="0" b="0"/>
              <a:pathLst>
                <a:path w="410937" h="409173">
                  <a:moveTo>
                    <a:pt x="399685" y="232029"/>
                  </a:moveTo>
                  <a:lnTo>
                    <a:pt x="360354" y="237056"/>
                  </a:lnTo>
                  <a:cubicBezTo>
                    <a:pt x="356308" y="256500"/>
                    <a:pt x="348618" y="275003"/>
                    <a:pt x="337691" y="291589"/>
                  </a:cubicBezTo>
                  <a:lnTo>
                    <a:pt x="362295" y="323335"/>
                  </a:lnTo>
                  <a:cubicBezTo>
                    <a:pt x="365020" y="326843"/>
                    <a:pt x="364710" y="331831"/>
                    <a:pt x="361571" y="334975"/>
                  </a:cubicBezTo>
                  <a:lnTo>
                    <a:pt x="335116" y="361430"/>
                  </a:lnTo>
                  <a:cubicBezTo>
                    <a:pt x="331972" y="364569"/>
                    <a:pt x="326984" y="364879"/>
                    <a:pt x="323476" y="362153"/>
                  </a:cubicBezTo>
                  <a:lnTo>
                    <a:pt x="291818" y="337550"/>
                  </a:lnTo>
                  <a:cubicBezTo>
                    <a:pt x="275230" y="348475"/>
                    <a:pt x="256728" y="356170"/>
                    <a:pt x="237285" y="360231"/>
                  </a:cubicBezTo>
                  <a:lnTo>
                    <a:pt x="232329" y="399914"/>
                  </a:lnTo>
                  <a:cubicBezTo>
                    <a:pt x="231774" y="404353"/>
                    <a:pt x="227984" y="407673"/>
                    <a:pt x="223511" y="407639"/>
                  </a:cubicBezTo>
                  <a:lnTo>
                    <a:pt x="186156" y="407639"/>
                  </a:lnTo>
                  <a:cubicBezTo>
                    <a:pt x="181683" y="407673"/>
                    <a:pt x="177892" y="404353"/>
                    <a:pt x="177337" y="399914"/>
                  </a:cubicBezTo>
                  <a:lnTo>
                    <a:pt x="172382" y="360231"/>
                  </a:lnTo>
                  <a:cubicBezTo>
                    <a:pt x="152938" y="356170"/>
                    <a:pt x="134437" y="348475"/>
                    <a:pt x="117849" y="337550"/>
                  </a:cubicBezTo>
                  <a:lnTo>
                    <a:pt x="86102" y="362153"/>
                  </a:lnTo>
                  <a:cubicBezTo>
                    <a:pt x="82594" y="364879"/>
                    <a:pt x="77606" y="364569"/>
                    <a:pt x="74462" y="361430"/>
                  </a:cubicBezTo>
                  <a:lnTo>
                    <a:pt x="48007" y="334975"/>
                  </a:lnTo>
                  <a:cubicBezTo>
                    <a:pt x="44868" y="331831"/>
                    <a:pt x="44558" y="326843"/>
                    <a:pt x="47284" y="323335"/>
                  </a:cubicBezTo>
                  <a:lnTo>
                    <a:pt x="71887" y="291589"/>
                  </a:lnTo>
                  <a:cubicBezTo>
                    <a:pt x="60960" y="275003"/>
                    <a:pt x="53271" y="256500"/>
                    <a:pt x="49224" y="237056"/>
                  </a:cubicBezTo>
                  <a:lnTo>
                    <a:pt x="9523" y="232100"/>
                  </a:lnTo>
                  <a:cubicBezTo>
                    <a:pt x="5084" y="231545"/>
                    <a:pt x="1764" y="227755"/>
                    <a:pt x="1798" y="223281"/>
                  </a:cubicBezTo>
                  <a:lnTo>
                    <a:pt x="1798" y="186138"/>
                  </a:lnTo>
                  <a:cubicBezTo>
                    <a:pt x="1764" y="181665"/>
                    <a:pt x="5084" y="177874"/>
                    <a:pt x="9523" y="177320"/>
                  </a:cubicBezTo>
                  <a:lnTo>
                    <a:pt x="49224" y="172364"/>
                  </a:lnTo>
                  <a:cubicBezTo>
                    <a:pt x="53271" y="152919"/>
                    <a:pt x="60960" y="134416"/>
                    <a:pt x="71887" y="117831"/>
                  </a:cubicBezTo>
                  <a:lnTo>
                    <a:pt x="47196" y="86085"/>
                  </a:lnTo>
                  <a:cubicBezTo>
                    <a:pt x="44470" y="82576"/>
                    <a:pt x="44780" y="77588"/>
                    <a:pt x="47919" y="74444"/>
                  </a:cubicBezTo>
                  <a:lnTo>
                    <a:pt x="74374" y="47989"/>
                  </a:lnTo>
                  <a:cubicBezTo>
                    <a:pt x="77518" y="44850"/>
                    <a:pt x="82506" y="44541"/>
                    <a:pt x="86014" y="47266"/>
                  </a:cubicBezTo>
                  <a:lnTo>
                    <a:pt x="117672" y="71869"/>
                  </a:lnTo>
                  <a:cubicBezTo>
                    <a:pt x="134239" y="60952"/>
                    <a:pt x="152716" y="53258"/>
                    <a:pt x="172135" y="49189"/>
                  </a:cubicBezTo>
                  <a:lnTo>
                    <a:pt x="177091" y="9506"/>
                  </a:lnTo>
                  <a:cubicBezTo>
                    <a:pt x="177645" y="5067"/>
                    <a:pt x="181436" y="1746"/>
                    <a:pt x="185909" y="1781"/>
                  </a:cubicBezTo>
                  <a:lnTo>
                    <a:pt x="223193" y="1781"/>
                  </a:lnTo>
                  <a:cubicBezTo>
                    <a:pt x="227666" y="1746"/>
                    <a:pt x="231457" y="5067"/>
                    <a:pt x="232012" y="9506"/>
                  </a:cubicBezTo>
                  <a:lnTo>
                    <a:pt x="236967" y="49189"/>
                  </a:lnTo>
                  <a:cubicBezTo>
                    <a:pt x="256411" y="53249"/>
                    <a:pt x="274912" y="60944"/>
                    <a:pt x="291500" y="71869"/>
                  </a:cubicBezTo>
                  <a:lnTo>
                    <a:pt x="323106" y="47054"/>
                  </a:lnTo>
                  <a:cubicBezTo>
                    <a:pt x="326614" y="44329"/>
                    <a:pt x="331602" y="44639"/>
                    <a:pt x="334746" y="47778"/>
                  </a:cubicBezTo>
                  <a:lnTo>
                    <a:pt x="361201" y="74233"/>
                  </a:lnTo>
                  <a:cubicBezTo>
                    <a:pt x="364340" y="77377"/>
                    <a:pt x="364650" y="82365"/>
                    <a:pt x="361924" y="85873"/>
                  </a:cubicBezTo>
                  <a:lnTo>
                    <a:pt x="337321" y="117619"/>
                  </a:lnTo>
                  <a:cubicBezTo>
                    <a:pt x="348248" y="134205"/>
                    <a:pt x="355937" y="152708"/>
                    <a:pt x="359984" y="172152"/>
                  </a:cubicBezTo>
                  <a:lnTo>
                    <a:pt x="399685" y="177108"/>
                  </a:lnTo>
                  <a:cubicBezTo>
                    <a:pt x="404124" y="177663"/>
                    <a:pt x="407444" y="181453"/>
                    <a:pt x="407409" y="185927"/>
                  </a:cubicBezTo>
                  <a:lnTo>
                    <a:pt x="407409" y="223211"/>
                  </a:lnTo>
                  <a:cubicBezTo>
                    <a:pt x="407444" y="227684"/>
                    <a:pt x="404124" y="231475"/>
                    <a:pt x="399685" y="232029"/>
                  </a:cubicBezTo>
                  <a:close/>
                  <a:moveTo>
                    <a:pt x="89947" y="204604"/>
                  </a:moveTo>
                  <a:cubicBezTo>
                    <a:pt x="89947" y="141291"/>
                    <a:pt x="141273" y="89965"/>
                    <a:pt x="204586" y="89965"/>
                  </a:cubicBezTo>
                  <a:cubicBezTo>
                    <a:pt x="267900" y="89965"/>
                    <a:pt x="319225" y="141291"/>
                    <a:pt x="319225" y="204604"/>
                  </a:cubicBezTo>
                  <a:cubicBezTo>
                    <a:pt x="319225" y="267917"/>
                    <a:pt x="267900" y="319243"/>
                    <a:pt x="204586" y="319243"/>
                  </a:cubicBezTo>
                  <a:cubicBezTo>
                    <a:pt x="141273" y="319243"/>
                    <a:pt x="89947" y="267917"/>
                    <a:pt x="89947" y="204604"/>
                  </a:cubicBezTo>
                  <a:close/>
                  <a:moveTo>
                    <a:pt x="204586" y="178149"/>
                  </a:moveTo>
                  <a:lnTo>
                    <a:pt x="204586" y="89965"/>
                  </a:lnTo>
                  <a:moveTo>
                    <a:pt x="178131" y="204604"/>
                  </a:moveTo>
                  <a:cubicBezTo>
                    <a:pt x="178131" y="189993"/>
                    <a:pt x="189976" y="178149"/>
                    <a:pt x="204586" y="178149"/>
                  </a:cubicBezTo>
                  <a:cubicBezTo>
                    <a:pt x="219197" y="178149"/>
                    <a:pt x="231042" y="189993"/>
                    <a:pt x="231042" y="204604"/>
                  </a:cubicBezTo>
                  <a:cubicBezTo>
                    <a:pt x="231042" y="219215"/>
                    <a:pt x="219197" y="231059"/>
                    <a:pt x="204586" y="231059"/>
                  </a:cubicBezTo>
                  <a:cubicBezTo>
                    <a:pt x="189976" y="231059"/>
                    <a:pt x="178131" y="219215"/>
                    <a:pt x="178131" y="204604"/>
                  </a:cubicBezTo>
                  <a:close/>
                  <a:moveTo>
                    <a:pt x="294728" y="275433"/>
                  </a:moveTo>
                  <a:lnTo>
                    <a:pt x="225398" y="220953"/>
                  </a:lnTo>
                  <a:moveTo>
                    <a:pt x="183775" y="220953"/>
                  </a:moveTo>
                  <a:lnTo>
                    <a:pt x="114445" y="275433"/>
                  </a:lnTo>
                  <a:moveTo>
                    <a:pt x="400355" y="232805"/>
                  </a:moveTo>
                  <a:cubicBezTo>
                    <a:pt x="403882" y="229278"/>
                    <a:pt x="405646" y="227514"/>
                    <a:pt x="407409" y="223987"/>
                  </a:cubicBezTo>
                  <a:cubicBezTo>
                    <a:pt x="410937" y="211641"/>
                    <a:pt x="409173" y="197532"/>
                    <a:pt x="407409" y="185186"/>
                  </a:cubicBezTo>
                  <a:cubicBezTo>
                    <a:pt x="407409" y="181658"/>
                    <a:pt x="403882" y="178131"/>
                    <a:pt x="400355" y="176367"/>
                  </a:cubicBezTo>
                  <a:cubicBezTo>
                    <a:pt x="386245" y="174604"/>
                    <a:pt x="372136" y="176367"/>
                    <a:pt x="359790" y="172840"/>
                  </a:cubicBezTo>
                  <a:cubicBezTo>
                    <a:pt x="358026" y="151676"/>
                    <a:pt x="352735" y="128748"/>
                    <a:pt x="336862" y="118166"/>
                  </a:cubicBezTo>
                  <a:cubicBezTo>
                    <a:pt x="347444" y="109348"/>
                    <a:pt x="352735" y="95238"/>
                    <a:pt x="361554" y="86420"/>
                  </a:cubicBezTo>
                  <a:cubicBezTo>
                    <a:pt x="365081" y="82892"/>
                    <a:pt x="363317" y="77601"/>
                    <a:pt x="361554" y="74074"/>
                  </a:cubicBezTo>
                  <a:cubicBezTo>
                    <a:pt x="354499" y="63492"/>
                    <a:pt x="342153" y="58201"/>
                    <a:pt x="335099" y="47619"/>
                  </a:cubicBezTo>
                  <a:cubicBezTo>
                    <a:pt x="331571" y="44091"/>
                    <a:pt x="326280" y="45855"/>
                    <a:pt x="322753" y="47619"/>
                  </a:cubicBezTo>
                  <a:cubicBezTo>
                    <a:pt x="312171" y="52910"/>
                    <a:pt x="301589" y="63492"/>
                    <a:pt x="291007" y="72310"/>
                  </a:cubicBezTo>
                  <a:cubicBezTo>
                    <a:pt x="273370" y="63492"/>
                    <a:pt x="257497" y="49383"/>
                    <a:pt x="236333" y="49383"/>
                  </a:cubicBezTo>
                  <a:cubicBezTo>
                    <a:pt x="236333" y="35273"/>
                    <a:pt x="234569" y="22927"/>
                    <a:pt x="232805" y="8818"/>
                  </a:cubicBezTo>
                  <a:cubicBezTo>
                    <a:pt x="231042" y="5291"/>
                    <a:pt x="227514" y="1763"/>
                    <a:pt x="223987" y="1763"/>
                  </a:cubicBezTo>
                  <a:cubicBezTo>
                    <a:pt x="211641" y="0"/>
                    <a:pt x="197532" y="3527"/>
                    <a:pt x="185186" y="1763"/>
                  </a:cubicBezTo>
                  <a:cubicBezTo>
                    <a:pt x="181658" y="1763"/>
                    <a:pt x="176367" y="5291"/>
                    <a:pt x="176367" y="8818"/>
                  </a:cubicBezTo>
                  <a:cubicBezTo>
                    <a:pt x="176367" y="22927"/>
                    <a:pt x="178131" y="37037"/>
                    <a:pt x="172840" y="49383"/>
                  </a:cubicBezTo>
                  <a:cubicBezTo>
                    <a:pt x="153440" y="54674"/>
                    <a:pt x="135803" y="63492"/>
                    <a:pt x="118166" y="72310"/>
                  </a:cubicBezTo>
                  <a:cubicBezTo>
                    <a:pt x="105820" y="65256"/>
                    <a:pt x="98766" y="51146"/>
                    <a:pt x="86420" y="47619"/>
                  </a:cubicBezTo>
                  <a:cubicBezTo>
                    <a:pt x="81129" y="45855"/>
                    <a:pt x="77601" y="44091"/>
                    <a:pt x="74074" y="47619"/>
                  </a:cubicBezTo>
                  <a:cubicBezTo>
                    <a:pt x="67019" y="58201"/>
                    <a:pt x="56437" y="65256"/>
                    <a:pt x="47619" y="74074"/>
                  </a:cubicBezTo>
                  <a:cubicBezTo>
                    <a:pt x="44091" y="77601"/>
                    <a:pt x="44091" y="82892"/>
                    <a:pt x="47619" y="86420"/>
                  </a:cubicBezTo>
                  <a:cubicBezTo>
                    <a:pt x="54674" y="97002"/>
                    <a:pt x="61728" y="109348"/>
                    <a:pt x="72310" y="118166"/>
                  </a:cubicBezTo>
                  <a:cubicBezTo>
                    <a:pt x="59965" y="134039"/>
                    <a:pt x="58201" y="155203"/>
                    <a:pt x="49383" y="172840"/>
                  </a:cubicBezTo>
                  <a:cubicBezTo>
                    <a:pt x="37037" y="176367"/>
                    <a:pt x="22927" y="174604"/>
                    <a:pt x="8818" y="178131"/>
                  </a:cubicBezTo>
                  <a:cubicBezTo>
                    <a:pt x="5291" y="178131"/>
                    <a:pt x="1763" y="181658"/>
                    <a:pt x="1763" y="186950"/>
                  </a:cubicBezTo>
                  <a:cubicBezTo>
                    <a:pt x="1763" y="199295"/>
                    <a:pt x="0" y="211641"/>
                    <a:pt x="1763" y="223987"/>
                  </a:cubicBezTo>
                  <a:cubicBezTo>
                    <a:pt x="1763" y="227514"/>
                    <a:pt x="5291" y="231042"/>
                    <a:pt x="8818" y="232805"/>
                  </a:cubicBezTo>
                  <a:cubicBezTo>
                    <a:pt x="21164" y="236333"/>
                    <a:pt x="35273" y="234569"/>
                    <a:pt x="49383" y="236333"/>
                  </a:cubicBezTo>
                  <a:cubicBezTo>
                    <a:pt x="54674" y="255733"/>
                    <a:pt x="58201" y="276897"/>
                    <a:pt x="72310" y="291007"/>
                  </a:cubicBezTo>
                  <a:cubicBezTo>
                    <a:pt x="63492" y="301589"/>
                    <a:pt x="56437" y="313934"/>
                    <a:pt x="47619" y="322753"/>
                  </a:cubicBezTo>
                  <a:cubicBezTo>
                    <a:pt x="44091" y="326280"/>
                    <a:pt x="44091" y="331571"/>
                    <a:pt x="47619" y="335099"/>
                  </a:cubicBezTo>
                  <a:cubicBezTo>
                    <a:pt x="56437" y="343917"/>
                    <a:pt x="65256" y="354499"/>
                    <a:pt x="74074" y="361554"/>
                  </a:cubicBezTo>
                  <a:cubicBezTo>
                    <a:pt x="77601" y="363317"/>
                    <a:pt x="82892" y="365081"/>
                    <a:pt x="86420" y="361554"/>
                  </a:cubicBezTo>
                  <a:cubicBezTo>
                    <a:pt x="95238" y="352735"/>
                    <a:pt x="107584" y="345681"/>
                    <a:pt x="118166" y="336862"/>
                  </a:cubicBezTo>
                  <a:cubicBezTo>
                    <a:pt x="135803" y="345681"/>
                    <a:pt x="153440" y="361554"/>
                    <a:pt x="172840" y="359790"/>
                  </a:cubicBezTo>
                  <a:cubicBezTo>
                    <a:pt x="169313" y="373900"/>
                    <a:pt x="178131" y="386245"/>
                    <a:pt x="178131" y="400355"/>
                  </a:cubicBezTo>
                  <a:cubicBezTo>
                    <a:pt x="176367" y="403882"/>
                    <a:pt x="181658" y="409173"/>
                    <a:pt x="186950" y="407409"/>
                  </a:cubicBezTo>
                  <a:cubicBezTo>
                    <a:pt x="197532" y="405646"/>
                    <a:pt x="211641" y="409173"/>
                    <a:pt x="223987" y="407409"/>
                  </a:cubicBezTo>
                  <a:cubicBezTo>
                    <a:pt x="227514" y="407409"/>
                    <a:pt x="232805" y="403882"/>
                    <a:pt x="232805" y="400355"/>
                  </a:cubicBezTo>
                  <a:cubicBezTo>
                    <a:pt x="229278" y="386245"/>
                    <a:pt x="238096" y="373900"/>
                    <a:pt x="238096" y="359790"/>
                  </a:cubicBezTo>
                  <a:cubicBezTo>
                    <a:pt x="257497" y="358026"/>
                    <a:pt x="273370" y="347444"/>
                    <a:pt x="291007" y="336862"/>
                  </a:cubicBezTo>
                  <a:cubicBezTo>
                    <a:pt x="301589" y="345681"/>
                    <a:pt x="312171" y="354499"/>
                    <a:pt x="322753" y="361554"/>
                  </a:cubicBezTo>
                  <a:cubicBezTo>
                    <a:pt x="326280" y="365081"/>
                    <a:pt x="333335" y="365081"/>
                    <a:pt x="335099" y="361554"/>
                  </a:cubicBezTo>
                  <a:cubicBezTo>
                    <a:pt x="342153" y="350972"/>
                    <a:pt x="350972" y="340390"/>
                    <a:pt x="361554" y="335099"/>
                  </a:cubicBezTo>
                  <a:cubicBezTo>
                    <a:pt x="365081" y="333335"/>
                    <a:pt x="365081" y="326280"/>
                    <a:pt x="361554" y="322753"/>
                  </a:cubicBezTo>
                  <a:cubicBezTo>
                    <a:pt x="352735" y="313934"/>
                    <a:pt x="345681" y="303352"/>
                    <a:pt x="336862" y="291007"/>
                  </a:cubicBezTo>
                  <a:cubicBezTo>
                    <a:pt x="349208" y="275134"/>
                    <a:pt x="358026" y="257497"/>
                    <a:pt x="359790" y="236333"/>
                  </a:cubicBezTo>
                  <a:cubicBezTo>
                    <a:pt x="373900" y="236333"/>
                    <a:pt x="386245" y="232805"/>
                    <a:pt x="400355" y="232805"/>
                  </a:cubicBezTo>
                  <a:moveTo>
                    <a:pt x="89947" y="204586"/>
                  </a:moveTo>
                  <a:cubicBezTo>
                    <a:pt x="95238" y="141094"/>
                    <a:pt x="142858" y="75838"/>
                    <a:pt x="204586" y="89947"/>
                  </a:cubicBezTo>
                  <a:cubicBezTo>
                    <a:pt x="266315" y="104057"/>
                    <a:pt x="310407" y="141094"/>
                    <a:pt x="319225" y="204586"/>
                  </a:cubicBezTo>
                  <a:cubicBezTo>
                    <a:pt x="328044" y="268079"/>
                    <a:pt x="268079" y="310407"/>
                    <a:pt x="204586" y="319225"/>
                  </a:cubicBezTo>
                  <a:cubicBezTo>
                    <a:pt x="141094" y="328044"/>
                    <a:pt x="93475" y="268079"/>
                    <a:pt x="89947" y="204586"/>
                  </a:cubicBezTo>
                  <a:moveTo>
                    <a:pt x="204586" y="178131"/>
                  </a:moveTo>
                  <a:cubicBezTo>
                    <a:pt x="201059" y="149912"/>
                    <a:pt x="202823" y="119930"/>
                    <a:pt x="204586" y="89947"/>
                  </a:cubicBezTo>
                  <a:moveTo>
                    <a:pt x="178131" y="204586"/>
                  </a:moveTo>
                  <a:cubicBezTo>
                    <a:pt x="183422" y="190477"/>
                    <a:pt x="190477" y="178131"/>
                    <a:pt x="204586" y="178131"/>
                  </a:cubicBezTo>
                  <a:cubicBezTo>
                    <a:pt x="218696" y="179895"/>
                    <a:pt x="236333" y="190477"/>
                    <a:pt x="231042" y="204586"/>
                  </a:cubicBezTo>
                  <a:cubicBezTo>
                    <a:pt x="225750" y="218696"/>
                    <a:pt x="218696" y="229278"/>
                    <a:pt x="204586" y="231042"/>
                  </a:cubicBezTo>
                  <a:cubicBezTo>
                    <a:pt x="190477" y="232805"/>
                    <a:pt x="181658" y="218696"/>
                    <a:pt x="178131" y="204586"/>
                  </a:cubicBezTo>
                  <a:moveTo>
                    <a:pt x="294534" y="275134"/>
                  </a:moveTo>
                  <a:cubicBezTo>
                    <a:pt x="266315" y="266315"/>
                    <a:pt x="248678" y="239860"/>
                    <a:pt x="225750" y="220459"/>
                  </a:cubicBezTo>
                  <a:moveTo>
                    <a:pt x="183422" y="220459"/>
                  </a:moveTo>
                  <a:cubicBezTo>
                    <a:pt x="165785" y="243387"/>
                    <a:pt x="128748" y="250442"/>
                    <a:pt x="114639" y="275134"/>
                  </a:cubicBezTo>
                </a:path>
              </a:pathLst>
            </a:custGeom>
            <a:noFill/>
            <a:ln w="1322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47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1C4C44-E37B-1D19-E278-CCDE622FBF03}"/>
                </a:ext>
              </a:extLst>
            </p:cNvPr>
            <p:cNvSpPr txBox="1"/>
            <p:nvPr/>
          </p:nvSpPr>
          <p:spPr>
            <a:xfrm>
              <a:off x="6181596" y="3524812"/>
              <a:ext cx="2028252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Mechanical Trigger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EDE09A0-3E20-0D1A-11CE-D655A674A52A}"/>
                </a:ext>
              </a:extLst>
            </p:cNvPr>
            <p:cNvSpPr txBox="1"/>
            <p:nvPr/>
          </p:nvSpPr>
          <p:spPr>
            <a:xfrm>
              <a:off x="6181596" y="3832044"/>
              <a:ext cx="2893473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Simulates device activation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10988EA-560F-6891-36E2-9B1EA688D9AC}"/>
                </a:ext>
              </a:extLst>
            </p:cNvPr>
            <p:cNvSpPr txBox="1"/>
            <p:nvPr/>
          </p:nvSpPr>
          <p:spPr>
            <a:xfrm>
              <a:off x="5458488" y="5630999"/>
              <a:ext cx="2652088" cy="615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Analyzes communication
data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3A0C2CE-0768-E7B1-BD48-FDC7BF29A05E}"/>
                </a:ext>
              </a:extLst>
            </p:cNvPr>
            <p:cNvSpPr txBox="1"/>
            <p:nvPr/>
          </p:nvSpPr>
          <p:spPr>
            <a:xfrm>
              <a:off x="6022864" y="4424289"/>
              <a:ext cx="1959286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SBC-Based System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6359798-862C-7E79-6B5B-2C93C010472B}"/>
                </a:ext>
              </a:extLst>
            </p:cNvPr>
            <p:cNvSpPr txBox="1"/>
            <p:nvPr/>
          </p:nvSpPr>
          <p:spPr>
            <a:xfrm>
              <a:off x="6022864" y="4731521"/>
              <a:ext cx="2272773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Captures BLE packets</a:t>
              </a:r>
            </a:p>
          </p:txBody>
        </p:sp>
        <p:sp>
          <p:nvSpPr>
            <p:cNvPr id="61" name="Rounded Rectangle 50">
              <a:extLst>
                <a:ext uri="{FF2B5EF4-FFF2-40B4-BE49-F238E27FC236}">
                  <a16:creationId xmlns:a16="http://schemas.microsoft.com/office/drawing/2014/main" id="{C11AAE46-8582-3098-EF79-84F9B3F7C474}"/>
                </a:ext>
              </a:extLst>
            </p:cNvPr>
            <p:cNvSpPr/>
            <p:nvPr/>
          </p:nvSpPr>
          <p:spPr>
            <a:xfrm>
              <a:off x="4708924" y="5403748"/>
              <a:ext cx="405646" cy="410937"/>
            </a:xfrm>
            <a:custGeom>
              <a:avLst/>
              <a:gdLst/>
              <a:ahLst/>
              <a:cxnLst/>
              <a:rect l="0" t="0" r="0" b="0"/>
              <a:pathLst>
                <a:path w="405646" h="410937">
                  <a:moveTo>
                    <a:pt x="52910" y="234569"/>
                  </a:moveTo>
                  <a:lnTo>
                    <a:pt x="52910" y="34691"/>
                  </a:lnTo>
                  <a:cubicBezTo>
                    <a:pt x="52910" y="18454"/>
                    <a:pt x="66073" y="5291"/>
                    <a:pt x="82310" y="5291"/>
                  </a:cubicBezTo>
                  <a:lnTo>
                    <a:pt x="323335" y="5291"/>
                  </a:lnTo>
                  <a:cubicBezTo>
                    <a:pt x="339572" y="5291"/>
                    <a:pt x="352735" y="18454"/>
                    <a:pt x="352735" y="34691"/>
                  </a:cubicBezTo>
                  <a:lnTo>
                    <a:pt x="352735" y="164022"/>
                  </a:lnTo>
                  <a:moveTo>
                    <a:pt x="194004" y="234569"/>
                  </a:moveTo>
                  <a:lnTo>
                    <a:pt x="0" y="234569"/>
                  </a:lnTo>
                  <a:cubicBezTo>
                    <a:pt x="10366" y="276028"/>
                    <a:pt x="47617" y="305114"/>
                    <a:pt x="90353" y="305116"/>
                  </a:cubicBezTo>
                  <a:lnTo>
                    <a:pt x="176367" y="305116"/>
                  </a:lnTo>
                  <a:moveTo>
                    <a:pt x="211641" y="296809"/>
                  </a:moveTo>
                  <a:cubicBezTo>
                    <a:pt x="211641" y="252694"/>
                    <a:pt x="247403" y="216932"/>
                    <a:pt x="291518" y="216932"/>
                  </a:cubicBezTo>
                  <a:cubicBezTo>
                    <a:pt x="335633" y="216932"/>
                    <a:pt x="371395" y="252694"/>
                    <a:pt x="371395" y="296809"/>
                  </a:cubicBezTo>
                  <a:cubicBezTo>
                    <a:pt x="371395" y="340924"/>
                    <a:pt x="335633" y="376686"/>
                    <a:pt x="291518" y="376686"/>
                  </a:cubicBezTo>
                  <a:cubicBezTo>
                    <a:pt x="247403" y="376686"/>
                    <a:pt x="211641" y="340924"/>
                    <a:pt x="211641" y="296809"/>
                  </a:cubicBezTo>
                  <a:close/>
                  <a:moveTo>
                    <a:pt x="348009" y="353300"/>
                  </a:moveTo>
                  <a:lnTo>
                    <a:pt x="405646" y="410937"/>
                  </a:lnTo>
                  <a:moveTo>
                    <a:pt x="352735" y="164022"/>
                  </a:moveTo>
                  <a:cubicBezTo>
                    <a:pt x="363317" y="121693"/>
                    <a:pt x="349208" y="77601"/>
                    <a:pt x="352735" y="35273"/>
                  </a:cubicBezTo>
                  <a:cubicBezTo>
                    <a:pt x="354499" y="17636"/>
                    <a:pt x="338626" y="1763"/>
                    <a:pt x="322753" y="5291"/>
                  </a:cubicBezTo>
                  <a:cubicBezTo>
                    <a:pt x="245151" y="21164"/>
                    <a:pt x="160494" y="28218"/>
                    <a:pt x="82892" y="5291"/>
                  </a:cubicBezTo>
                  <a:cubicBezTo>
                    <a:pt x="67019" y="0"/>
                    <a:pt x="58201" y="19400"/>
                    <a:pt x="52910" y="35273"/>
                  </a:cubicBezTo>
                  <a:cubicBezTo>
                    <a:pt x="33509" y="98766"/>
                    <a:pt x="52910" y="167549"/>
                    <a:pt x="52910" y="234569"/>
                  </a:cubicBezTo>
                  <a:moveTo>
                    <a:pt x="176367" y="305116"/>
                  </a:moveTo>
                  <a:cubicBezTo>
                    <a:pt x="149912" y="313934"/>
                    <a:pt x="118166" y="296298"/>
                    <a:pt x="89947" y="305116"/>
                  </a:cubicBezTo>
                  <a:cubicBezTo>
                    <a:pt x="49383" y="317462"/>
                    <a:pt x="3527" y="276897"/>
                    <a:pt x="0" y="234569"/>
                  </a:cubicBezTo>
                  <a:cubicBezTo>
                    <a:pt x="65256" y="241624"/>
                    <a:pt x="130512" y="220459"/>
                    <a:pt x="194004" y="234569"/>
                  </a:cubicBezTo>
                  <a:moveTo>
                    <a:pt x="211641" y="296298"/>
                  </a:moveTo>
                  <a:cubicBezTo>
                    <a:pt x="195768" y="338626"/>
                    <a:pt x="250442" y="391536"/>
                    <a:pt x="291007" y="377427"/>
                  </a:cubicBezTo>
                  <a:cubicBezTo>
                    <a:pt x="333335" y="361554"/>
                    <a:pt x="368609" y="340390"/>
                    <a:pt x="372136" y="296298"/>
                  </a:cubicBezTo>
                  <a:cubicBezTo>
                    <a:pt x="373900" y="252206"/>
                    <a:pt x="335099" y="213405"/>
                    <a:pt x="291007" y="216932"/>
                  </a:cubicBezTo>
                  <a:cubicBezTo>
                    <a:pt x="246915" y="220459"/>
                    <a:pt x="202823" y="253969"/>
                    <a:pt x="211641" y="296298"/>
                  </a:cubicBezTo>
                  <a:moveTo>
                    <a:pt x="405646" y="410937"/>
                  </a:moveTo>
                  <a:cubicBezTo>
                    <a:pt x="388009" y="391536"/>
                    <a:pt x="359790" y="377427"/>
                    <a:pt x="347444" y="352735"/>
                  </a:cubicBezTo>
                </a:path>
              </a:pathLst>
            </a:custGeom>
            <a:noFill/>
            <a:ln w="1322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47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C66ED89-658C-B52A-AD90-E3EE9A2011AA}"/>
                </a:ext>
              </a:extLst>
            </p:cNvPr>
            <p:cNvSpPr txBox="1"/>
            <p:nvPr/>
          </p:nvSpPr>
          <p:spPr>
            <a:xfrm>
              <a:off x="5458488" y="5323764"/>
              <a:ext cx="1589373" cy="307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47">
                  <a:solidFill>
                    <a:srgbClr val="484848"/>
                  </a:solidFill>
                  <a:latin typeface="Shantell Sans"/>
                </a:rPr>
                <a:t>Software Tools</a:t>
              </a:r>
            </a:p>
          </p:txBody>
        </p:sp>
        <p:sp>
          <p:nvSpPr>
            <p:cNvPr id="63" name="Rounded Rectangle 52">
              <a:extLst>
                <a:ext uri="{FF2B5EF4-FFF2-40B4-BE49-F238E27FC236}">
                  <a16:creationId xmlns:a16="http://schemas.microsoft.com/office/drawing/2014/main" id="{F9BB6A43-855F-1F4E-831E-D81CE92674AB}"/>
                </a:ext>
              </a:extLst>
            </p:cNvPr>
            <p:cNvSpPr/>
            <p:nvPr/>
          </p:nvSpPr>
          <p:spPr>
            <a:xfrm>
              <a:off x="5264483" y="4580110"/>
              <a:ext cx="403882" cy="410937"/>
            </a:xfrm>
            <a:custGeom>
              <a:avLst/>
              <a:gdLst/>
              <a:ahLst/>
              <a:cxnLst/>
              <a:rect l="0" t="0" r="0" b="0"/>
              <a:pathLst>
                <a:path w="403882" h="410937">
                  <a:moveTo>
                    <a:pt x="374781" y="191359"/>
                  </a:moveTo>
                  <a:lnTo>
                    <a:pt x="374781" y="242505"/>
                  </a:lnTo>
                  <a:moveTo>
                    <a:pt x="374781" y="119048"/>
                  </a:moveTo>
                  <a:lnTo>
                    <a:pt x="374781" y="48501"/>
                  </a:lnTo>
                  <a:cubicBezTo>
                    <a:pt x="374781" y="29100"/>
                    <a:pt x="358908" y="13227"/>
                    <a:pt x="339508" y="13227"/>
                  </a:cubicBezTo>
                  <a:lnTo>
                    <a:pt x="66137" y="13227"/>
                  </a:lnTo>
                  <a:cubicBezTo>
                    <a:pt x="46737" y="13227"/>
                    <a:pt x="30864" y="29100"/>
                    <a:pt x="30864" y="48501"/>
                  </a:cubicBezTo>
                  <a:lnTo>
                    <a:pt x="30864" y="348326"/>
                  </a:lnTo>
                  <a:cubicBezTo>
                    <a:pt x="30864" y="367727"/>
                    <a:pt x="46737" y="383600"/>
                    <a:pt x="66137" y="383600"/>
                  </a:cubicBezTo>
                  <a:lnTo>
                    <a:pt x="339508" y="383600"/>
                  </a:lnTo>
                  <a:cubicBezTo>
                    <a:pt x="358908" y="383600"/>
                    <a:pt x="374781" y="367727"/>
                    <a:pt x="374781" y="348326"/>
                  </a:cubicBezTo>
                  <a:lnTo>
                    <a:pt x="374781" y="314982"/>
                  </a:lnTo>
                  <a:moveTo>
                    <a:pt x="125662" y="62610"/>
                  </a:moveTo>
                  <a:cubicBezTo>
                    <a:pt x="122009" y="62610"/>
                    <a:pt x="119048" y="65571"/>
                    <a:pt x="119048" y="69224"/>
                  </a:cubicBezTo>
                  <a:cubicBezTo>
                    <a:pt x="119048" y="72877"/>
                    <a:pt x="122009" y="75838"/>
                    <a:pt x="125662" y="75838"/>
                  </a:cubicBezTo>
                  <a:moveTo>
                    <a:pt x="125662" y="75838"/>
                  </a:moveTo>
                  <a:cubicBezTo>
                    <a:pt x="129314" y="75838"/>
                    <a:pt x="132275" y="72877"/>
                    <a:pt x="132275" y="69224"/>
                  </a:cubicBezTo>
                  <a:cubicBezTo>
                    <a:pt x="132275" y="65571"/>
                    <a:pt x="129314" y="62610"/>
                    <a:pt x="125662" y="62610"/>
                  </a:cubicBezTo>
                  <a:moveTo>
                    <a:pt x="203704" y="62610"/>
                  </a:moveTo>
                  <a:cubicBezTo>
                    <a:pt x="200052" y="62610"/>
                    <a:pt x="197091" y="65571"/>
                    <a:pt x="197091" y="69224"/>
                  </a:cubicBezTo>
                  <a:cubicBezTo>
                    <a:pt x="197091" y="72877"/>
                    <a:pt x="200052" y="75838"/>
                    <a:pt x="203704" y="75838"/>
                  </a:cubicBezTo>
                  <a:moveTo>
                    <a:pt x="203704" y="75838"/>
                  </a:moveTo>
                  <a:cubicBezTo>
                    <a:pt x="207357" y="75838"/>
                    <a:pt x="210318" y="72877"/>
                    <a:pt x="210318" y="69224"/>
                  </a:cubicBezTo>
                  <a:cubicBezTo>
                    <a:pt x="210318" y="65571"/>
                    <a:pt x="207357" y="62610"/>
                    <a:pt x="203704" y="62610"/>
                  </a:cubicBezTo>
                  <a:moveTo>
                    <a:pt x="281747" y="62610"/>
                  </a:moveTo>
                  <a:cubicBezTo>
                    <a:pt x="278095" y="62610"/>
                    <a:pt x="275134" y="65571"/>
                    <a:pt x="275134" y="69224"/>
                  </a:cubicBezTo>
                  <a:cubicBezTo>
                    <a:pt x="275134" y="72877"/>
                    <a:pt x="278095" y="75838"/>
                    <a:pt x="281747" y="75838"/>
                  </a:cubicBezTo>
                  <a:moveTo>
                    <a:pt x="281747" y="75838"/>
                  </a:moveTo>
                  <a:cubicBezTo>
                    <a:pt x="285400" y="75838"/>
                    <a:pt x="288361" y="72877"/>
                    <a:pt x="288361" y="69224"/>
                  </a:cubicBezTo>
                  <a:cubicBezTo>
                    <a:pt x="288361" y="65571"/>
                    <a:pt x="285400" y="62610"/>
                    <a:pt x="281747" y="62610"/>
                  </a:cubicBezTo>
                  <a:moveTo>
                    <a:pt x="251324" y="251324"/>
                  </a:moveTo>
                  <a:lnTo>
                    <a:pt x="251324" y="198413"/>
                  </a:lnTo>
                  <a:lnTo>
                    <a:pt x="224869" y="173722"/>
                  </a:lnTo>
                  <a:lnTo>
                    <a:pt x="163140" y="173722"/>
                  </a:lnTo>
                  <a:lnTo>
                    <a:pt x="163140" y="251324"/>
                  </a:lnTo>
                  <a:close/>
                  <a:moveTo>
                    <a:pt x="401237" y="120812"/>
                  </a:moveTo>
                  <a:lnTo>
                    <a:pt x="330689" y="120812"/>
                  </a:lnTo>
                  <a:lnTo>
                    <a:pt x="330689" y="191359"/>
                  </a:lnTo>
                  <a:lnTo>
                    <a:pt x="401237" y="191359"/>
                  </a:lnTo>
                  <a:close/>
                  <a:moveTo>
                    <a:pt x="401237" y="244269"/>
                  </a:moveTo>
                  <a:lnTo>
                    <a:pt x="401237" y="314816"/>
                  </a:lnTo>
                  <a:lnTo>
                    <a:pt x="330689" y="314816"/>
                  </a:lnTo>
                  <a:lnTo>
                    <a:pt x="330689" y="244269"/>
                  </a:lnTo>
                  <a:close/>
                  <a:moveTo>
                    <a:pt x="92593" y="120812"/>
                  </a:moveTo>
                  <a:lnTo>
                    <a:pt x="30864" y="120812"/>
                  </a:lnTo>
                  <a:lnTo>
                    <a:pt x="30864" y="305998"/>
                  </a:lnTo>
                  <a:lnTo>
                    <a:pt x="92593" y="305998"/>
                  </a:lnTo>
                  <a:close/>
                  <a:moveTo>
                    <a:pt x="4409" y="163140"/>
                  </a:moveTo>
                  <a:lnTo>
                    <a:pt x="30864" y="163140"/>
                  </a:lnTo>
                  <a:moveTo>
                    <a:pt x="4409" y="216050"/>
                  </a:moveTo>
                  <a:lnTo>
                    <a:pt x="30864" y="216050"/>
                  </a:lnTo>
                  <a:moveTo>
                    <a:pt x="4409" y="268961"/>
                  </a:moveTo>
                  <a:lnTo>
                    <a:pt x="30864" y="268961"/>
                  </a:lnTo>
                  <a:moveTo>
                    <a:pt x="189595" y="350090"/>
                  </a:moveTo>
                  <a:lnTo>
                    <a:pt x="189595" y="410055"/>
                  </a:lnTo>
                  <a:moveTo>
                    <a:pt x="133157" y="350090"/>
                  </a:moveTo>
                  <a:lnTo>
                    <a:pt x="133157" y="410055"/>
                  </a:lnTo>
                  <a:moveTo>
                    <a:pt x="246033" y="350090"/>
                  </a:moveTo>
                  <a:lnTo>
                    <a:pt x="246033" y="410055"/>
                  </a:lnTo>
                  <a:moveTo>
                    <a:pt x="375663" y="192241"/>
                  </a:moveTo>
                  <a:cubicBezTo>
                    <a:pt x="373900" y="208114"/>
                    <a:pt x="377427" y="225750"/>
                    <a:pt x="375663" y="243387"/>
                  </a:cubicBezTo>
                  <a:moveTo>
                    <a:pt x="375663" y="315698"/>
                  </a:moveTo>
                  <a:cubicBezTo>
                    <a:pt x="375663" y="326280"/>
                    <a:pt x="377427" y="336862"/>
                    <a:pt x="375663" y="349208"/>
                  </a:cubicBezTo>
                  <a:cubicBezTo>
                    <a:pt x="370372" y="366845"/>
                    <a:pt x="358026" y="379191"/>
                    <a:pt x="340390" y="384482"/>
                  </a:cubicBezTo>
                  <a:cubicBezTo>
                    <a:pt x="252206" y="407409"/>
                    <a:pt x="156967" y="380954"/>
                    <a:pt x="67019" y="384482"/>
                  </a:cubicBezTo>
                  <a:cubicBezTo>
                    <a:pt x="47619" y="384482"/>
                    <a:pt x="28218" y="366845"/>
                    <a:pt x="31746" y="349208"/>
                  </a:cubicBezTo>
                  <a:cubicBezTo>
                    <a:pt x="47619" y="250442"/>
                    <a:pt x="0" y="142858"/>
                    <a:pt x="31746" y="49383"/>
                  </a:cubicBezTo>
                  <a:cubicBezTo>
                    <a:pt x="37037" y="29982"/>
                    <a:pt x="47619" y="15873"/>
                    <a:pt x="67019" y="14109"/>
                  </a:cubicBezTo>
                  <a:cubicBezTo>
                    <a:pt x="156967" y="0"/>
                    <a:pt x="248678" y="26455"/>
                    <a:pt x="340390" y="14109"/>
                  </a:cubicBezTo>
                  <a:cubicBezTo>
                    <a:pt x="358026" y="10582"/>
                    <a:pt x="372136" y="29982"/>
                    <a:pt x="375663" y="49383"/>
                  </a:cubicBezTo>
                  <a:cubicBezTo>
                    <a:pt x="377427" y="72310"/>
                    <a:pt x="370372" y="95238"/>
                    <a:pt x="375663" y="119930"/>
                  </a:cubicBezTo>
                  <a:moveTo>
                    <a:pt x="125221" y="63492"/>
                  </a:moveTo>
                  <a:cubicBezTo>
                    <a:pt x="121693" y="63492"/>
                    <a:pt x="119930" y="65256"/>
                    <a:pt x="119930" y="68783"/>
                  </a:cubicBezTo>
                  <a:cubicBezTo>
                    <a:pt x="118166" y="72310"/>
                    <a:pt x="121693" y="75838"/>
                    <a:pt x="125221" y="75838"/>
                  </a:cubicBezTo>
                  <a:moveTo>
                    <a:pt x="125221" y="75838"/>
                  </a:moveTo>
                  <a:cubicBezTo>
                    <a:pt x="128748" y="75838"/>
                    <a:pt x="130512" y="72310"/>
                    <a:pt x="132275" y="68783"/>
                  </a:cubicBezTo>
                  <a:cubicBezTo>
                    <a:pt x="132275" y="65256"/>
                    <a:pt x="128748" y="61728"/>
                    <a:pt x="125221" y="63492"/>
                  </a:cubicBezTo>
                  <a:moveTo>
                    <a:pt x="204586" y="63492"/>
                  </a:moveTo>
                  <a:cubicBezTo>
                    <a:pt x="201059" y="63492"/>
                    <a:pt x="195768" y="65256"/>
                    <a:pt x="197532" y="68783"/>
                  </a:cubicBezTo>
                  <a:cubicBezTo>
                    <a:pt x="197532" y="72310"/>
                    <a:pt x="201059" y="77601"/>
                    <a:pt x="204586" y="75838"/>
                  </a:cubicBezTo>
                  <a:moveTo>
                    <a:pt x="204586" y="63492"/>
                  </a:moveTo>
                  <a:cubicBezTo>
                    <a:pt x="208114" y="61728"/>
                    <a:pt x="209877" y="65256"/>
                    <a:pt x="209877" y="68783"/>
                  </a:cubicBezTo>
                  <a:cubicBezTo>
                    <a:pt x="209877" y="72310"/>
                    <a:pt x="208114" y="74074"/>
                    <a:pt x="204586" y="75838"/>
                  </a:cubicBezTo>
                  <a:moveTo>
                    <a:pt x="282188" y="63492"/>
                  </a:moveTo>
                  <a:cubicBezTo>
                    <a:pt x="278661" y="63492"/>
                    <a:pt x="275134" y="65256"/>
                    <a:pt x="275134" y="68783"/>
                  </a:cubicBezTo>
                  <a:cubicBezTo>
                    <a:pt x="275134" y="72310"/>
                    <a:pt x="278661" y="75838"/>
                    <a:pt x="282188" y="75838"/>
                  </a:cubicBezTo>
                  <a:moveTo>
                    <a:pt x="282188" y="75838"/>
                  </a:moveTo>
                  <a:cubicBezTo>
                    <a:pt x="285716" y="77601"/>
                    <a:pt x="287479" y="72310"/>
                    <a:pt x="289243" y="68783"/>
                  </a:cubicBezTo>
                  <a:cubicBezTo>
                    <a:pt x="289243" y="65256"/>
                    <a:pt x="285716" y="61728"/>
                    <a:pt x="282188" y="63492"/>
                  </a:cubicBezTo>
                  <a:moveTo>
                    <a:pt x="252206" y="252206"/>
                  </a:moveTo>
                  <a:cubicBezTo>
                    <a:pt x="250442" y="234569"/>
                    <a:pt x="245151" y="215168"/>
                    <a:pt x="252206" y="199295"/>
                  </a:cubicBezTo>
                  <a:cubicBezTo>
                    <a:pt x="243387" y="190477"/>
                    <a:pt x="231042" y="183422"/>
                    <a:pt x="225750" y="174604"/>
                  </a:cubicBezTo>
                  <a:cubicBezTo>
                    <a:pt x="204586" y="167549"/>
                    <a:pt x="181658" y="181658"/>
                    <a:pt x="164022" y="174604"/>
                  </a:cubicBezTo>
                  <a:cubicBezTo>
                    <a:pt x="155203" y="197532"/>
                    <a:pt x="158731" y="225750"/>
                    <a:pt x="164022" y="252206"/>
                  </a:cubicBezTo>
                  <a:cubicBezTo>
                    <a:pt x="192241" y="250442"/>
                    <a:pt x="222223" y="246915"/>
                    <a:pt x="252206" y="252206"/>
                  </a:cubicBezTo>
                  <a:moveTo>
                    <a:pt x="402118" y="121693"/>
                  </a:moveTo>
                  <a:cubicBezTo>
                    <a:pt x="379191" y="126984"/>
                    <a:pt x="354499" y="118166"/>
                    <a:pt x="331571" y="121693"/>
                  </a:cubicBezTo>
                  <a:cubicBezTo>
                    <a:pt x="331571" y="144621"/>
                    <a:pt x="336862" y="169313"/>
                    <a:pt x="331571" y="192241"/>
                  </a:cubicBezTo>
                  <a:cubicBezTo>
                    <a:pt x="352735" y="199295"/>
                    <a:pt x="379191" y="185186"/>
                    <a:pt x="402118" y="192241"/>
                  </a:cubicBezTo>
                  <a:cubicBezTo>
                    <a:pt x="402118" y="167549"/>
                    <a:pt x="403882" y="144621"/>
                    <a:pt x="402118" y="121693"/>
                  </a:cubicBezTo>
                  <a:moveTo>
                    <a:pt x="402118" y="245151"/>
                  </a:moveTo>
                  <a:cubicBezTo>
                    <a:pt x="377427" y="241624"/>
                    <a:pt x="352735" y="236333"/>
                    <a:pt x="331571" y="245151"/>
                  </a:cubicBezTo>
                  <a:cubicBezTo>
                    <a:pt x="328044" y="268079"/>
                    <a:pt x="326280" y="291007"/>
                    <a:pt x="331571" y="315698"/>
                  </a:cubicBezTo>
                  <a:cubicBezTo>
                    <a:pt x="354499" y="312171"/>
                    <a:pt x="379191" y="308643"/>
                    <a:pt x="402118" y="315698"/>
                  </a:cubicBezTo>
                  <a:cubicBezTo>
                    <a:pt x="395064" y="291007"/>
                    <a:pt x="403882" y="268079"/>
                    <a:pt x="402118" y="245151"/>
                  </a:cubicBezTo>
                  <a:moveTo>
                    <a:pt x="93475" y="121693"/>
                  </a:moveTo>
                  <a:cubicBezTo>
                    <a:pt x="72310" y="119930"/>
                    <a:pt x="51146" y="119930"/>
                    <a:pt x="31746" y="121693"/>
                  </a:cubicBezTo>
                  <a:cubicBezTo>
                    <a:pt x="33509" y="183422"/>
                    <a:pt x="31746" y="245151"/>
                    <a:pt x="31746" y="306880"/>
                  </a:cubicBezTo>
                  <a:cubicBezTo>
                    <a:pt x="51146" y="299825"/>
                    <a:pt x="74074" y="298061"/>
                    <a:pt x="93475" y="306880"/>
                  </a:cubicBezTo>
                  <a:cubicBezTo>
                    <a:pt x="86420" y="245151"/>
                    <a:pt x="89947" y="183422"/>
                    <a:pt x="93475" y="121693"/>
                  </a:cubicBezTo>
                  <a:moveTo>
                    <a:pt x="5291" y="164022"/>
                  </a:moveTo>
                  <a:cubicBezTo>
                    <a:pt x="12345" y="165785"/>
                    <a:pt x="22927" y="164022"/>
                    <a:pt x="31746" y="164022"/>
                  </a:cubicBezTo>
                  <a:moveTo>
                    <a:pt x="5291" y="216932"/>
                  </a:moveTo>
                  <a:cubicBezTo>
                    <a:pt x="12345" y="213405"/>
                    <a:pt x="22927" y="213405"/>
                    <a:pt x="31746" y="216932"/>
                  </a:cubicBezTo>
                  <a:moveTo>
                    <a:pt x="5291" y="269842"/>
                  </a:moveTo>
                  <a:cubicBezTo>
                    <a:pt x="12345" y="271606"/>
                    <a:pt x="22927" y="269842"/>
                    <a:pt x="31746" y="269842"/>
                  </a:cubicBezTo>
                  <a:moveTo>
                    <a:pt x="190477" y="350972"/>
                  </a:moveTo>
                  <a:cubicBezTo>
                    <a:pt x="183422" y="368609"/>
                    <a:pt x="186950" y="389773"/>
                    <a:pt x="190477" y="410937"/>
                  </a:cubicBezTo>
                  <a:moveTo>
                    <a:pt x="134039" y="350972"/>
                  </a:moveTo>
                  <a:cubicBezTo>
                    <a:pt x="135803" y="370372"/>
                    <a:pt x="139330" y="391536"/>
                    <a:pt x="134039" y="410937"/>
                  </a:cubicBezTo>
                  <a:moveTo>
                    <a:pt x="246915" y="350972"/>
                  </a:moveTo>
                  <a:cubicBezTo>
                    <a:pt x="239860" y="368609"/>
                    <a:pt x="248678" y="389773"/>
                    <a:pt x="246915" y="410937"/>
                  </a:cubicBezTo>
                </a:path>
              </a:pathLst>
            </a:custGeom>
            <a:noFill/>
            <a:ln w="1322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47"/>
            </a:p>
          </p:txBody>
        </p:sp>
      </p:grpSp>
    </p:spTree>
    <p:extLst>
      <p:ext uri="{BB962C8B-B14F-4D97-AF65-F5344CB8AC3E}">
        <p14:creationId xmlns:p14="http://schemas.microsoft.com/office/powerpoint/2010/main" val="322316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D9371D-5C8A-CDC8-F8C2-7EE864BAE1BE}"/>
              </a:ext>
            </a:extLst>
          </p:cNvPr>
          <p:cNvSpPr/>
          <p:nvPr/>
        </p:nvSpPr>
        <p:spPr>
          <a:xfrm>
            <a:off x="357862" y="3108311"/>
            <a:ext cx="1038762" cy="874296"/>
          </a:xfrm>
          <a:custGeom>
            <a:avLst/>
            <a:gdLst/>
            <a:ahLst/>
            <a:cxnLst/>
            <a:rect l="0" t="0" r="0" b="0"/>
            <a:pathLst>
              <a:path w="651510" h="616267">
                <a:moveTo>
                  <a:pt x="651510" y="228600"/>
                </a:moveTo>
                <a:lnTo>
                  <a:pt x="628650" y="180975"/>
                </a:lnTo>
                <a:lnTo>
                  <a:pt x="565785" y="182879"/>
                </a:lnTo>
                <a:lnTo>
                  <a:pt x="600075" y="254317"/>
                </a:lnTo>
                <a:close/>
                <a:moveTo>
                  <a:pt x="565785" y="182879"/>
                </a:moveTo>
                <a:lnTo>
                  <a:pt x="535305" y="256222"/>
                </a:lnTo>
                <a:lnTo>
                  <a:pt x="595312" y="259079"/>
                </a:lnTo>
                <a:lnTo>
                  <a:pt x="628650" y="180975"/>
                </a:lnTo>
                <a:close/>
                <a:moveTo>
                  <a:pt x="595312" y="259079"/>
                </a:moveTo>
                <a:lnTo>
                  <a:pt x="576262" y="196214"/>
                </a:lnTo>
                <a:lnTo>
                  <a:pt x="512445" y="182879"/>
                </a:lnTo>
                <a:lnTo>
                  <a:pt x="535305" y="256222"/>
                </a:lnTo>
                <a:close/>
                <a:moveTo>
                  <a:pt x="512445" y="182879"/>
                </a:moveTo>
                <a:lnTo>
                  <a:pt x="472439" y="229552"/>
                </a:lnTo>
                <a:lnTo>
                  <a:pt x="536257" y="243839"/>
                </a:lnTo>
                <a:lnTo>
                  <a:pt x="576262" y="196214"/>
                </a:lnTo>
                <a:close/>
                <a:moveTo>
                  <a:pt x="536257" y="243839"/>
                </a:moveTo>
                <a:lnTo>
                  <a:pt x="490537" y="88582"/>
                </a:lnTo>
                <a:lnTo>
                  <a:pt x="425767" y="74294"/>
                </a:lnTo>
                <a:lnTo>
                  <a:pt x="472439" y="229552"/>
                </a:lnTo>
                <a:close/>
                <a:moveTo>
                  <a:pt x="425767" y="74294"/>
                </a:moveTo>
                <a:lnTo>
                  <a:pt x="363855" y="143827"/>
                </a:lnTo>
                <a:lnTo>
                  <a:pt x="426720" y="160019"/>
                </a:lnTo>
                <a:lnTo>
                  <a:pt x="490537" y="88582"/>
                </a:lnTo>
                <a:close/>
                <a:moveTo>
                  <a:pt x="426720" y="160019"/>
                </a:moveTo>
                <a:lnTo>
                  <a:pt x="410527" y="88582"/>
                </a:lnTo>
                <a:lnTo>
                  <a:pt x="347662" y="72389"/>
                </a:lnTo>
                <a:lnTo>
                  <a:pt x="363855" y="143827"/>
                </a:lnTo>
                <a:close/>
                <a:moveTo>
                  <a:pt x="347662" y="72389"/>
                </a:moveTo>
                <a:lnTo>
                  <a:pt x="313372" y="110489"/>
                </a:lnTo>
                <a:lnTo>
                  <a:pt x="379095" y="121919"/>
                </a:lnTo>
                <a:lnTo>
                  <a:pt x="410527" y="88582"/>
                </a:lnTo>
                <a:close/>
                <a:moveTo>
                  <a:pt x="379095" y="121919"/>
                </a:moveTo>
                <a:lnTo>
                  <a:pt x="330517" y="0"/>
                </a:lnTo>
                <a:lnTo>
                  <a:pt x="272415" y="7619"/>
                </a:lnTo>
                <a:lnTo>
                  <a:pt x="313372" y="110489"/>
                </a:lnTo>
                <a:close/>
                <a:moveTo>
                  <a:pt x="272415" y="7619"/>
                </a:moveTo>
                <a:lnTo>
                  <a:pt x="258127" y="134302"/>
                </a:lnTo>
                <a:lnTo>
                  <a:pt x="316230" y="129539"/>
                </a:lnTo>
                <a:lnTo>
                  <a:pt x="330517" y="0"/>
                </a:lnTo>
                <a:close/>
                <a:moveTo>
                  <a:pt x="316230" y="129539"/>
                </a:moveTo>
                <a:lnTo>
                  <a:pt x="304800" y="92392"/>
                </a:lnTo>
                <a:lnTo>
                  <a:pt x="240982" y="77152"/>
                </a:lnTo>
                <a:lnTo>
                  <a:pt x="258127" y="134302"/>
                </a:lnTo>
                <a:close/>
                <a:moveTo>
                  <a:pt x="240982" y="77152"/>
                </a:moveTo>
                <a:lnTo>
                  <a:pt x="171450" y="149542"/>
                </a:lnTo>
                <a:lnTo>
                  <a:pt x="235267" y="164782"/>
                </a:lnTo>
                <a:lnTo>
                  <a:pt x="304800" y="92392"/>
                </a:lnTo>
                <a:close/>
                <a:moveTo>
                  <a:pt x="235267" y="164782"/>
                </a:moveTo>
                <a:lnTo>
                  <a:pt x="207644" y="70484"/>
                </a:lnTo>
                <a:lnTo>
                  <a:pt x="149542" y="75247"/>
                </a:lnTo>
                <a:lnTo>
                  <a:pt x="171450" y="149542"/>
                </a:lnTo>
                <a:close/>
                <a:moveTo>
                  <a:pt x="149542" y="75247"/>
                </a:moveTo>
                <a:lnTo>
                  <a:pt x="133350" y="205739"/>
                </a:lnTo>
                <a:lnTo>
                  <a:pt x="190500" y="210502"/>
                </a:lnTo>
                <a:lnTo>
                  <a:pt x="207644" y="70484"/>
                </a:lnTo>
                <a:close/>
                <a:moveTo>
                  <a:pt x="190500" y="210502"/>
                </a:moveTo>
                <a:lnTo>
                  <a:pt x="133350" y="205739"/>
                </a:lnTo>
                <a:lnTo>
                  <a:pt x="137160" y="145732"/>
                </a:lnTo>
                <a:lnTo>
                  <a:pt x="193357" y="150494"/>
                </a:lnTo>
                <a:close/>
                <a:moveTo>
                  <a:pt x="137160" y="145732"/>
                </a:moveTo>
                <a:lnTo>
                  <a:pt x="119062" y="316229"/>
                </a:lnTo>
                <a:lnTo>
                  <a:pt x="177165" y="311467"/>
                </a:lnTo>
                <a:lnTo>
                  <a:pt x="193357" y="150494"/>
                </a:lnTo>
                <a:close/>
                <a:moveTo>
                  <a:pt x="177165" y="311467"/>
                </a:moveTo>
                <a:lnTo>
                  <a:pt x="141922" y="194309"/>
                </a:lnTo>
                <a:lnTo>
                  <a:pt x="77152" y="176212"/>
                </a:lnTo>
                <a:lnTo>
                  <a:pt x="119062" y="316229"/>
                </a:lnTo>
                <a:close/>
                <a:moveTo>
                  <a:pt x="77152" y="176212"/>
                </a:moveTo>
                <a:lnTo>
                  <a:pt x="22859" y="223837"/>
                </a:lnTo>
                <a:lnTo>
                  <a:pt x="88582" y="241934"/>
                </a:lnTo>
                <a:lnTo>
                  <a:pt x="141922" y="194309"/>
                </a:lnTo>
                <a:close/>
                <a:moveTo>
                  <a:pt x="88582" y="241934"/>
                </a:moveTo>
                <a:lnTo>
                  <a:pt x="66675" y="172402"/>
                </a:lnTo>
                <a:lnTo>
                  <a:pt x="12382" y="189547"/>
                </a:lnTo>
                <a:lnTo>
                  <a:pt x="22859" y="223837"/>
                </a:lnTo>
                <a:close/>
                <a:moveTo>
                  <a:pt x="644842" y="413384"/>
                </a:moveTo>
                <a:lnTo>
                  <a:pt x="630555" y="370522"/>
                </a:lnTo>
                <a:lnTo>
                  <a:pt x="563880" y="353377"/>
                </a:lnTo>
                <a:lnTo>
                  <a:pt x="591502" y="432434"/>
                </a:lnTo>
                <a:close/>
                <a:moveTo>
                  <a:pt x="563880" y="353377"/>
                </a:moveTo>
                <a:lnTo>
                  <a:pt x="512445" y="400050"/>
                </a:lnTo>
                <a:lnTo>
                  <a:pt x="576262" y="420052"/>
                </a:lnTo>
                <a:lnTo>
                  <a:pt x="630555" y="370522"/>
                </a:lnTo>
                <a:close/>
                <a:moveTo>
                  <a:pt x="576262" y="420052"/>
                </a:moveTo>
                <a:lnTo>
                  <a:pt x="537210" y="265747"/>
                </a:lnTo>
                <a:lnTo>
                  <a:pt x="479107" y="269557"/>
                </a:lnTo>
                <a:lnTo>
                  <a:pt x="512445" y="400050"/>
                </a:lnTo>
                <a:close/>
                <a:moveTo>
                  <a:pt x="479107" y="269557"/>
                </a:moveTo>
                <a:lnTo>
                  <a:pt x="452437" y="446722"/>
                </a:lnTo>
                <a:lnTo>
                  <a:pt x="511492" y="441007"/>
                </a:lnTo>
                <a:lnTo>
                  <a:pt x="537210" y="265747"/>
                </a:lnTo>
                <a:close/>
                <a:moveTo>
                  <a:pt x="511492" y="441007"/>
                </a:moveTo>
                <a:lnTo>
                  <a:pt x="497205" y="404812"/>
                </a:lnTo>
                <a:lnTo>
                  <a:pt x="439102" y="411479"/>
                </a:lnTo>
                <a:lnTo>
                  <a:pt x="452437" y="446722"/>
                </a:lnTo>
                <a:close/>
                <a:moveTo>
                  <a:pt x="439102" y="411479"/>
                </a:moveTo>
                <a:lnTo>
                  <a:pt x="423862" y="535304"/>
                </a:lnTo>
                <a:lnTo>
                  <a:pt x="481964" y="533400"/>
                </a:lnTo>
                <a:lnTo>
                  <a:pt x="497205" y="404812"/>
                </a:lnTo>
                <a:close/>
                <a:moveTo>
                  <a:pt x="481964" y="533400"/>
                </a:moveTo>
                <a:lnTo>
                  <a:pt x="465772" y="439102"/>
                </a:lnTo>
                <a:lnTo>
                  <a:pt x="406717" y="432434"/>
                </a:lnTo>
                <a:lnTo>
                  <a:pt x="423862" y="535304"/>
                </a:lnTo>
                <a:close/>
                <a:moveTo>
                  <a:pt x="406717" y="432434"/>
                </a:moveTo>
                <a:lnTo>
                  <a:pt x="363855" y="530542"/>
                </a:lnTo>
                <a:lnTo>
                  <a:pt x="423862" y="534352"/>
                </a:lnTo>
                <a:lnTo>
                  <a:pt x="465772" y="439102"/>
                </a:lnTo>
                <a:close/>
                <a:moveTo>
                  <a:pt x="423862" y="534352"/>
                </a:moveTo>
                <a:lnTo>
                  <a:pt x="409575" y="480059"/>
                </a:lnTo>
                <a:lnTo>
                  <a:pt x="349567" y="480059"/>
                </a:lnTo>
                <a:lnTo>
                  <a:pt x="363855" y="530542"/>
                </a:lnTo>
                <a:close/>
                <a:moveTo>
                  <a:pt x="349567" y="480059"/>
                </a:moveTo>
                <a:lnTo>
                  <a:pt x="314325" y="616267"/>
                </a:lnTo>
                <a:lnTo>
                  <a:pt x="374332" y="614362"/>
                </a:lnTo>
                <a:lnTo>
                  <a:pt x="409575" y="480059"/>
                </a:lnTo>
                <a:close/>
                <a:moveTo>
                  <a:pt x="374332" y="614362"/>
                </a:moveTo>
                <a:lnTo>
                  <a:pt x="329564" y="484822"/>
                </a:lnTo>
                <a:lnTo>
                  <a:pt x="265747" y="478154"/>
                </a:lnTo>
                <a:lnTo>
                  <a:pt x="314325" y="616267"/>
                </a:lnTo>
                <a:close/>
                <a:moveTo>
                  <a:pt x="265747" y="478154"/>
                </a:moveTo>
                <a:lnTo>
                  <a:pt x="234315" y="528637"/>
                </a:lnTo>
                <a:lnTo>
                  <a:pt x="298132" y="534352"/>
                </a:lnTo>
                <a:lnTo>
                  <a:pt x="329564" y="484822"/>
                </a:lnTo>
                <a:close/>
                <a:moveTo>
                  <a:pt x="298132" y="534352"/>
                </a:moveTo>
                <a:lnTo>
                  <a:pt x="269557" y="461009"/>
                </a:lnTo>
                <a:lnTo>
                  <a:pt x="205740" y="455294"/>
                </a:lnTo>
                <a:lnTo>
                  <a:pt x="234315" y="528637"/>
                </a:lnTo>
                <a:close/>
                <a:moveTo>
                  <a:pt x="205740" y="455294"/>
                </a:moveTo>
                <a:lnTo>
                  <a:pt x="160972" y="529589"/>
                </a:lnTo>
                <a:lnTo>
                  <a:pt x="220027" y="541972"/>
                </a:lnTo>
                <a:lnTo>
                  <a:pt x="269557" y="461009"/>
                </a:lnTo>
                <a:close/>
                <a:moveTo>
                  <a:pt x="220027" y="541972"/>
                </a:moveTo>
                <a:lnTo>
                  <a:pt x="202882" y="414337"/>
                </a:lnTo>
                <a:lnTo>
                  <a:pt x="140017" y="374332"/>
                </a:lnTo>
                <a:lnTo>
                  <a:pt x="160972" y="529589"/>
                </a:lnTo>
                <a:close/>
                <a:moveTo>
                  <a:pt x="140017" y="374332"/>
                </a:moveTo>
                <a:lnTo>
                  <a:pt x="108584" y="383857"/>
                </a:lnTo>
                <a:lnTo>
                  <a:pt x="95250" y="347662"/>
                </a:lnTo>
                <a:lnTo>
                  <a:pt x="32384" y="342900"/>
                </a:lnTo>
                <a:lnTo>
                  <a:pt x="54292" y="402907"/>
                </a:lnTo>
                <a:lnTo>
                  <a:pt x="127634" y="438150"/>
                </a:lnTo>
                <a:lnTo>
                  <a:pt x="202882" y="414337"/>
                </a:lnTo>
                <a:close/>
                <a:moveTo>
                  <a:pt x="32384" y="342900"/>
                </a:moveTo>
                <a:lnTo>
                  <a:pt x="0" y="400050"/>
                </a:lnTo>
                <a:lnTo>
                  <a:pt x="55244" y="419100"/>
                </a:lnTo>
                <a:lnTo>
                  <a:pt x="95250" y="347662"/>
                </a:lnTo>
                <a:close/>
                <a:moveTo>
                  <a:pt x="55244" y="419100"/>
                </a:moveTo>
                <a:lnTo>
                  <a:pt x="0" y="400050"/>
                </a:lnTo>
                <a:lnTo>
                  <a:pt x="3809" y="378142"/>
                </a:lnTo>
                <a:lnTo>
                  <a:pt x="60007" y="386714"/>
                </a:lnTo>
                <a:close/>
                <a:moveTo>
                  <a:pt x="551497" y="69532"/>
                </a:moveTo>
                <a:lnTo>
                  <a:pt x="526732" y="29527"/>
                </a:lnTo>
                <a:lnTo>
                  <a:pt x="478155" y="59054"/>
                </a:lnTo>
                <a:lnTo>
                  <a:pt x="501967" y="99059"/>
                </a:lnTo>
                <a:close/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7D8E4D0-BB4D-A3F3-6E2A-76B69C78E2C8}"/>
              </a:ext>
            </a:extLst>
          </p:cNvPr>
          <p:cNvSpPr/>
          <p:nvPr/>
        </p:nvSpPr>
        <p:spPr>
          <a:xfrm>
            <a:off x="365456" y="3079933"/>
            <a:ext cx="1014463" cy="918890"/>
          </a:xfrm>
          <a:custGeom>
            <a:avLst/>
            <a:gdLst/>
            <a:ahLst/>
            <a:cxnLst/>
            <a:rect l="0" t="0" r="0" b="0"/>
            <a:pathLst>
              <a:path w="636270" h="647700">
                <a:moveTo>
                  <a:pt x="0" y="246004"/>
                </a:moveTo>
                <a:cubicBezTo>
                  <a:pt x="2595" y="238085"/>
                  <a:pt x="4234" y="233084"/>
                  <a:pt x="5572" y="229002"/>
                </a:cubicBezTo>
                <a:cubicBezTo>
                  <a:pt x="8141" y="221161"/>
                  <a:pt x="9599" y="216717"/>
                  <a:pt x="14585" y="201508"/>
                </a:cubicBezTo>
                <a:lnTo>
                  <a:pt x="117520" y="204330"/>
                </a:lnTo>
                <a:cubicBezTo>
                  <a:pt x="124149" y="195279"/>
                  <a:pt x="127960" y="190081"/>
                  <a:pt x="132631" y="183710"/>
                </a:cubicBezTo>
                <a:cubicBezTo>
                  <a:pt x="135117" y="180318"/>
                  <a:pt x="137847" y="176594"/>
                  <a:pt x="141376" y="171780"/>
                </a:cubicBezTo>
                <a:lnTo>
                  <a:pt x="106863" y="75598"/>
                </a:lnTo>
                <a:cubicBezTo>
                  <a:pt x="116786" y="68451"/>
                  <a:pt x="121370" y="65150"/>
                  <a:pt x="125952" y="61847"/>
                </a:cubicBezTo>
                <a:cubicBezTo>
                  <a:pt x="130536" y="58546"/>
                  <a:pt x="135119" y="55245"/>
                  <a:pt x="145042" y="48097"/>
                </a:cubicBezTo>
                <a:lnTo>
                  <a:pt x="226644" y="110362"/>
                </a:lnTo>
                <a:cubicBezTo>
                  <a:pt x="243086" y="105066"/>
                  <a:pt x="248805" y="103225"/>
                  <a:pt x="265240" y="97929"/>
                </a:cubicBezTo>
                <a:lnTo>
                  <a:pt x="294338" y="0"/>
                </a:lnTo>
                <a:lnTo>
                  <a:pt x="341526" y="0"/>
                </a:lnTo>
                <a:lnTo>
                  <a:pt x="370624" y="97929"/>
                </a:lnTo>
                <a:lnTo>
                  <a:pt x="381655" y="101482"/>
                </a:lnTo>
                <a:cubicBezTo>
                  <a:pt x="390766" y="104416"/>
                  <a:pt x="397060" y="106443"/>
                  <a:pt x="409221" y="110362"/>
                </a:cubicBezTo>
                <a:lnTo>
                  <a:pt x="490822" y="48097"/>
                </a:lnTo>
                <a:cubicBezTo>
                  <a:pt x="500745" y="55245"/>
                  <a:pt x="505328" y="58546"/>
                  <a:pt x="509912" y="61847"/>
                </a:cubicBezTo>
                <a:cubicBezTo>
                  <a:pt x="514495" y="65150"/>
                  <a:pt x="519078" y="68451"/>
                  <a:pt x="529002" y="75598"/>
                </a:cubicBezTo>
                <a:lnTo>
                  <a:pt x="494488" y="171780"/>
                </a:lnTo>
                <a:cubicBezTo>
                  <a:pt x="501155" y="180879"/>
                  <a:pt x="504970" y="186084"/>
                  <a:pt x="509677" y="192504"/>
                </a:cubicBezTo>
                <a:cubicBezTo>
                  <a:pt x="512142" y="195867"/>
                  <a:pt x="514852" y="199564"/>
                  <a:pt x="518344" y="204330"/>
                </a:cubicBezTo>
                <a:lnTo>
                  <a:pt x="621279" y="201508"/>
                </a:lnTo>
                <a:cubicBezTo>
                  <a:pt x="623715" y="208938"/>
                  <a:pt x="625308" y="213800"/>
                  <a:pt x="626601" y="217743"/>
                </a:cubicBezTo>
                <a:cubicBezTo>
                  <a:pt x="629331" y="226076"/>
                  <a:pt x="630718" y="230306"/>
                  <a:pt x="635865" y="246004"/>
                </a:cubicBezTo>
                <a:lnTo>
                  <a:pt x="550921" y="303699"/>
                </a:lnTo>
                <a:lnTo>
                  <a:pt x="550921" y="343940"/>
                </a:lnTo>
                <a:lnTo>
                  <a:pt x="635865" y="401635"/>
                </a:lnTo>
                <a:cubicBezTo>
                  <a:pt x="633442" y="409025"/>
                  <a:pt x="631854" y="413874"/>
                  <a:pt x="630565" y="417806"/>
                </a:cubicBezTo>
                <a:cubicBezTo>
                  <a:pt x="627820" y="426182"/>
                  <a:pt x="626439" y="430394"/>
                  <a:pt x="621279" y="446131"/>
                </a:cubicBezTo>
                <a:lnTo>
                  <a:pt x="518344" y="443310"/>
                </a:lnTo>
                <a:cubicBezTo>
                  <a:pt x="511670" y="452422"/>
                  <a:pt x="507853" y="457628"/>
                  <a:pt x="503139" y="464059"/>
                </a:cubicBezTo>
                <a:cubicBezTo>
                  <a:pt x="500678" y="467416"/>
                  <a:pt x="497972" y="471106"/>
                  <a:pt x="494488" y="475860"/>
                </a:cubicBezTo>
                <a:lnTo>
                  <a:pt x="529002" y="572042"/>
                </a:lnTo>
                <a:cubicBezTo>
                  <a:pt x="519078" y="579189"/>
                  <a:pt x="514495" y="582490"/>
                  <a:pt x="509912" y="585793"/>
                </a:cubicBezTo>
                <a:cubicBezTo>
                  <a:pt x="505328" y="589094"/>
                  <a:pt x="500745" y="592395"/>
                  <a:pt x="490822" y="599543"/>
                </a:cubicBezTo>
                <a:lnTo>
                  <a:pt x="409221" y="537278"/>
                </a:lnTo>
                <a:cubicBezTo>
                  <a:pt x="405047" y="538622"/>
                  <a:pt x="401564" y="539744"/>
                  <a:pt x="398421" y="540757"/>
                </a:cubicBezTo>
                <a:cubicBezTo>
                  <a:pt x="389184" y="543731"/>
                  <a:pt x="382887" y="545759"/>
                  <a:pt x="370624" y="549711"/>
                </a:cubicBezTo>
                <a:lnTo>
                  <a:pt x="341527" y="647640"/>
                </a:lnTo>
                <a:lnTo>
                  <a:pt x="294338" y="647640"/>
                </a:lnTo>
                <a:lnTo>
                  <a:pt x="265240" y="549711"/>
                </a:lnTo>
                <a:lnTo>
                  <a:pt x="254518" y="546257"/>
                </a:lnTo>
                <a:cubicBezTo>
                  <a:pt x="245239" y="543268"/>
                  <a:pt x="238941" y="541240"/>
                  <a:pt x="226644" y="537278"/>
                </a:cubicBezTo>
                <a:lnTo>
                  <a:pt x="145042" y="599543"/>
                </a:lnTo>
                <a:cubicBezTo>
                  <a:pt x="135119" y="592395"/>
                  <a:pt x="130536" y="589094"/>
                  <a:pt x="125953" y="585793"/>
                </a:cubicBezTo>
                <a:cubicBezTo>
                  <a:pt x="121370" y="582490"/>
                  <a:pt x="116786" y="579189"/>
                  <a:pt x="106863" y="572042"/>
                </a:cubicBezTo>
                <a:lnTo>
                  <a:pt x="141376" y="475860"/>
                </a:lnTo>
                <a:cubicBezTo>
                  <a:pt x="134738" y="466799"/>
                  <a:pt x="130926" y="461599"/>
                  <a:pt x="126248" y="455216"/>
                </a:cubicBezTo>
                <a:cubicBezTo>
                  <a:pt x="123765" y="451831"/>
                  <a:pt x="121040" y="448114"/>
                  <a:pt x="117520" y="443310"/>
                </a:cubicBezTo>
                <a:lnTo>
                  <a:pt x="14585" y="446131"/>
                </a:lnTo>
                <a:cubicBezTo>
                  <a:pt x="11991" y="438217"/>
                  <a:pt x="10352" y="433217"/>
                  <a:pt x="9015" y="429136"/>
                </a:cubicBezTo>
                <a:cubicBezTo>
                  <a:pt x="6443" y="421291"/>
                  <a:pt x="4988" y="416849"/>
                  <a:pt x="0" y="401636"/>
                </a:cubicBezTo>
                <a:lnTo>
                  <a:pt x="84943" y="343940"/>
                </a:lnTo>
                <a:lnTo>
                  <a:pt x="84943" y="303699"/>
                </a:lnTo>
                <a:close/>
                <a:moveTo>
                  <a:pt x="491355" y="323820"/>
                </a:moveTo>
                <a:cubicBezTo>
                  <a:pt x="491355" y="228439"/>
                  <a:pt x="413711" y="151116"/>
                  <a:pt x="317937" y="151116"/>
                </a:cubicBezTo>
                <a:cubicBezTo>
                  <a:pt x="222163" y="151116"/>
                  <a:pt x="144519" y="228439"/>
                  <a:pt x="144519" y="323820"/>
                </a:cubicBezTo>
                <a:cubicBezTo>
                  <a:pt x="144519" y="419200"/>
                  <a:pt x="222163" y="496524"/>
                  <a:pt x="317937" y="496524"/>
                </a:cubicBezTo>
                <a:cubicBezTo>
                  <a:pt x="413711" y="496524"/>
                  <a:pt x="491355" y="419200"/>
                  <a:pt x="491355" y="323820"/>
                </a:cubicBezTo>
                <a:close/>
                <a:moveTo>
                  <a:pt x="0" y="245745"/>
                </a:moveTo>
                <a:cubicBezTo>
                  <a:pt x="23812" y="270509"/>
                  <a:pt x="59055" y="280987"/>
                  <a:pt x="84772" y="303847"/>
                </a:cubicBezTo>
                <a:cubicBezTo>
                  <a:pt x="88582" y="316229"/>
                  <a:pt x="84772" y="330517"/>
                  <a:pt x="84772" y="343852"/>
                </a:cubicBezTo>
                <a:cubicBezTo>
                  <a:pt x="53340" y="358140"/>
                  <a:pt x="29527" y="383857"/>
                  <a:pt x="0" y="401954"/>
                </a:cubicBezTo>
                <a:cubicBezTo>
                  <a:pt x="6667" y="416242"/>
                  <a:pt x="3809" y="422909"/>
                  <a:pt x="8572" y="429577"/>
                </a:cubicBezTo>
                <a:cubicBezTo>
                  <a:pt x="11430" y="432434"/>
                  <a:pt x="11430" y="438150"/>
                  <a:pt x="14287" y="445770"/>
                </a:cubicBezTo>
                <a:cubicBezTo>
                  <a:pt x="48577" y="452437"/>
                  <a:pt x="83819" y="437197"/>
                  <a:pt x="117157" y="442912"/>
                </a:cubicBezTo>
                <a:cubicBezTo>
                  <a:pt x="121919" y="446722"/>
                  <a:pt x="122872" y="453390"/>
                  <a:pt x="126682" y="455295"/>
                </a:cubicBezTo>
                <a:cubicBezTo>
                  <a:pt x="133350" y="459104"/>
                  <a:pt x="135255" y="466725"/>
                  <a:pt x="140969" y="476250"/>
                </a:cubicBezTo>
                <a:cubicBezTo>
                  <a:pt x="120015" y="502920"/>
                  <a:pt x="118109" y="540067"/>
                  <a:pt x="106680" y="572452"/>
                </a:cubicBezTo>
                <a:cubicBezTo>
                  <a:pt x="118109" y="577215"/>
                  <a:pt x="121919" y="581977"/>
                  <a:pt x="125730" y="585787"/>
                </a:cubicBezTo>
                <a:cubicBezTo>
                  <a:pt x="129540" y="589597"/>
                  <a:pt x="134302" y="593407"/>
                  <a:pt x="144780" y="599122"/>
                </a:cubicBezTo>
                <a:cubicBezTo>
                  <a:pt x="176212" y="586740"/>
                  <a:pt x="204787" y="563879"/>
                  <a:pt x="226694" y="537209"/>
                </a:cubicBezTo>
                <a:cubicBezTo>
                  <a:pt x="237172" y="544829"/>
                  <a:pt x="245744" y="541972"/>
                  <a:pt x="254317" y="545782"/>
                </a:cubicBezTo>
                <a:cubicBezTo>
                  <a:pt x="258127" y="547687"/>
                  <a:pt x="261937" y="547687"/>
                  <a:pt x="264795" y="549592"/>
                </a:cubicBezTo>
                <a:cubicBezTo>
                  <a:pt x="271462" y="582929"/>
                  <a:pt x="285750" y="614362"/>
                  <a:pt x="294322" y="647700"/>
                </a:cubicBezTo>
                <a:cubicBezTo>
                  <a:pt x="309562" y="644842"/>
                  <a:pt x="325755" y="645795"/>
                  <a:pt x="341947" y="647700"/>
                </a:cubicBezTo>
                <a:cubicBezTo>
                  <a:pt x="345757" y="613409"/>
                  <a:pt x="359092" y="581977"/>
                  <a:pt x="370522" y="549592"/>
                </a:cubicBezTo>
                <a:cubicBezTo>
                  <a:pt x="381000" y="541972"/>
                  <a:pt x="389572" y="543877"/>
                  <a:pt x="398145" y="541020"/>
                </a:cubicBezTo>
                <a:cubicBezTo>
                  <a:pt x="401955" y="540067"/>
                  <a:pt x="404812" y="538162"/>
                  <a:pt x="409575" y="537209"/>
                </a:cubicBezTo>
                <a:cubicBezTo>
                  <a:pt x="433387" y="561975"/>
                  <a:pt x="464820" y="577215"/>
                  <a:pt x="490537" y="599122"/>
                </a:cubicBezTo>
                <a:cubicBezTo>
                  <a:pt x="497205" y="589597"/>
                  <a:pt x="504825" y="587692"/>
                  <a:pt x="509587" y="585787"/>
                </a:cubicBezTo>
                <a:cubicBezTo>
                  <a:pt x="515302" y="583882"/>
                  <a:pt x="517207" y="577215"/>
                  <a:pt x="528637" y="572452"/>
                </a:cubicBezTo>
                <a:cubicBezTo>
                  <a:pt x="514350" y="541020"/>
                  <a:pt x="517207" y="501967"/>
                  <a:pt x="494347" y="476250"/>
                </a:cubicBezTo>
                <a:cubicBezTo>
                  <a:pt x="497205" y="470534"/>
                  <a:pt x="500062" y="466725"/>
                  <a:pt x="502920" y="463867"/>
                </a:cubicBezTo>
                <a:cubicBezTo>
                  <a:pt x="509587" y="459104"/>
                  <a:pt x="513397" y="453390"/>
                  <a:pt x="518160" y="442912"/>
                </a:cubicBezTo>
                <a:cubicBezTo>
                  <a:pt x="552450" y="444817"/>
                  <a:pt x="587692" y="454342"/>
                  <a:pt x="621030" y="445770"/>
                </a:cubicBezTo>
                <a:cubicBezTo>
                  <a:pt x="621982" y="429577"/>
                  <a:pt x="625792" y="424815"/>
                  <a:pt x="630555" y="418147"/>
                </a:cubicBezTo>
                <a:cubicBezTo>
                  <a:pt x="633412" y="414337"/>
                  <a:pt x="632460" y="408622"/>
                  <a:pt x="636270" y="401954"/>
                </a:cubicBezTo>
                <a:cubicBezTo>
                  <a:pt x="614362" y="375284"/>
                  <a:pt x="581025" y="360045"/>
                  <a:pt x="550545" y="343852"/>
                </a:cubicBezTo>
                <a:cubicBezTo>
                  <a:pt x="555307" y="331470"/>
                  <a:pt x="553402" y="317182"/>
                  <a:pt x="550545" y="303847"/>
                </a:cubicBezTo>
                <a:cubicBezTo>
                  <a:pt x="582930" y="292417"/>
                  <a:pt x="609600" y="267652"/>
                  <a:pt x="636270" y="245745"/>
                </a:cubicBezTo>
                <a:cubicBezTo>
                  <a:pt x="628650" y="231457"/>
                  <a:pt x="629602" y="225742"/>
                  <a:pt x="626745" y="218122"/>
                </a:cubicBezTo>
                <a:cubicBezTo>
                  <a:pt x="624840" y="214312"/>
                  <a:pt x="624840" y="208597"/>
                  <a:pt x="621030" y="201929"/>
                </a:cubicBezTo>
                <a:cubicBezTo>
                  <a:pt x="587692" y="209550"/>
                  <a:pt x="552450" y="199072"/>
                  <a:pt x="518160" y="204787"/>
                </a:cubicBezTo>
                <a:cubicBezTo>
                  <a:pt x="515302" y="199072"/>
                  <a:pt x="511492" y="196215"/>
                  <a:pt x="509587" y="192404"/>
                </a:cubicBezTo>
                <a:cubicBezTo>
                  <a:pt x="506730" y="184784"/>
                  <a:pt x="498157" y="181927"/>
                  <a:pt x="494347" y="171450"/>
                </a:cubicBezTo>
                <a:cubicBezTo>
                  <a:pt x="508635" y="140970"/>
                  <a:pt x="516255" y="107632"/>
                  <a:pt x="528637" y="75247"/>
                </a:cubicBezTo>
                <a:cubicBezTo>
                  <a:pt x="517207" y="71437"/>
                  <a:pt x="515302" y="63817"/>
                  <a:pt x="509587" y="61912"/>
                </a:cubicBezTo>
                <a:cubicBezTo>
                  <a:pt x="504825" y="60007"/>
                  <a:pt x="501014" y="54292"/>
                  <a:pt x="490537" y="47625"/>
                </a:cubicBezTo>
                <a:cubicBezTo>
                  <a:pt x="459105" y="60007"/>
                  <a:pt x="438150" y="91440"/>
                  <a:pt x="409575" y="110490"/>
                </a:cubicBezTo>
                <a:cubicBezTo>
                  <a:pt x="397192" y="106679"/>
                  <a:pt x="391477" y="102870"/>
                  <a:pt x="381952" y="101917"/>
                </a:cubicBezTo>
                <a:cubicBezTo>
                  <a:pt x="378142" y="100965"/>
                  <a:pt x="374332" y="100012"/>
                  <a:pt x="370522" y="98107"/>
                </a:cubicBezTo>
                <a:cubicBezTo>
                  <a:pt x="366712" y="63817"/>
                  <a:pt x="354330" y="31432"/>
                  <a:pt x="341947" y="0"/>
                </a:cubicBezTo>
                <a:cubicBezTo>
                  <a:pt x="326707" y="3809"/>
                  <a:pt x="309562" y="1904"/>
                  <a:pt x="294322" y="0"/>
                </a:cubicBezTo>
                <a:cubicBezTo>
                  <a:pt x="285750" y="33337"/>
                  <a:pt x="285750" y="70484"/>
                  <a:pt x="264795" y="98107"/>
                </a:cubicBezTo>
                <a:cubicBezTo>
                  <a:pt x="248602" y="101917"/>
                  <a:pt x="241935" y="101917"/>
                  <a:pt x="226694" y="110490"/>
                </a:cubicBezTo>
                <a:cubicBezTo>
                  <a:pt x="198119" y="91440"/>
                  <a:pt x="169544" y="72390"/>
                  <a:pt x="144780" y="47625"/>
                </a:cubicBezTo>
                <a:cubicBezTo>
                  <a:pt x="136207" y="56197"/>
                  <a:pt x="129540" y="57150"/>
                  <a:pt x="125730" y="61912"/>
                </a:cubicBezTo>
                <a:cubicBezTo>
                  <a:pt x="122872" y="66675"/>
                  <a:pt x="115252" y="66675"/>
                  <a:pt x="106680" y="75247"/>
                </a:cubicBezTo>
                <a:cubicBezTo>
                  <a:pt x="114300" y="108584"/>
                  <a:pt x="125730" y="141922"/>
                  <a:pt x="140969" y="171450"/>
                </a:cubicBezTo>
                <a:cubicBezTo>
                  <a:pt x="138112" y="177165"/>
                  <a:pt x="135255" y="180975"/>
                  <a:pt x="132397" y="183832"/>
                </a:cubicBezTo>
                <a:cubicBezTo>
                  <a:pt x="126682" y="189547"/>
                  <a:pt x="124777" y="195262"/>
                  <a:pt x="117157" y="204787"/>
                </a:cubicBezTo>
                <a:cubicBezTo>
                  <a:pt x="82867" y="202882"/>
                  <a:pt x="48577" y="196215"/>
                  <a:pt x="14287" y="201929"/>
                </a:cubicBezTo>
                <a:cubicBezTo>
                  <a:pt x="8572" y="216217"/>
                  <a:pt x="7619" y="220979"/>
                  <a:pt x="5715" y="228600"/>
                </a:cubicBezTo>
                <a:cubicBezTo>
                  <a:pt x="4762" y="233362"/>
                  <a:pt x="0" y="238125"/>
                  <a:pt x="0" y="245745"/>
                </a:cubicBezTo>
                <a:moveTo>
                  <a:pt x="491489" y="323850"/>
                </a:moveTo>
                <a:cubicBezTo>
                  <a:pt x="482917" y="419100"/>
                  <a:pt x="413385" y="487679"/>
                  <a:pt x="318135" y="496252"/>
                </a:cubicBezTo>
                <a:cubicBezTo>
                  <a:pt x="222885" y="505777"/>
                  <a:pt x="153352" y="419100"/>
                  <a:pt x="144780" y="323850"/>
                </a:cubicBezTo>
                <a:cubicBezTo>
                  <a:pt x="136207" y="228600"/>
                  <a:pt x="222885" y="144779"/>
                  <a:pt x="318135" y="151447"/>
                </a:cubicBezTo>
                <a:cubicBezTo>
                  <a:pt x="413385" y="158115"/>
                  <a:pt x="482917" y="228600"/>
                  <a:pt x="491489" y="323850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249E74C-9060-6AC0-686A-69294865990A}"/>
              </a:ext>
            </a:extLst>
          </p:cNvPr>
          <p:cNvSpPr/>
          <p:nvPr/>
        </p:nvSpPr>
        <p:spPr>
          <a:xfrm>
            <a:off x="1235828" y="3529131"/>
            <a:ext cx="1186071" cy="1028345"/>
          </a:xfrm>
          <a:custGeom>
            <a:avLst/>
            <a:gdLst/>
            <a:ahLst/>
            <a:cxnLst/>
            <a:rect l="0" t="0" r="0" b="0"/>
            <a:pathLst>
              <a:path w="743902" h="724852">
                <a:moveTo>
                  <a:pt x="733425" y="447675"/>
                </a:moveTo>
                <a:lnTo>
                  <a:pt x="680084" y="424815"/>
                </a:lnTo>
                <a:lnTo>
                  <a:pt x="698182" y="381952"/>
                </a:lnTo>
                <a:lnTo>
                  <a:pt x="743902" y="420052"/>
                </a:lnTo>
                <a:close/>
                <a:moveTo>
                  <a:pt x="698182" y="381952"/>
                </a:moveTo>
                <a:lnTo>
                  <a:pt x="631507" y="426720"/>
                </a:lnTo>
                <a:lnTo>
                  <a:pt x="692467" y="454342"/>
                </a:lnTo>
                <a:lnTo>
                  <a:pt x="743902" y="420052"/>
                </a:lnTo>
                <a:close/>
                <a:moveTo>
                  <a:pt x="692467" y="454342"/>
                </a:moveTo>
                <a:lnTo>
                  <a:pt x="682942" y="373379"/>
                </a:lnTo>
                <a:lnTo>
                  <a:pt x="623887" y="364807"/>
                </a:lnTo>
                <a:lnTo>
                  <a:pt x="631507" y="426720"/>
                </a:lnTo>
                <a:close/>
                <a:moveTo>
                  <a:pt x="623887" y="364807"/>
                </a:moveTo>
                <a:lnTo>
                  <a:pt x="572452" y="486727"/>
                </a:lnTo>
                <a:lnTo>
                  <a:pt x="629602" y="497204"/>
                </a:lnTo>
                <a:lnTo>
                  <a:pt x="682942" y="373379"/>
                </a:lnTo>
                <a:close/>
                <a:moveTo>
                  <a:pt x="629602" y="497204"/>
                </a:moveTo>
                <a:lnTo>
                  <a:pt x="616267" y="207645"/>
                </a:lnTo>
                <a:lnTo>
                  <a:pt x="559117" y="193357"/>
                </a:lnTo>
                <a:lnTo>
                  <a:pt x="572452" y="486727"/>
                </a:lnTo>
                <a:close/>
                <a:moveTo>
                  <a:pt x="559117" y="193357"/>
                </a:moveTo>
                <a:lnTo>
                  <a:pt x="497204" y="292417"/>
                </a:lnTo>
                <a:lnTo>
                  <a:pt x="553402" y="309562"/>
                </a:lnTo>
                <a:lnTo>
                  <a:pt x="616267" y="207645"/>
                </a:lnTo>
                <a:close/>
                <a:moveTo>
                  <a:pt x="553402" y="309562"/>
                </a:moveTo>
                <a:lnTo>
                  <a:pt x="562927" y="56197"/>
                </a:lnTo>
                <a:lnTo>
                  <a:pt x="505777" y="45720"/>
                </a:lnTo>
                <a:lnTo>
                  <a:pt x="497204" y="292417"/>
                </a:lnTo>
                <a:close/>
                <a:moveTo>
                  <a:pt x="505777" y="45720"/>
                </a:moveTo>
                <a:lnTo>
                  <a:pt x="449579" y="212407"/>
                </a:lnTo>
                <a:lnTo>
                  <a:pt x="507682" y="218122"/>
                </a:lnTo>
                <a:lnTo>
                  <a:pt x="562927" y="56197"/>
                </a:lnTo>
                <a:close/>
                <a:moveTo>
                  <a:pt x="507682" y="218122"/>
                </a:moveTo>
                <a:lnTo>
                  <a:pt x="494347" y="116204"/>
                </a:lnTo>
                <a:lnTo>
                  <a:pt x="434339" y="100012"/>
                </a:lnTo>
                <a:lnTo>
                  <a:pt x="449579" y="212407"/>
                </a:lnTo>
                <a:close/>
                <a:moveTo>
                  <a:pt x="434339" y="100012"/>
                </a:moveTo>
                <a:lnTo>
                  <a:pt x="372427" y="180022"/>
                </a:lnTo>
                <a:lnTo>
                  <a:pt x="430529" y="198120"/>
                </a:lnTo>
                <a:lnTo>
                  <a:pt x="494347" y="116204"/>
                </a:lnTo>
                <a:close/>
                <a:moveTo>
                  <a:pt x="430529" y="198120"/>
                </a:moveTo>
                <a:lnTo>
                  <a:pt x="425767" y="98107"/>
                </a:lnTo>
                <a:lnTo>
                  <a:pt x="367664" y="81915"/>
                </a:lnTo>
                <a:lnTo>
                  <a:pt x="372427" y="180022"/>
                </a:lnTo>
                <a:close/>
                <a:moveTo>
                  <a:pt x="367664" y="81915"/>
                </a:moveTo>
                <a:lnTo>
                  <a:pt x="303847" y="180022"/>
                </a:lnTo>
                <a:lnTo>
                  <a:pt x="360044" y="198120"/>
                </a:lnTo>
                <a:lnTo>
                  <a:pt x="425767" y="98107"/>
                </a:lnTo>
                <a:close/>
                <a:moveTo>
                  <a:pt x="360044" y="198120"/>
                </a:moveTo>
                <a:lnTo>
                  <a:pt x="303847" y="180022"/>
                </a:lnTo>
                <a:lnTo>
                  <a:pt x="311467" y="0"/>
                </a:lnTo>
                <a:lnTo>
                  <a:pt x="368617" y="9525"/>
                </a:lnTo>
                <a:close/>
                <a:moveTo>
                  <a:pt x="311467" y="0"/>
                </a:moveTo>
                <a:lnTo>
                  <a:pt x="252412" y="211454"/>
                </a:lnTo>
                <a:lnTo>
                  <a:pt x="311467" y="213359"/>
                </a:lnTo>
                <a:lnTo>
                  <a:pt x="368617" y="9525"/>
                </a:lnTo>
                <a:close/>
                <a:moveTo>
                  <a:pt x="311467" y="213359"/>
                </a:moveTo>
                <a:lnTo>
                  <a:pt x="294322" y="123825"/>
                </a:lnTo>
                <a:lnTo>
                  <a:pt x="234314" y="119062"/>
                </a:lnTo>
                <a:lnTo>
                  <a:pt x="252412" y="211454"/>
                </a:lnTo>
                <a:close/>
                <a:moveTo>
                  <a:pt x="234314" y="119062"/>
                </a:moveTo>
                <a:lnTo>
                  <a:pt x="192404" y="232409"/>
                </a:lnTo>
                <a:lnTo>
                  <a:pt x="250507" y="240029"/>
                </a:lnTo>
                <a:lnTo>
                  <a:pt x="294322" y="123825"/>
                </a:lnTo>
                <a:close/>
                <a:moveTo>
                  <a:pt x="250507" y="240029"/>
                </a:moveTo>
                <a:lnTo>
                  <a:pt x="239077" y="86677"/>
                </a:lnTo>
                <a:lnTo>
                  <a:pt x="181927" y="86677"/>
                </a:lnTo>
                <a:lnTo>
                  <a:pt x="192404" y="232409"/>
                </a:lnTo>
                <a:close/>
                <a:moveTo>
                  <a:pt x="181927" y="86677"/>
                </a:moveTo>
                <a:lnTo>
                  <a:pt x="129539" y="604837"/>
                </a:lnTo>
                <a:lnTo>
                  <a:pt x="186689" y="607695"/>
                </a:lnTo>
                <a:lnTo>
                  <a:pt x="239077" y="86677"/>
                </a:lnTo>
                <a:close/>
                <a:moveTo>
                  <a:pt x="186689" y="607695"/>
                </a:moveTo>
                <a:lnTo>
                  <a:pt x="180022" y="190500"/>
                </a:lnTo>
                <a:lnTo>
                  <a:pt x="122872" y="185737"/>
                </a:lnTo>
                <a:lnTo>
                  <a:pt x="129539" y="604837"/>
                </a:lnTo>
                <a:close/>
                <a:moveTo>
                  <a:pt x="122872" y="185737"/>
                </a:moveTo>
                <a:lnTo>
                  <a:pt x="55244" y="622935"/>
                </a:lnTo>
                <a:lnTo>
                  <a:pt x="112394" y="627697"/>
                </a:lnTo>
                <a:lnTo>
                  <a:pt x="180022" y="190500"/>
                </a:lnTo>
                <a:close/>
                <a:moveTo>
                  <a:pt x="112394" y="627697"/>
                </a:moveTo>
                <a:lnTo>
                  <a:pt x="55244" y="622935"/>
                </a:lnTo>
                <a:lnTo>
                  <a:pt x="58102" y="562927"/>
                </a:lnTo>
                <a:lnTo>
                  <a:pt x="115252" y="565785"/>
                </a:lnTo>
                <a:close/>
                <a:moveTo>
                  <a:pt x="691515" y="260984"/>
                </a:moveTo>
                <a:lnTo>
                  <a:pt x="672465" y="193357"/>
                </a:lnTo>
                <a:lnTo>
                  <a:pt x="617220" y="208597"/>
                </a:lnTo>
                <a:lnTo>
                  <a:pt x="636270" y="276225"/>
                </a:lnTo>
                <a:close/>
                <a:moveTo>
                  <a:pt x="631507" y="611504"/>
                </a:moveTo>
                <a:lnTo>
                  <a:pt x="615315" y="521970"/>
                </a:lnTo>
                <a:lnTo>
                  <a:pt x="553402" y="503872"/>
                </a:lnTo>
                <a:lnTo>
                  <a:pt x="574357" y="621982"/>
                </a:lnTo>
                <a:close/>
                <a:moveTo>
                  <a:pt x="553402" y="503872"/>
                </a:moveTo>
                <a:lnTo>
                  <a:pt x="492442" y="569595"/>
                </a:lnTo>
                <a:lnTo>
                  <a:pt x="545782" y="595312"/>
                </a:lnTo>
                <a:lnTo>
                  <a:pt x="615315" y="521970"/>
                </a:lnTo>
                <a:close/>
                <a:moveTo>
                  <a:pt x="545782" y="595312"/>
                </a:moveTo>
                <a:lnTo>
                  <a:pt x="492442" y="569595"/>
                </a:lnTo>
                <a:lnTo>
                  <a:pt x="511492" y="428625"/>
                </a:lnTo>
                <a:lnTo>
                  <a:pt x="567690" y="441959"/>
                </a:lnTo>
                <a:close/>
                <a:moveTo>
                  <a:pt x="511492" y="428625"/>
                </a:moveTo>
                <a:lnTo>
                  <a:pt x="450532" y="617220"/>
                </a:lnTo>
                <a:lnTo>
                  <a:pt x="509587" y="621982"/>
                </a:lnTo>
                <a:lnTo>
                  <a:pt x="567690" y="441959"/>
                </a:lnTo>
                <a:close/>
                <a:moveTo>
                  <a:pt x="509587" y="621982"/>
                </a:moveTo>
                <a:lnTo>
                  <a:pt x="491489" y="498157"/>
                </a:lnTo>
                <a:lnTo>
                  <a:pt x="433387" y="493395"/>
                </a:lnTo>
                <a:lnTo>
                  <a:pt x="450532" y="617220"/>
                </a:lnTo>
                <a:close/>
                <a:moveTo>
                  <a:pt x="433387" y="493395"/>
                </a:moveTo>
                <a:lnTo>
                  <a:pt x="374332" y="668654"/>
                </a:lnTo>
                <a:lnTo>
                  <a:pt x="431482" y="677227"/>
                </a:lnTo>
                <a:lnTo>
                  <a:pt x="491489" y="498157"/>
                </a:lnTo>
                <a:close/>
                <a:moveTo>
                  <a:pt x="431482" y="677227"/>
                </a:moveTo>
                <a:lnTo>
                  <a:pt x="429577" y="532447"/>
                </a:lnTo>
                <a:lnTo>
                  <a:pt x="372427" y="521017"/>
                </a:lnTo>
                <a:lnTo>
                  <a:pt x="374332" y="668654"/>
                </a:lnTo>
                <a:close/>
                <a:moveTo>
                  <a:pt x="372427" y="521017"/>
                </a:moveTo>
                <a:lnTo>
                  <a:pt x="322897" y="634364"/>
                </a:lnTo>
                <a:lnTo>
                  <a:pt x="382904" y="640079"/>
                </a:lnTo>
                <a:lnTo>
                  <a:pt x="429577" y="532447"/>
                </a:lnTo>
                <a:close/>
                <a:moveTo>
                  <a:pt x="382904" y="640079"/>
                </a:moveTo>
                <a:lnTo>
                  <a:pt x="360044" y="540067"/>
                </a:lnTo>
                <a:lnTo>
                  <a:pt x="300989" y="538162"/>
                </a:lnTo>
                <a:lnTo>
                  <a:pt x="322897" y="634364"/>
                </a:lnTo>
                <a:close/>
                <a:moveTo>
                  <a:pt x="300989" y="538162"/>
                </a:moveTo>
                <a:lnTo>
                  <a:pt x="247650" y="715327"/>
                </a:lnTo>
                <a:lnTo>
                  <a:pt x="304800" y="723900"/>
                </a:lnTo>
                <a:lnTo>
                  <a:pt x="360044" y="540067"/>
                </a:lnTo>
                <a:close/>
                <a:moveTo>
                  <a:pt x="304800" y="723900"/>
                </a:moveTo>
                <a:lnTo>
                  <a:pt x="305752" y="530542"/>
                </a:lnTo>
                <a:lnTo>
                  <a:pt x="248602" y="515302"/>
                </a:lnTo>
                <a:lnTo>
                  <a:pt x="247650" y="715327"/>
                </a:lnTo>
                <a:close/>
                <a:moveTo>
                  <a:pt x="248602" y="515302"/>
                </a:moveTo>
                <a:lnTo>
                  <a:pt x="203834" y="600075"/>
                </a:lnTo>
                <a:lnTo>
                  <a:pt x="260984" y="613410"/>
                </a:lnTo>
                <a:lnTo>
                  <a:pt x="305752" y="530542"/>
                </a:lnTo>
                <a:close/>
                <a:moveTo>
                  <a:pt x="260984" y="613410"/>
                </a:moveTo>
                <a:lnTo>
                  <a:pt x="258127" y="485775"/>
                </a:lnTo>
                <a:lnTo>
                  <a:pt x="200977" y="487679"/>
                </a:lnTo>
                <a:lnTo>
                  <a:pt x="203834" y="600075"/>
                </a:lnTo>
                <a:close/>
                <a:moveTo>
                  <a:pt x="505777" y="723900"/>
                </a:moveTo>
                <a:lnTo>
                  <a:pt x="502920" y="617220"/>
                </a:lnTo>
                <a:lnTo>
                  <a:pt x="445769" y="618172"/>
                </a:lnTo>
                <a:lnTo>
                  <a:pt x="448627" y="724852"/>
                </a:lnTo>
                <a:close/>
                <a:moveTo>
                  <a:pt x="181927" y="104775"/>
                </a:moveTo>
                <a:lnTo>
                  <a:pt x="183832" y="45720"/>
                </a:lnTo>
                <a:lnTo>
                  <a:pt x="127634" y="42862"/>
                </a:lnTo>
                <a:lnTo>
                  <a:pt x="124777" y="102870"/>
                </a:lnTo>
                <a:close/>
                <a:moveTo>
                  <a:pt x="118109" y="453390"/>
                </a:moveTo>
                <a:lnTo>
                  <a:pt x="61912" y="444817"/>
                </a:lnTo>
                <a:lnTo>
                  <a:pt x="78104" y="348615"/>
                </a:lnTo>
                <a:lnTo>
                  <a:pt x="131444" y="373379"/>
                </a:lnTo>
                <a:close/>
                <a:moveTo>
                  <a:pt x="78104" y="348615"/>
                </a:moveTo>
                <a:lnTo>
                  <a:pt x="11429" y="428625"/>
                </a:lnTo>
                <a:lnTo>
                  <a:pt x="68579" y="449579"/>
                </a:lnTo>
                <a:lnTo>
                  <a:pt x="131444" y="373379"/>
                </a:lnTo>
                <a:close/>
                <a:moveTo>
                  <a:pt x="68579" y="449579"/>
                </a:moveTo>
                <a:lnTo>
                  <a:pt x="11429" y="428625"/>
                </a:lnTo>
                <a:lnTo>
                  <a:pt x="11429" y="390525"/>
                </a:lnTo>
                <a:lnTo>
                  <a:pt x="68579" y="389572"/>
                </a:lnTo>
                <a:close/>
                <a:moveTo>
                  <a:pt x="124777" y="294322"/>
                </a:moveTo>
                <a:lnTo>
                  <a:pt x="67627" y="296227"/>
                </a:lnTo>
                <a:lnTo>
                  <a:pt x="62864" y="199072"/>
                </a:lnTo>
                <a:lnTo>
                  <a:pt x="120967" y="224790"/>
                </a:lnTo>
                <a:close/>
                <a:moveTo>
                  <a:pt x="62864" y="199072"/>
                </a:moveTo>
                <a:lnTo>
                  <a:pt x="2857" y="247650"/>
                </a:lnTo>
                <a:lnTo>
                  <a:pt x="62864" y="272415"/>
                </a:lnTo>
                <a:lnTo>
                  <a:pt x="120967" y="224790"/>
                </a:lnTo>
                <a:close/>
                <a:moveTo>
                  <a:pt x="62864" y="272415"/>
                </a:moveTo>
                <a:lnTo>
                  <a:pt x="57150" y="205740"/>
                </a:lnTo>
                <a:lnTo>
                  <a:pt x="0" y="211454"/>
                </a:lnTo>
                <a:lnTo>
                  <a:pt x="2857" y="247650"/>
                </a:lnTo>
                <a:close/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D89940-FF63-FC7B-0345-6D0E9F815EBC}"/>
              </a:ext>
            </a:extLst>
          </p:cNvPr>
          <p:cNvSpPr/>
          <p:nvPr/>
        </p:nvSpPr>
        <p:spPr>
          <a:xfrm>
            <a:off x="1197862" y="3510212"/>
            <a:ext cx="1214926" cy="1067532"/>
          </a:xfrm>
          <a:custGeom>
            <a:avLst/>
            <a:gdLst/>
            <a:ahLst/>
            <a:cxnLst/>
            <a:rect l="0" t="0" r="0" b="0"/>
            <a:pathLst>
              <a:path w="762000" h="752474">
                <a:moveTo>
                  <a:pt x="388158" y="2871"/>
                </a:moveTo>
                <a:cubicBezTo>
                  <a:pt x="378241" y="2882"/>
                  <a:pt x="373542" y="2887"/>
                  <a:pt x="354415" y="2910"/>
                </a:cubicBezTo>
                <a:lnTo>
                  <a:pt x="354434" y="2912"/>
                </a:lnTo>
                <a:lnTo>
                  <a:pt x="325580" y="109514"/>
                </a:lnTo>
                <a:cubicBezTo>
                  <a:pt x="315721" y="112406"/>
                  <a:pt x="309394" y="114263"/>
                  <a:pt x="303065" y="116119"/>
                </a:cubicBezTo>
                <a:cubicBezTo>
                  <a:pt x="296737" y="117974"/>
                  <a:pt x="290408" y="119831"/>
                  <a:pt x="280550" y="122723"/>
                </a:cubicBezTo>
                <a:lnTo>
                  <a:pt x="198093" y="48772"/>
                </a:lnTo>
                <a:cubicBezTo>
                  <a:pt x="190481" y="53651"/>
                  <a:pt x="185588" y="56789"/>
                  <a:pt x="181661" y="59306"/>
                </a:cubicBezTo>
                <a:cubicBezTo>
                  <a:pt x="173404" y="64598"/>
                  <a:pt x="169418" y="67154"/>
                  <a:pt x="153415" y="77407"/>
                </a:cubicBezTo>
                <a:lnTo>
                  <a:pt x="187098" y="182620"/>
                </a:lnTo>
                <a:lnTo>
                  <a:pt x="179738" y="191091"/>
                </a:lnTo>
                <a:cubicBezTo>
                  <a:pt x="171639" y="200414"/>
                  <a:pt x="167029" y="205722"/>
                  <a:pt x="156406" y="217944"/>
                </a:cubicBezTo>
                <a:lnTo>
                  <a:pt x="46847" y="200051"/>
                </a:lnTo>
                <a:cubicBezTo>
                  <a:pt x="41017" y="212792"/>
                  <a:pt x="38425" y="218460"/>
                  <a:pt x="35825" y="224144"/>
                </a:cubicBezTo>
                <a:cubicBezTo>
                  <a:pt x="33235" y="229805"/>
                  <a:pt x="30640" y="235479"/>
                  <a:pt x="24834" y="248167"/>
                </a:cubicBezTo>
                <a:lnTo>
                  <a:pt x="110365" y="318585"/>
                </a:lnTo>
                <a:cubicBezTo>
                  <a:pt x="108915" y="328720"/>
                  <a:pt x="107985" y="335221"/>
                  <a:pt x="107053" y="341726"/>
                </a:cubicBezTo>
                <a:cubicBezTo>
                  <a:pt x="106124" y="348213"/>
                  <a:pt x="105195" y="354705"/>
                  <a:pt x="103750" y="364809"/>
                </a:cubicBezTo>
                <a:lnTo>
                  <a:pt x="1869" y="408659"/>
                </a:lnTo>
                <a:cubicBezTo>
                  <a:pt x="3889" y="422480"/>
                  <a:pt x="4790" y="428648"/>
                  <a:pt x="5690" y="434812"/>
                </a:cubicBezTo>
                <a:cubicBezTo>
                  <a:pt x="6590" y="440981"/>
                  <a:pt x="7490" y="447147"/>
                  <a:pt x="9512" y="460979"/>
                </a:cubicBezTo>
                <a:lnTo>
                  <a:pt x="119737" y="474244"/>
                </a:lnTo>
                <a:cubicBezTo>
                  <a:pt x="125333" y="486380"/>
                  <a:pt x="128311" y="492840"/>
                  <a:pt x="132091" y="501040"/>
                </a:cubicBezTo>
                <a:cubicBezTo>
                  <a:pt x="134098" y="505396"/>
                  <a:pt x="136332" y="510243"/>
                  <a:pt x="139304" y="516690"/>
                </a:cubicBezTo>
                <a:lnTo>
                  <a:pt x="77453" y="608356"/>
                </a:lnTo>
                <a:cubicBezTo>
                  <a:pt x="92292" y="625345"/>
                  <a:pt x="93894" y="627177"/>
                  <a:pt x="103574" y="638255"/>
                </a:cubicBezTo>
                <a:cubicBezTo>
                  <a:pt x="105917" y="640937"/>
                  <a:pt x="108733" y="644160"/>
                  <a:pt x="112326" y="648271"/>
                </a:cubicBezTo>
                <a:lnTo>
                  <a:pt x="212248" y="600171"/>
                </a:lnTo>
                <a:lnTo>
                  <a:pt x="251784" y="625366"/>
                </a:lnTo>
                <a:lnTo>
                  <a:pt x="249596" y="735747"/>
                </a:lnTo>
                <a:cubicBezTo>
                  <a:pt x="254908" y="737291"/>
                  <a:pt x="259061" y="738497"/>
                  <a:pt x="262512" y="739500"/>
                </a:cubicBezTo>
                <a:cubicBezTo>
                  <a:pt x="276577" y="743586"/>
                  <a:pt x="278966" y="744280"/>
                  <a:pt x="300626" y="750578"/>
                </a:cubicBezTo>
                <a:lnTo>
                  <a:pt x="358514" y="656389"/>
                </a:lnTo>
                <a:lnTo>
                  <a:pt x="405468" y="656332"/>
                </a:lnTo>
                <a:lnTo>
                  <a:pt x="463640" y="750383"/>
                </a:lnTo>
                <a:cubicBezTo>
                  <a:pt x="477112" y="746434"/>
                  <a:pt x="483121" y="744672"/>
                  <a:pt x="489131" y="742910"/>
                </a:cubicBezTo>
                <a:cubicBezTo>
                  <a:pt x="495142" y="741147"/>
                  <a:pt x="501152" y="739384"/>
                  <a:pt x="514625" y="735431"/>
                </a:cubicBezTo>
                <a:lnTo>
                  <a:pt x="512108" y="625055"/>
                </a:lnTo>
                <a:cubicBezTo>
                  <a:pt x="520747" y="619517"/>
                  <a:pt x="526293" y="615963"/>
                  <a:pt x="531840" y="612410"/>
                </a:cubicBezTo>
                <a:cubicBezTo>
                  <a:pt x="537386" y="608855"/>
                  <a:pt x="542932" y="605301"/>
                  <a:pt x="551571" y="599764"/>
                </a:cubicBezTo>
                <a:lnTo>
                  <a:pt x="651635" y="647624"/>
                </a:lnTo>
                <a:lnTo>
                  <a:pt x="686389" y="607629"/>
                </a:lnTo>
                <a:lnTo>
                  <a:pt x="624263" y="516106"/>
                </a:lnTo>
                <a:cubicBezTo>
                  <a:pt x="629131" y="505466"/>
                  <a:pt x="632006" y="499182"/>
                  <a:pt x="635168" y="492274"/>
                </a:cubicBezTo>
                <a:cubicBezTo>
                  <a:pt x="637535" y="487101"/>
                  <a:pt x="640063" y="481576"/>
                  <a:pt x="643707" y="473610"/>
                </a:cubicBezTo>
                <a:lnTo>
                  <a:pt x="753888" y="460084"/>
                </a:lnTo>
                <a:lnTo>
                  <a:pt x="761375" y="407749"/>
                </a:lnTo>
                <a:lnTo>
                  <a:pt x="659365" y="364144"/>
                </a:lnTo>
                <a:cubicBezTo>
                  <a:pt x="658068" y="355262"/>
                  <a:pt x="657177" y="349172"/>
                  <a:pt x="656336" y="343422"/>
                </a:cubicBezTo>
                <a:cubicBezTo>
                  <a:pt x="655263" y="336077"/>
                  <a:pt x="654270" y="329286"/>
                  <a:pt x="652614" y="317938"/>
                </a:cubicBezTo>
                <a:lnTo>
                  <a:pt x="737932" y="247318"/>
                </a:lnTo>
                <a:cubicBezTo>
                  <a:pt x="732077" y="234616"/>
                  <a:pt x="729464" y="228951"/>
                  <a:pt x="726852" y="223286"/>
                </a:cubicBezTo>
                <a:cubicBezTo>
                  <a:pt x="724240" y="217620"/>
                  <a:pt x="721628" y="211956"/>
                  <a:pt x="715773" y="199253"/>
                </a:cubicBezTo>
                <a:lnTo>
                  <a:pt x="606265" y="217406"/>
                </a:lnTo>
                <a:lnTo>
                  <a:pt x="575464" y="182152"/>
                </a:lnTo>
                <a:lnTo>
                  <a:pt x="608831" y="76861"/>
                </a:lnTo>
                <a:lnTo>
                  <a:pt x="598351" y="70185"/>
                </a:lnTo>
                <a:cubicBezTo>
                  <a:pt x="585244" y="61834"/>
                  <a:pt x="583494" y="60719"/>
                  <a:pt x="564065" y="48335"/>
                </a:cubicBezTo>
                <a:lnTo>
                  <a:pt x="481830" y="122486"/>
                </a:lnTo>
                <a:cubicBezTo>
                  <a:pt x="462334" y="116815"/>
                  <a:pt x="456627" y="115157"/>
                  <a:pt x="437471" y="109591"/>
                </a:cubicBezTo>
                <a:lnTo>
                  <a:pt x="436757" y="109384"/>
                </a:lnTo>
                <a:lnTo>
                  <a:pt x="407578" y="2848"/>
                </a:lnTo>
                <a:close/>
                <a:moveTo>
                  <a:pt x="381628" y="550426"/>
                </a:moveTo>
                <a:cubicBezTo>
                  <a:pt x="478015" y="550426"/>
                  <a:pt x="556154" y="472650"/>
                  <a:pt x="556154" y="376713"/>
                </a:cubicBezTo>
                <a:cubicBezTo>
                  <a:pt x="556154" y="280776"/>
                  <a:pt x="478015" y="203001"/>
                  <a:pt x="381628" y="203001"/>
                </a:cubicBezTo>
                <a:cubicBezTo>
                  <a:pt x="285241" y="203001"/>
                  <a:pt x="207102" y="280776"/>
                  <a:pt x="207102" y="376713"/>
                </a:cubicBezTo>
                <a:cubicBezTo>
                  <a:pt x="207102" y="472650"/>
                  <a:pt x="285241" y="550426"/>
                  <a:pt x="381628" y="550426"/>
                </a:cubicBezTo>
                <a:close/>
                <a:moveTo>
                  <a:pt x="388619" y="2857"/>
                </a:moveTo>
                <a:cubicBezTo>
                  <a:pt x="378142" y="1904"/>
                  <a:pt x="373379" y="2857"/>
                  <a:pt x="354329" y="2857"/>
                </a:cubicBezTo>
                <a:cubicBezTo>
                  <a:pt x="339089" y="36194"/>
                  <a:pt x="332422" y="73342"/>
                  <a:pt x="325754" y="109537"/>
                </a:cubicBezTo>
                <a:cubicBezTo>
                  <a:pt x="316229" y="113347"/>
                  <a:pt x="309562" y="114300"/>
                  <a:pt x="302894" y="116204"/>
                </a:cubicBezTo>
                <a:cubicBezTo>
                  <a:pt x="297179" y="118109"/>
                  <a:pt x="290512" y="120014"/>
                  <a:pt x="280987" y="122872"/>
                </a:cubicBezTo>
                <a:cubicBezTo>
                  <a:pt x="246697" y="108584"/>
                  <a:pt x="218122" y="80009"/>
                  <a:pt x="198119" y="48577"/>
                </a:cubicBezTo>
                <a:cubicBezTo>
                  <a:pt x="189547" y="51434"/>
                  <a:pt x="185737" y="58102"/>
                  <a:pt x="181927" y="59054"/>
                </a:cubicBezTo>
                <a:cubicBezTo>
                  <a:pt x="172402" y="62864"/>
                  <a:pt x="168592" y="66675"/>
                  <a:pt x="153352" y="77152"/>
                </a:cubicBezTo>
                <a:cubicBezTo>
                  <a:pt x="172402" y="109537"/>
                  <a:pt x="180975" y="146684"/>
                  <a:pt x="186689" y="182879"/>
                </a:cubicBezTo>
                <a:cubicBezTo>
                  <a:pt x="184784" y="184784"/>
                  <a:pt x="180975" y="187642"/>
                  <a:pt x="180022" y="191452"/>
                </a:cubicBezTo>
                <a:cubicBezTo>
                  <a:pt x="175259" y="202882"/>
                  <a:pt x="165734" y="204787"/>
                  <a:pt x="156209" y="218122"/>
                </a:cubicBezTo>
                <a:cubicBezTo>
                  <a:pt x="120014" y="210502"/>
                  <a:pt x="83819" y="205739"/>
                  <a:pt x="46672" y="200025"/>
                </a:cubicBezTo>
                <a:cubicBezTo>
                  <a:pt x="37147" y="210502"/>
                  <a:pt x="39052" y="219075"/>
                  <a:pt x="36194" y="223837"/>
                </a:cubicBezTo>
                <a:cubicBezTo>
                  <a:pt x="32384" y="229552"/>
                  <a:pt x="31432" y="236219"/>
                  <a:pt x="24764" y="248602"/>
                </a:cubicBezTo>
                <a:cubicBezTo>
                  <a:pt x="54292" y="270509"/>
                  <a:pt x="78104" y="300989"/>
                  <a:pt x="110489" y="318134"/>
                </a:cubicBezTo>
                <a:cubicBezTo>
                  <a:pt x="110489" y="328612"/>
                  <a:pt x="109537" y="335279"/>
                  <a:pt x="106679" y="341947"/>
                </a:cubicBezTo>
                <a:cubicBezTo>
                  <a:pt x="104775" y="347662"/>
                  <a:pt x="104775" y="354329"/>
                  <a:pt x="103822" y="364807"/>
                </a:cubicBezTo>
                <a:cubicBezTo>
                  <a:pt x="74294" y="386714"/>
                  <a:pt x="37147" y="396239"/>
                  <a:pt x="1904" y="408622"/>
                </a:cubicBezTo>
                <a:cubicBezTo>
                  <a:pt x="0" y="422909"/>
                  <a:pt x="4762" y="428625"/>
                  <a:pt x="5714" y="434339"/>
                </a:cubicBezTo>
                <a:cubicBezTo>
                  <a:pt x="6667" y="441007"/>
                  <a:pt x="7619" y="446722"/>
                  <a:pt x="9525" y="461009"/>
                </a:cubicBezTo>
                <a:cubicBezTo>
                  <a:pt x="45719" y="467677"/>
                  <a:pt x="82867" y="467677"/>
                  <a:pt x="120014" y="474344"/>
                </a:cubicBezTo>
                <a:cubicBezTo>
                  <a:pt x="125729" y="485775"/>
                  <a:pt x="131444" y="492442"/>
                  <a:pt x="132397" y="501014"/>
                </a:cubicBezTo>
                <a:cubicBezTo>
                  <a:pt x="132397" y="505777"/>
                  <a:pt x="137159" y="509587"/>
                  <a:pt x="139064" y="516254"/>
                </a:cubicBezTo>
                <a:cubicBezTo>
                  <a:pt x="120967" y="548639"/>
                  <a:pt x="95250" y="576262"/>
                  <a:pt x="77152" y="608647"/>
                </a:cubicBezTo>
                <a:cubicBezTo>
                  <a:pt x="95250" y="621982"/>
                  <a:pt x="94297" y="626745"/>
                  <a:pt x="103822" y="638174"/>
                </a:cubicBezTo>
                <a:cubicBezTo>
                  <a:pt x="105727" y="641032"/>
                  <a:pt x="109537" y="642937"/>
                  <a:pt x="112394" y="648652"/>
                </a:cubicBezTo>
                <a:cubicBezTo>
                  <a:pt x="147637" y="638174"/>
                  <a:pt x="176212" y="607695"/>
                  <a:pt x="212407" y="600074"/>
                </a:cubicBezTo>
                <a:cubicBezTo>
                  <a:pt x="222884" y="611504"/>
                  <a:pt x="240029" y="614362"/>
                  <a:pt x="251459" y="625792"/>
                </a:cubicBezTo>
                <a:cubicBezTo>
                  <a:pt x="259079" y="661987"/>
                  <a:pt x="256222" y="700087"/>
                  <a:pt x="249554" y="735329"/>
                </a:cubicBezTo>
                <a:cubicBezTo>
                  <a:pt x="254317" y="739139"/>
                  <a:pt x="259079" y="739139"/>
                  <a:pt x="262889" y="739139"/>
                </a:cubicBezTo>
                <a:cubicBezTo>
                  <a:pt x="277177" y="741997"/>
                  <a:pt x="278129" y="752474"/>
                  <a:pt x="300989" y="750570"/>
                </a:cubicBezTo>
                <a:cubicBezTo>
                  <a:pt x="312419" y="715327"/>
                  <a:pt x="329564" y="679132"/>
                  <a:pt x="358139" y="656272"/>
                </a:cubicBezTo>
                <a:cubicBezTo>
                  <a:pt x="373379" y="660082"/>
                  <a:pt x="390525" y="653414"/>
                  <a:pt x="405764" y="656272"/>
                </a:cubicBezTo>
                <a:cubicBezTo>
                  <a:pt x="423862" y="687704"/>
                  <a:pt x="450532" y="716279"/>
                  <a:pt x="463867" y="750570"/>
                </a:cubicBezTo>
                <a:cubicBezTo>
                  <a:pt x="478154" y="750570"/>
                  <a:pt x="482917" y="744854"/>
                  <a:pt x="489584" y="742949"/>
                </a:cubicBezTo>
                <a:cubicBezTo>
                  <a:pt x="495300" y="741045"/>
                  <a:pt x="501967" y="741997"/>
                  <a:pt x="514350" y="735329"/>
                </a:cubicBezTo>
                <a:cubicBezTo>
                  <a:pt x="509587" y="699134"/>
                  <a:pt x="513397" y="661987"/>
                  <a:pt x="512444" y="624839"/>
                </a:cubicBezTo>
                <a:cubicBezTo>
                  <a:pt x="520064" y="619124"/>
                  <a:pt x="525779" y="615314"/>
                  <a:pt x="531495" y="612457"/>
                </a:cubicBezTo>
                <a:cubicBezTo>
                  <a:pt x="537209" y="609599"/>
                  <a:pt x="541972" y="603884"/>
                  <a:pt x="551497" y="600074"/>
                </a:cubicBezTo>
                <a:cubicBezTo>
                  <a:pt x="580072" y="622934"/>
                  <a:pt x="615315" y="638174"/>
                  <a:pt x="651509" y="647699"/>
                </a:cubicBezTo>
                <a:cubicBezTo>
                  <a:pt x="663892" y="635317"/>
                  <a:pt x="675322" y="621029"/>
                  <a:pt x="686752" y="607695"/>
                </a:cubicBezTo>
                <a:cubicBezTo>
                  <a:pt x="670559" y="574357"/>
                  <a:pt x="648652" y="543877"/>
                  <a:pt x="623887" y="516254"/>
                </a:cubicBezTo>
                <a:cubicBezTo>
                  <a:pt x="631507" y="506729"/>
                  <a:pt x="632459" y="499109"/>
                  <a:pt x="635317" y="492442"/>
                </a:cubicBezTo>
                <a:cubicBezTo>
                  <a:pt x="637222" y="486727"/>
                  <a:pt x="640079" y="481964"/>
                  <a:pt x="643890" y="473392"/>
                </a:cubicBezTo>
                <a:cubicBezTo>
                  <a:pt x="680084" y="468629"/>
                  <a:pt x="720090" y="476250"/>
                  <a:pt x="753427" y="460057"/>
                </a:cubicBezTo>
                <a:cubicBezTo>
                  <a:pt x="757237" y="442912"/>
                  <a:pt x="762000" y="425767"/>
                  <a:pt x="761047" y="407669"/>
                </a:cubicBezTo>
                <a:cubicBezTo>
                  <a:pt x="726757" y="394334"/>
                  <a:pt x="695325" y="371475"/>
                  <a:pt x="659129" y="363854"/>
                </a:cubicBezTo>
                <a:cubicBezTo>
                  <a:pt x="659129" y="355282"/>
                  <a:pt x="657225" y="348614"/>
                  <a:pt x="656272" y="343852"/>
                </a:cubicBezTo>
                <a:cubicBezTo>
                  <a:pt x="654367" y="336232"/>
                  <a:pt x="652462" y="329564"/>
                  <a:pt x="652462" y="318134"/>
                </a:cubicBezTo>
                <a:cubicBezTo>
                  <a:pt x="675322" y="288607"/>
                  <a:pt x="718184" y="278129"/>
                  <a:pt x="738187" y="247650"/>
                </a:cubicBezTo>
                <a:cubicBezTo>
                  <a:pt x="735329" y="233362"/>
                  <a:pt x="729615" y="228600"/>
                  <a:pt x="726757" y="222884"/>
                </a:cubicBezTo>
                <a:cubicBezTo>
                  <a:pt x="723900" y="218122"/>
                  <a:pt x="718184" y="213359"/>
                  <a:pt x="715327" y="199072"/>
                </a:cubicBezTo>
                <a:cubicBezTo>
                  <a:pt x="679132" y="200977"/>
                  <a:pt x="641032" y="204787"/>
                  <a:pt x="605790" y="217169"/>
                </a:cubicBezTo>
                <a:cubicBezTo>
                  <a:pt x="592454" y="209550"/>
                  <a:pt x="581025" y="197167"/>
                  <a:pt x="575309" y="181927"/>
                </a:cubicBezTo>
                <a:cubicBezTo>
                  <a:pt x="584834" y="146684"/>
                  <a:pt x="593407" y="110489"/>
                  <a:pt x="608647" y="77152"/>
                </a:cubicBezTo>
                <a:cubicBezTo>
                  <a:pt x="605790" y="74294"/>
                  <a:pt x="601979" y="71437"/>
                  <a:pt x="598170" y="70484"/>
                </a:cubicBezTo>
                <a:cubicBezTo>
                  <a:pt x="582929" y="66675"/>
                  <a:pt x="583882" y="60007"/>
                  <a:pt x="563879" y="48577"/>
                </a:cubicBezTo>
                <a:cubicBezTo>
                  <a:pt x="536257" y="73342"/>
                  <a:pt x="503872" y="93344"/>
                  <a:pt x="481964" y="122872"/>
                </a:cubicBezTo>
                <a:cubicBezTo>
                  <a:pt x="461962" y="117157"/>
                  <a:pt x="455294" y="119062"/>
                  <a:pt x="437197" y="109537"/>
                </a:cubicBezTo>
                <a:cubicBezTo>
                  <a:pt x="437197" y="72389"/>
                  <a:pt x="413384" y="39052"/>
                  <a:pt x="407669" y="2857"/>
                </a:cubicBezTo>
                <a:cubicBezTo>
                  <a:pt x="401954" y="0"/>
                  <a:pt x="394334" y="2857"/>
                  <a:pt x="388619" y="2857"/>
                </a:cubicBezTo>
                <a:moveTo>
                  <a:pt x="381952" y="550545"/>
                </a:moveTo>
                <a:cubicBezTo>
                  <a:pt x="286702" y="536257"/>
                  <a:pt x="197167" y="472439"/>
                  <a:pt x="206692" y="377189"/>
                </a:cubicBezTo>
                <a:cubicBezTo>
                  <a:pt x="217169" y="280987"/>
                  <a:pt x="285750" y="196214"/>
                  <a:pt x="381952" y="202882"/>
                </a:cubicBezTo>
                <a:cubicBezTo>
                  <a:pt x="478154" y="209550"/>
                  <a:pt x="550545" y="280987"/>
                  <a:pt x="556259" y="377189"/>
                </a:cubicBezTo>
                <a:cubicBezTo>
                  <a:pt x="561975" y="472439"/>
                  <a:pt x="477202" y="536257"/>
                  <a:pt x="381952" y="550545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40B742-F0FD-BAEB-852B-07FF15CA8BF2}"/>
              </a:ext>
            </a:extLst>
          </p:cNvPr>
          <p:cNvSpPr/>
          <p:nvPr/>
        </p:nvSpPr>
        <p:spPr>
          <a:xfrm>
            <a:off x="2024315" y="2642025"/>
            <a:ext cx="1371347" cy="1274283"/>
          </a:xfrm>
          <a:custGeom>
            <a:avLst/>
            <a:gdLst/>
            <a:ahLst/>
            <a:cxnLst/>
            <a:rect l="0" t="0" r="0" b="0"/>
            <a:pathLst>
              <a:path w="860107" h="898207">
                <a:moveTo>
                  <a:pt x="556260" y="13335"/>
                </a:moveTo>
                <a:lnTo>
                  <a:pt x="527685" y="62864"/>
                </a:lnTo>
                <a:lnTo>
                  <a:pt x="492442" y="42862"/>
                </a:lnTo>
                <a:lnTo>
                  <a:pt x="532447" y="0"/>
                </a:lnTo>
                <a:lnTo>
                  <a:pt x="556260" y="13335"/>
                </a:lnTo>
                <a:moveTo>
                  <a:pt x="492442" y="42862"/>
                </a:moveTo>
                <a:lnTo>
                  <a:pt x="550545" y="127635"/>
                </a:lnTo>
                <a:lnTo>
                  <a:pt x="581025" y="71437"/>
                </a:lnTo>
                <a:lnTo>
                  <a:pt x="532447" y="0"/>
                </a:lnTo>
                <a:lnTo>
                  <a:pt x="492442" y="42862"/>
                </a:lnTo>
                <a:moveTo>
                  <a:pt x="581025" y="71437"/>
                </a:moveTo>
                <a:lnTo>
                  <a:pt x="550545" y="127635"/>
                </a:lnTo>
                <a:lnTo>
                  <a:pt x="465772" y="126682"/>
                </a:lnTo>
                <a:lnTo>
                  <a:pt x="476250" y="69532"/>
                </a:lnTo>
                <a:lnTo>
                  <a:pt x="581025" y="71437"/>
                </a:lnTo>
                <a:moveTo>
                  <a:pt x="465772" y="126682"/>
                </a:moveTo>
                <a:lnTo>
                  <a:pt x="680085" y="206692"/>
                </a:lnTo>
                <a:lnTo>
                  <a:pt x="692467" y="150495"/>
                </a:lnTo>
                <a:lnTo>
                  <a:pt x="476250" y="69532"/>
                </a:lnTo>
                <a:lnTo>
                  <a:pt x="465772" y="126682"/>
                </a:lnTo>
                <a:moveTo>
                  <a:pt x="692467" y="150495"/>
                </a:moveTo>
                <a:lnTo>
                  <a:pt x="680085" y="206692"/>
                </a:lnTo>
                <a:lnTo>
                  <a:pt x="293370" y="170497"/>
                </a:lnTo>
                <a:lnTo>
                  <a:pt x="302895" y="114300"/>
                </a:lnTo>
                <a:lnTo>
                  <a:pt x="692467" y="150495"/>
                </a:lnTo>
                <a:moveTo>
                  <a:pt x="293370" y="170497"/>
                </a:moveTo>
                <a:lnTo>
                  <a:pt x="700087" y="268604"/>
                </a:lnTo>
                <a:lnTo>
                  <a:pt x="709612" y="212407"/>
                </a:lnTo>
                <a:lnTo>
                  <a:pt x="302895" y="114300"/>
                </a:lnTo>
                <a:lnTo>
                  <a:pt x="293370" y="170497"/>
                </a:lnTo>
                <a:moveTo>
                  <a:pt x="709612" y="212407"/>
                </a:moveTo>
                <a:lnTo>
                  <a:pt x="210502" y="160972"/>
                </a:lnTo>
                <a:lnTo>
                  <a:pt x="198120" y="217170"/>
                </a:lnTo>
                <a:lnTo>
                  <a:pt x="700087" y="268604"/>
                </a:lnTo>
                <a:lnTo>
                  <a:pt x="709612" y="212407"/>
                </a:lnTo>
                <a:moveTo>
                  <a:pt x="198120" y="217170"/>
                </a:moveTo>
                <a:lnTo>
                  <a:pt x="410527" y="291464"/>
                </a:lnTo>
                <a:lnTo>
                  <a:pt x="422910" y="235267"/>
                </a:lnTo>
                <a:lnTo>
                  <a:pt x="210502" y="160972"/>
                </a:lnTo>
                <a:lnTo>
                  <a:pt x="198120" y="217170"/>
                </a:lnTo>
                <a:moveTo>
                  <a:pt x="422910" y="235267"/>
                </a:moveTo>
                <a:lnTo>
                  <a:pt x="166687" y="211454"/>
                </a:lnTo>
                <a:lnTo>
                  <a:pt x="149542" y="266700"/>
                </a:lnTo>
                <a:lnTo>
                  <a:pt x="410527" y="291464"/>
                </a:lnTo>
                <a:lnTo>
                  <a:pt x="422910" y="235267"/>
                </a:lnTo>
                <a:moveTo>
                  <a:pt x="149542" y="266700"/>
                </a:moveTo>
                <a:lnTo>
                  <a:pt x="311467" y="351472"/>
                </a:lnTo>
                <a:lnTo>
                  <a:pt x="328612" y="296227"/>
                </a:lnTo>
                <a:lnTo>
                  <a:pt x="166687" y="211454"/>
                </a:lnTo>
                <a:lnTo>
                  <a:pt x="149542" y="266700"/>
                </a:lnTo>
                <a:moveTo>
                  <a:pt x="328612" y="296227"/>
                </a:moveTo>
                <a:lnTo>
                  <a:pt x="109537" y="273367"/>
                </a:lnTo>
                <a:lnTo>
                  <a:pt x="95250" y="328612"/>
                </a:lnTo>
                <a:lnTo>
                  <a:pt x="311467" y="351472"/>
                </a:lnTo>
                <a:lnTo>
                  <a:pt x="328612" y="296227"/>
                </a:lnTo>
                <a:moveTo>
                  <a:pt x="95250" y="328612"/>
                </a:moveTo>
                <a:lnTo>
                  <a:pt x="280035" y="405765"/>
                </a:lnTo>
                <a:lnTo>
                  <a:pt x="296227" y="350520"/>
                </a:lnTo>
                <a:lnTo>
                  <a:pt x="109537" y="273367"/>
                </a:lnTo>
                <a:lnTo>
                  <a:pt x="95250" y="328612"/>
                </a:lnTo>
                <a:moveTo>
                  <a:pt x="296227" y="350520"/>
                </a:moveTo>
                <a:lnTo>
                  <a:pt x="280035" y="405765"/>
                </a:lnTo>
                <a:lnTo>
                  <a:pt x="113347" y="377190"/>
                </a:lnTo>
                <a:lnTo>
                  <a:pt x="134302" y="322897"/>
                </a:lnTo>
                <a:lnTo>
                  <a:pt x="296227" y="350520"/>
                </a:lnTo>
                <a:moveTo>
                  <a:pt x="113347" y="377190"/>
                </a:moveTo>
                <a:lnTo>
                  <a:pt x="264795" y="469582"/>
                </a:lnTo>
                <a:lnTo>
                  <a:pt x="283845" y="413384"/>
                </a:lnTo>
                <a:lnTo>
                  <a:pt x="134302" y="322897"/>
                </a:lnTo>
                <a:lnTo>
                  <a:pt x="113347" y="377190"/>
                </a:lnTo>
                <a:moveTo>
                  <a:pt x="283845" y="413384"/>
                </a:moveTo>
                <a:lnTo>
                  <a:pt x="264795" y="469582"/>
                </a:lnTo>
                <a:lnTo>
                  <a:pt x="0" y="441959"/>
                </a:lnTo>
                <a:lnTo>
                  <a:pt x="12382" y="385762"/>
                </a:lnTo>
                <a:lnTo>
                  <a:pt x="283845" y="413384"/>
                </a:lnTo>
                <a:moveTo>
                  <a:pt x="0" y="441959"/>
                </a:moveTo>
                <a:lnTo>
                  <a:pt x="281940" y="531495"/>
                </a:lnTo>
                <a:lnTo>
                  <a:pt x="293370" y="475297"/>
                </a:lnTo>
                <a:lnTo>
                  <a:pt x="12382" y="385762"/>
                </a:lnTo>
                <a:lnTo>
                  <a:pt x="0" y="441959"/>
                </a:lnTo>
                <a:moveTo>
                  <a:pt x="293370" y="475297"/>
                </a:moveTo>
                <a:lnTo>
                  <a:pt x="281940" y="531495"/>
                </a:lnTo>
                <a:lnTo>
                  <a:pt x="98107" y="513397"/>
                </a:lnTo>
                <a:lnTo>
                  <a:pt x="111442" y="457200"/>
                </a:lnTo>
                <a:lnTo>
                  <a:pt x="293370" y="475297"/>
                </a:lnTo>
                <a:moveTo>
                  <a:pt x="98107" y="513397"/>
                </a:moveTo>
                <a:lnTo>
                  <a:pt x="280987" y="588645"/>
                </a:lnTo>
                <a:lnTo>
                  <a:pt x="296227" y="532447"/>
                </a:lnTo>
                <a:lnTo>
                  <a:pt x="111442" y="457200"/>
                </a:lnTo>
                <a:lnTo>
                  <a:pt x="98107" y="513397"/>
                </a:lnTo>
                <a:moveTo>
                  <a:pt x="296227" y="532447"/>
                </a:moveTo>
                <a:lnTo>
                  <a:pt x="280987" y="588645"/>
                </a:lnTo>
                <a:lnTo>
                  <a:pt x="77152" y="558165"/>
                </a:lnTo>
                <a:lnTo>
                  <a:pt x="90487" y="502920"/>
                </a:lnTo>
                <a:lnTo>
                  <a:pt x="296227" y="532447"/>
                </a:lnTo>
                <a:moveTo>
                  <a:pt x="77152" y="558165"/>
                </a:moveTo>
                <a:lnTo>
                  <a:pt x="391477" y="655320"/>
                </a:lnTo>
                <a:lnTo>
                  <a:pt x="401955" y="598170"/>
                </a:lnTo>
                <a:lnTo>
                  <a:pt x="90487" y="502920"/>
                </a:lnTo>
                <a:lnTo>
                  <a:pt x="77152" y="558165"/>
                </a:lnTo>
                <a:moveTo>
                  <a:pt x="401955" y="598170"/>
                </a:moveTo>
                <a:lnTo>
                  <a:pt x="391477" y="655320"/>
                </a:lnTo>
                <a:lnTo>
                  <a:pt x="131445" y="645795"/>
                </a:lnTo>
                <a:lnTo>
                  <a:pt x="138112" y="588645"/>
                </a:lnTo>
                <a:lnTo>
                  <a:pt x="401955" y="598170"/>
                </a:lnTo>
                <a:moveTo>
                  <a:pt x="131445" y="645795"/>
                </a:moveTo>
                <a:lnTo>
                  <a:pt x="661035" y="749617"/>
                </a:lnTo>
                <a:lnTo>
                  <a:pt x="668655" y="692467"/>
                </a:lnTo>
                <a:lnTo>
                  <a:pt x="138112" y="588645"/>
                </a:lnTo>
                <a:lnTo>
                  <a:pt x="131445" y="645795"/>
                </a:lnTo>
                <a:moveTo>
                  <a:pt x="668655" y="692467"/>
                </a:moveTo>
                <a:lnTo>
                  <a:pt x="661035" y="749617"/>
                </a:lnTo>
                <a:lnTo>
                  <a:pt x="140970" y="698182"/>
                </a:lnTo>
                <a:lnTo>
                  <a:pt x="185737" y="644842"/>
                </a:lnTo>
                <a:lnTo>
                  <a:pt x="668655" y="692467"/>
                </a:lnTo>
                <a:moveTo>
                  <a:pt x="140970" y="698182"/>
                </a:moveTo>
                <a:lnTo>
                  <a:pt x="159067" y="765809"/>
                </a:lnTo>
                <a:lnTo>
                  <a:pt x="203835" y="712470"/>
                </a:lnTo>
                <a:lnTo>
                  <a:pt x="185737" y="644842"/>
                </a:lnTo>
                <a:lnTo>
                  <a:pt x="140970" y="698182"/>
                </a:lnTo>
                <a:moveTo>
                  <a:pt x="203835" y="712470"/>
                </a:moveTo>
                <a:lnTo>
                  <a:pt x="118110" y="703897"/>
                </a:lnTo>
                <a:lnTo>
                  <a:pt x="111442" y="760095"/>
                </a:lnTo>
                <a:lnTo>
                  <a:pt x="159067" y="765809"/>
                </a:lnTo>
                <a:lnTo>
                  <a:pt x="203835" y="712470"/>
                </a:lnTo>
                <a:moveTo>
                  <a:pt x="712470" y="84772"/>
                </a:moveTo>
                <a:lnTo>
                  <a:pt x="657225" y="77152"/>
                </a:lnTo>
                <a:lnTo>
                  <a:pt x="649605" y="133350"/>
                </a:lnTo>
                <a:lnTo>
                  <a:pt x="703897" y="140970"/>
                </a:lnTo>
                <a:lnTo>
                  <a:pt x="712470" y="84772"/>
                </a:lnTo>
                <a:moveTo>
                  <a:pt x="404812" y="49529"/>
                </a:moveTo>
                <a:lnTo>
                  <a:pt x="320992" y="61912"/>
                </a:lnTo>
                <a:lnTo>
                  <a:pt x="329565" y="118110"/>
                </a:lnTo>
                <a:lnTo>
                  <a:pt x="413385" y="106679"/>
                </a:lnTo>
                <a:lnTo>
                  <a:pt x="404812" y="49529"/>
                </a:lnTo>
                <a:moveTo>
                  <a:pt x="246697" y="103822"/>
                </a:moveTo>
                <a:lnTo>
                  <a:pt x="176212" y="94297"/>
                </a:lnTo>
                <a:lnTo>
                  <a:pt x="168592" y="151447"/>
                </a:lnTo>
                <a:lnTo>
                  <a:pt x="239077" y="160972"/>
                </a:lnTo>
                <a:lnTo>
                  <a:pt x="246697" y="103822"/>
                </a:lnTo>
                <a:moveTo>
                  <a:pt x="833437" y="212407"/>
                </a:moveTo>
                <a:lnTo>
                  <a:pt x="778192" y="209550"/>
                </a:lnTo>
                <a:lnTo>
                  <a:pt x="726757" y="264795"/>
                </a:lnTo>
                <a:lnTo>
                  <a:pt x="831532" y="269557"/>
                </a:lnTo>
                <a:lnTo>
                  <a:pt x="833437" y="212407"/>
                </a:lnTo>
                <a:moveTo>
                  <a:pt x="726757" y="264795"/>
                </a:moveTo>
                <a:lnTo>
                  <a:pt x="734377" y="337184"/>
                </a:lnTo>
                <a:lnTo>
                  <a:pt x="786765" y="286702"/>
                </a:lnTo>
                <a:lnTo>
                  <a:pt x="778192" y="209550"/>
                </a:lnTo>
                <a:lnTo>
                  <a:pt x="726757" y="264795"/>
                </a:lnTo>
                <a:moveTo>
                  <a:pt x="786765" y="286702"/>
                </a:moveTo>
                <a:lnTo>
                  <a:pt x="519112" y="250507"/>
                </a:lnTo>
                <a:lnTo>
                  <a:pt x="505777" y="306704"/>
                </a:lnTo>
                <a:lnTo>
                  <a:pt x="734377" y="337184"/>
                </a:lnTo>
                <a:lnTo>
                  <a:pt x="786765" y="286702"/>
                </a:lnTo>
                <a:moveTo>
                  <a:pt x="505777" y="306704"/>
                </a:moveTo>
                <a:lnTo>
                  <a:pt x="761047" y="397192"/>
                </a:lnTo>
                <a:lnTo>
                  <a:pt x="775335" y="341947"/>
                </a:lnTo>
                <a:lnTo>
                  <a:pt x="519112" y="250507"/>
                </a:lnTo>
                <a:lnTo>
                  <a:pt x="505777" y="306704"/>
                </a:lnTo>
                <a:moveTo>
                  <a:pt x="775335" y="341947"/>
                </a:moveTo>
                <a:lnTo>
                  <a:pt x="761047" y="397192"/>
                </a:lnTo>
                <a:lnTo>
                  <a:pt x="589597" y="371475"/>
                </a:lnTo>
                <a:lnTo>
                  <a:pt x="601027" y="315277"/>
                </a:lnTo>
                <a:lnTo>
                  <a:pt x="775335" y="341947"/>
                </a:lnTo>
                <a:moveTo>
                  <a:pt x="589597" y="371475"/>
                </a:moveTo>
                <a:lnTo>
                  <a:pt x="849630" y="446722"/>
                </a:lnTo>
                <a:lnTo>
                  <a:pt x="860107" y="389572"/>
                </a:lnTo>
                <a:lnTo>
                  <a:pt x="601027" y="315277"/>
                </a:lnTo>
                <a:lnTo>
                  <a:pt x="589597" y="371475"/>
                </a:lnTo>
                <a:moveTo>
                  <a:pt x="860107" y="389572"/>
                </a:moveTo>
                <a:lnTo>
                  <a:pt x="849630" y="446722"/>
                </a:lnTo>
                <a:lnTo>
                  <a:pt x="604837" y="426720"/>
                </a:lnTo>
                <a:lnTo>
                  <a:pt x="619125" y="370522"/>
                </a:lnTo>
                <a:lnTo>
                  <a:pt x="860107" y="389572"/>
                </a:lnTo>
                <a:moveTo>
                  <a:pt x="604837" y="426720"/>
                </a:moveTo>
                <a:lnTo>
                  <a:pt x="782955" y="506729"/>
                </a:lnTo>
                <a:lnTo>
                  <a:pt x="794385" y="449579"/>
                </a:lnTo>
                <a:lnTo>
                  <a:pt x="619125" y="370522"/>
                </a:lnTo>
                <a:lnTo>
                  <a:pt x="604837" y="426720"/>
                </a:lnTo>
                <a:moveTo>
                  <a:pt x="794385" y="449579"/>
                </a:moveTo>
                <a:lnTo>
                  <a:pt x="626745" y="451484"/>
                </a:lnTo>
                <a:lnTo>
                  <a:pt x="617220" y="508634"/>
                </a:lnTo>
                <a:lnTo>
                  <a:pt x="782955" y="506729"/>
                </a:lnTo>
                <a:lnTo>
                  <a:pt x="794385" y="449579"/>
                </a:lnTo>
                <a:moveTo>
                  <a:pt x="617220" y="508634"/>
                </a:moveTo>
                <a:lnTo>
                  <a:pt x="820102" y="584834"/>
                </a:lnTo>
                <a:lnTo>
                  <a:pt x="834390" y="529590"/>
                </a:lnTo>
                <a:lnTo>
                  <a:pt x="626745" y="451484"/>
                </a:lnTo>
                <a:lnTo>
                  <a:pt x="617220" y="508634"/>
                </a:lnTo>
                <a:moveTo>
                  <a:pt x="834390" y="529590"/>
                </a:moveTo>
                <a:lnTo>
                  <a:pt x="625792" y="496252"/>
                </a:lnTo>
                <a:lnTo>
                  <a:pt x="604837" y="550545"/>
                </a:lnTo>
                <a:lnTo>
                  <a:pt x="820102" y="584834"/>
                </a:lnTo>
                <a:lnTo>
                  <a:pt x="834390" y="529590"/>
                </a:lnTo>
                <a:moveTo>
                  <a:pt x="604837" y="550545"/>
                </a:moveTo>
                <a:lnTo>
                  <a:pt x="737235" y="638175"/>
                </a:lnTo>
                <a:lnTo>
                  <a:pt x="759142" y="583882"/>
                </a:lnTo>
                <a:lnTo>
                  <a:pt x="625792" y="496252"/>
                </a:lnTo>
                <a:lnTo>
                  <a:pt x="604837" y="550545"/>
                </a:lnTo>
                <a:moveTo>
                  <a:pt x="759142" y="583882"/>
                </a:moveTo>
                <a:lnTo>
                  <a:pt x="580072" y="548640"/>
                </a:lnTo>
                <a:lnTo>
                  <a:pt x="562927" y="603884"/>
                </a:lnTo>
                <a:lnTo>
                  <a:pt x="737235" y="638175"/>
                </a:lnTo>
                <a:lnTo>
                  <a:pt x="759142" y="583882"/>
                </a:lnTo>
                <a:moveTo>
                  <a:pt x="562927" y="603884"/>
                </a:moveTo>
                <a:lnTo>
                  <a:pt x="740092" y="684847"/>
                </a:lnTo>
                <a:lnTo>
                  <a:pt x="754380" y="628650"/>
                </a:lnTo>
                <a:lnTo>
                  <a:pt x="580072" y="548640"/>
                </a:lnTo>
                <a:lnTo>
                  <a:pt x="562927" y="603884"/>
                </a:lnTo>
                <a:moveTo>
                  <a:pt x="754380" y="628650"/>
                </a:moveTo>
                <a:lnTo>
                  <a:pt x="740092" y="684847"/>
                </a:lnTo>
                <a:lnTo>
                  <a:pt x="462915" y="665797"/>
                </a:lnTo>
                <a:lnTo>
                  <a:pt x="473392" y="608647"/>
                </a:lnTo>
                <a:lnTo>
                  <a:pt x="754380" y="628650"/>
                </a:lnTo>
                <a:moveTo>
                  <a:pt x="462915" y="665797"/>
                </a:moveTo>
                <a:lnTo>
                  <a:pt x="783907" y="758190"/>
                </a:lnTo>
                <a:lnTo>
                  <a:pt x="799147" y="702945"/>
                </a:lnTo>
                <a:lnTo>
                  <a:pt x="473392" y="608647"/>
                </a:lnTo>
                <a:lnTo>
                  <a:pt x="462915" y="665797"/>
                </a:lnTo>
                <a:moveTo>
                  <a:pt x="799147" y="702945"/>
                </a:moveTo>
                <a:lnTo>
                  <a:pt x="783907" y="758190"/>
                </a:lnTo>
                <a:lnTo>
                  <a:pt x="692467" y="734377"/>
                </a:lnTo>
                <a:lnTo>
                  <a:pt x="706755" y="679132"/>
                </a:lnTo>
                <a:lnTo>
                  <a:pt x="799147" y="702945"/>
                </a:lnTo>
                <a:moveTo>
                  <a:pt x="134302" y="226695"/>
                </a:moveTo>
                <a:lnTo>
                  <a:pt x="64770" y="220979"/>
                </a:lnTo>
                <a:lnTo>
                  <a:pt x="59055" y="277177"/>
                </a:lnTo>
                <a:lnTo>
                  <a:pt x="129540" y="283845"/>
                </a:lnTo>
                <a:lnTo>
                  <a:pt x="134302" y="226695"/>
                </a:lnTo>
                <a:moveTo>
                  <a:pt x="48577" y="570547"/>
                </a:moveTo>
                <a:lnTo>
                  <a:pt x="21907" y="577215"/>
                </a:lnTo>
                <a:lnTo>
                  <a:pt x="37147" y="632459"/>
                </a:lnTo>
                <a:lnTo>
                  <a:pt x="63817" y="624840"/>
                </a:lnTo>
                <a:lnTo>
                  <a:pt x="48577" y="570547"/>
                </a:lnTo>
                <a:moveTo>
                  <a:pt x="624840" y="739140"/>
                </a:moveTo>
                <a:lnTo>
                  <a:pt x="266700" y="724852"/>
                </a:lnTo>
                <a:lnTo>
                  <a:pt x="248602" y="781050"/>
                </a:lnTo>
                <a:lnTo>
                  <a:pt x="621982" y="796290"/>
                </a:lnTo>
                <a:lnTo>
                  <a:pt x="624840" y="739140"/>
                </a:lnTo>
                <a:moveTo>
                  <a:pt x="248602" y="781050"/>
                </a:moveTo>
                <a:lnTo>
                  <a:pt x="318135" y="828675"/>
                </a:lnTo>
                <a:lnTo>
                  <a:pt x="336232" y="771525"/>
                </a:lnTo>
                <a:lnTo>
                  <a:pt x="266700" y="724852"/>
                </a:lnTo>
                <a:lnTo>
                  <a:pt x="248602" y="781050"/>
                </a:lnTo>
                <a:moveTo>
                  <a:pt x="336232" y="771525"/>
                </a:moveTo>
                <a:lnTo>
                  <a:pt x="318135" y="828675"/>
                </a:lnTo>
                <a:lnTo>
                  <a:pt x="257175" y="825817"/>
                </a:lnTo>
                <a:lnTo>
                  <a:pt x="259080" y="768667"/>
                </a:lnTo>
                <a:lnTo>
                  <a:pt x="336232" y="771525"/>
                </a:lnTo>
                <a:moveTo>
                  <a:pt x="661035" y="802957"/>
                </a:moveTo>
                <a:lnTo>
                  <a:pt x="595312" y="789622"/>
                </a:lnTo>
                <a:lnTo>
                  <a:pt x="583882" y="845820"/>
                </a:lnTo>
                <a:lnTo>
                  <a:pt x="649605" y="859154"/>
                </a:lnTo>
                <a:lnTo>
                  <a:pt x="661035" y="802957"/>
                </a:lnTo>
                <a:moveTo>
                  <a:pt x="481012" y="781050"/>
                </a:moveTo>
                <a:lnTo>
                  <a:pt x="474345" y="838200"/>
                </a:lnTo>
                <a:lnTo>
                  <a:pt x="401955" y="829627"/>
                </a:lnTo>
                <a:lnTo>
                  <a:pt x="434340" y="775334"/>
                </a:lnTo>
                <a:lnTo>
                  <a:pt x="481012" y="781050"/>
                </a:lnTo>
                <a:moveTo>
                  <a:pt x="401955" y="829627"/>
                </a:moveTo>
                <a:lnTo>
                  <a:pt x="450532" y="898207"/>
                </a:lnTo>
                <a:lnTo>
                  <a:pt x="481965" y="842962"/>
                </a:lnTo>
                <a:lnTo>
                  <a:pt x="434340" y="775334"/>
                </a:lnTo>
                <a:lnTo>
                  <a:pt x="401955" y="829627"/>
                </a:lnTo>
                <a:moveTo>
                  <a:pt x="481965" y="842962"/>
                </a:moveTo>
                <a:lnTo>
                  <a:pt x="450532" y="898207"/>
                </a:lnTo>
                <a:lnTo>
                  <a:pt x="430530" y="897254"/>
                </a:lnTo>
                <a:lnTo>
                  <a:pt x="434340" y="840104"/>
                </a:lnTo>
                <a:lnTo>
                  <a:pt x="481965" y="842962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30CA20-742B-239D-6E0C-D98D3AA57921}"/>
              </a:ext>
            </a:extLst>
          </p:cNvPr>
          <p:cNvSpPr/>
          <p:nvPr/>
        </p:nvSpPr>
        <p:spPr>
          <a:xfrm>
            <a:off x="2033427" y="2662294"/>
            <a:ext cx="1401731" cy="1252916"/>
          </a:xfrm>
          <a:custGeom>
            <a:avLst/>
            <a:gdLst/>
            <a:ahLst/>
            <a:cxnLst/>
            <a:rect l="0" t="0" r="0" b="0"/>
            <a:pathLst>
              <a:path w="879164" h="883146">
                <a:moveTo>
                  <a:pt x="4514" y="398665"/>
                </a:moveTo>
                <a:cubicBezTo>
                  <a:pt x="5094" y="392392"/>
                  <a:pt x="5674" y="386120"/>
                  <a:pt x="7125" y="370422"/>
                </a:cubicBezTo>
                <a:lnTo>
                  <a:pt x="7118" y="370411"/>
                </a:lnTo>
                <a:lnTo>
                  <a:pt x="100343" y="360235"/>
                </a:lnTo>
                <a:cubicBezTo>
                  <a:pt x="106267" y="341039"/>
                  <a:pt x="107946" y="335600"/>
                  <a:pt x="112132" y="322051"/>
                </a:cubicBezTo>
                <a:lnTo>
                  <a:pt x="115991" y="309552"/>
                </a:lnTo>
                <a:lnTo>
                  <a:pt x="45052" y="247560"/>
                </a:lnTo>
                <a:lnTo>
                  <a:pt x="53923" y="231600"/>
                </a:lnTo>
                <a:cubicBezTo>
                  <a:pt x="59979" y="220703"/>
                  <a:pt x="61253" y="218412"/>
                  <a:pt x="72545" y="198103"/>
                </a:cubicBezTo>
                <a:lnTo>
                  <a:pt x="161803" y="227143"/>
                </a:lnTo>
                <a:lnTo>
                  <a:pt x="196494" y="187282"/>
                </a:lnTo>
                <a:lnTo>
                  <a:pt x="156631" y="101479"/>
                </a:lnTo>
                <a:cubicBezTo>
                  <a:pt x="164665" y="95434"/>
                  <a:pt x="169602" y="91720"/>
                  <a:pt x="173429" y="88841"/>
                </a:cubicBezTo>
                <a:cubicBezTo>
                  <a:pt x="181525" y="82751"/>
                  <a:pt x="184660" y="80392"/>
                  <a:pt x="201648" y="67608"/>
                </a:cubicBezTo>
                <a:lnTo>
                  <a:pt x="271506" y="130845"/>
                </a:lnTo>
                <a:cubicBezTo>
                  <a:pt x="282878" y="125568"/>
                  <a:pt x="289123" y="122668"/>
                  <a:pt x="295368" y="119770"/>
                </a:cubicBezTo>
                <a:cubicBezTo>
                  <a:pt x="301612" y="116871"/>
                  <a:pt x="307857" y="113973"/>
                  <a:pt x="319229" y="108695"/>
                </a:cubicBezTo>
                <a:lnTo>
                  <a:pt x="317330" y="13913"/>
                </a:lnTo>
                <a:cubicBezTo>
                  <a:pt x="332550" y="10458"/>
                  <a:pt x="338629" y="9079"/>
                  <a:pt x="344709" y="7698"/>
                </a:cubicBezTo>
                <a:cubicBezTo>
                  <a:pt x="350788" y="6317"/>
                  <a:pt x="356868" y="4936"/>
                  <a:pt x="372082" y="1479"/>
                </a:cubicBezTo>
                <a:lnTo>
                  <a:pt x="410457" y="87976"/>
                </a:lnTo>
                <a:cubicBezTo>
                  <a:pt x="423110" y="87830"/>
                  <a:pt x="429994" y="87750"/>
                  <a:pt x="436940" y="87669"/>
                </a:cubicBezTo>
                <a:cubicBezTo>
                  <a:pt x="443737" y="87589"/>
                  <a:pt x="450594" y="87510"/>
                  <a:pt x="462971" y="87367"/>
                </a:cubicBezTo>
                <a:lnTo>
                  <a:pt x="499370" y="0"/>
                </a:lnTo>
                <a:cubicBezTo>
                  <a:pt x="522573" y="4700"/>
                  <a:pt x="524636" y="5118"/>
                  <a:pt x="537632" y="7754"/>
                </a:cubicBezTo>
                <a:cubicBezTo>
                  <a:pt x="541767" y="8593"/>
                  <a:pt x="547009" y="9656"/>
                  <a:pt x="554391" y="11153"/>
                </a:cubicBezTo>
                <a:lnTo>
                  <a:pt x="554654" y="105954"/>
                </a:lnTo>
                <a:cubicBezTo>
                  <a:pt x="566145" y="110966"/>
                  <a:pt x="572454" y="113718"/>
                  <a:pt x="578763" y="116470"/>
                </a:cubicBezTo>
                <a:cubicBezTo>
                  <a:pt x="585072" y="119222"/>
                  <a:pt x="591381" y="121974"/>
                  <a:pt x="602872" y="126986"/>
                </a:cubicBezTo>
                <a:lnTo>
                  <a:pt x="671273" y="62143"/>
                </a:lnTo>
                <a:cubicBezTo>
                  <a:pt x="683995" y="71261"/>
                  <a:pt x="689078" y="74904"/>
                  <a:pt x="694161" y="78547"/>
                </a:cubicBezTo>
                <a:cubicBezTo>
                  <a:pt x="699243" y="82192"/>
                  <a:pt x="704327" y="85836"/>
                  <a:pt x="717049" y="94957"/>
                </a:cubicBezTo>
                <a:lnTo>
                  <a:pt x="679151" y="181666"/>
                </a:lnTo>
                <a:cubicBezTo>
                  <a:pt x="687633" y="190972"/>
                  <a:pt x="692289" y="196080"/>
                  <a:pt x="696945" y="201189"/>
                </a:cubicBezTo>
                <a:cubicBezTo>
                  <a:pt x="701601" y="206298"/>
                  <a:pt x="706256" y="211407"/>
                  <a:pt x="714737" y="220712"/>
                </a:cubicBezTo>
                <a:lnTo>
                  <a:pt x="803308" y="189601"/>
                </a:lnTo>
                <a:cubicBezTo>
                  <a:pt x="811266" y="203172"/>
                  <a:pt x="814442" y="208589"/>
                  <a:pt x="817622" y="214013"/>
                </a:cubicBezTo>
                <a:cubicBezTo>
                  <a:pt x="820797" y="219429"/>
                  <a:pt x="823976" y="224850"/>
                  <a:pt x="831924" y="238405"/>
                </a:cubicBezTo>
                <a:lnTo>
                  <a:pt x="762419" y="302034"/>
                </a:lnTo>
                <a:cubicBezTo>
                  <a:pt x="766423" y="314022"/>
                  <a:pt x="768621" y="320603"/>
                  <a:pt x="770820" y="327185"/>
                </a:cubicBezTo>
                <a:cubicBezTo>
                  <a:pt x="773017" y="333768"/>
                  <a:pt x="775215" y="340350"/>
                  <a:pt x="779220" y="352337"/>
                </a:cubicBezTo>
                <a:lnTo>
                  <a:pt x="872653" y="360338"/>
                </a:lnTo>
                <a:cubicBezTo>
                  <a:pt x="874463" y="375999"/>
                  <a:pt x="875185" y="382257"/>
                  <a:pt x="875908" y="388514"/>
                </a:cubicBezTo>
                <a:cubicBezTo>
                  <a:pt x="876631" y="394772"/>
                  <a:pt x="877354" y="401030"/>
                  <a:pt x="879164" y="416691"/>
                </a:cubicBezTo>
                <a:lnTo>
                  <a:pt x="790067" y="446237"/>
                </a:lnTo>
                <a:cubicBezTo>
                  <a:pt x="788902" y="458834"/>
                  <a:pt x="788263" y="465751"/>
                  <a:pt x="787624" y="472669"/>
                </a:cubicBezTo>
                <a:cubicBezTo>
                  <a:pt x="786985" y="479586"/>
                  <a:pt x="786345" y="486503"/>
                  <a:pt x="785180" y="499100"/>
                </a:cubicBezTo>
                <a:lnTo>
                  <a:pt x="867319" y="544830"/>
                </a:lnTo>
                <a:cubicBezTo>
                  <a:pt x="862675" y="559875"/>
                  <a:pt x="860817" y="565889"/>
                  <a:pt x="858960" y="571900"/>
                </a:cubicBezTo>
                <a:cubicBezTo>
                  <a:pt x="857102" y="577916"/>
                  <a:pt x="855244" y="583927"/>
                  <a:pt x="850595" y="598985"/>
                </a:cubicBezTo>
                <a:lnTo>
                  <a:pt x="757318" y="589342"/>
                </a:lnTo>
                <a:cubicBezTo>
                  <a:pt x="751179" y="600384"/>
                  <a:pt x="747811" y="606441"/>
                  <a:pt x="744440" y="612503"/>
                </a:cubicBezTo>
                <a:cubicBezTo>
                  <a:pt x="741077" y="618551"/>
                  <a:pt x="737711" y="624605"/>
                  <a:pt x="731587" y="635622"/>
                </a:cubicBezTo>
                <a:lnTo>
                  <a:pt x="788228" y="711171"/>
                </a:lnTo>
                <a:lnTo>
                  <a:pt x="776700" y="724416"/>
                </a:lnTo>
                <a:cubicBezTo>
                  <a:pt x="768152" y="734238"/>
                  <a:pt x="766647" y="735967"/>
                  <a:pt x="751160" y="753768"/>
                </a:cubicBezTo>
                <a:lnTo>
                  <a:pt x="669821" y="706600"/>
                </a:lnTo>
                <a:cubicBezTo>
                  <a:pt x="664310" y="710747"/>
                  <a:pt x="660164" y="713869"/>
                  <a:pt x="656632" y="716527"/>
                </a:cubicBezTo>
                <a:cubicBezTo>
                  <a:pt x="647299" y="723551"/>
                  <a:pt x="642264" y="727342"/>
                  <a:pt x="627695" y="738303"/>
                </a:cubicBezTo>
                <a:lnTo>
                  <a:pt x="649043" y="830616"/>
                </a:lnTo>
                <a:lnTo>
                  <a:pt x="598047" y="854287"/>
                </a:lnTo>
                <a:lnTo>
                  <a:pt x="542720" y="777747"/>
                </a:lnTo>
                <a:cubicBezTo>
                  <a:pt x="530509" y="780519"/>
                  <a:pt x="523804" y="782042"/>
                  <a:pt x="517099" y="783565"/>
                </a:cubicBezTo>
                <a:cubicBezTo>
                  <a:pt x="510395" y="785089"/>
                  <a:pt x="503690" y="786612"/>
                  <a:pt x="491479" y="789384"/>
                </a:cubicBezTo>
                <a:lnTo>
                  <a:pt x="473842" y="882494"/>
                </a:lnTo>
                <a:lnTo>
                  <a:pt x="417733" y="883146"/>
                </a:lnTo>
                <a:lnTo>
                  <a:pt x="397992" y="790465"/>
                </a:lnTo>
                <a:cubicBezTo>
                  <a:pt x="385721" y="787977"/>
                  <a:pt x="378984" y="786610"/>
                  <a:pt x="372247" y="785244"/>
                </a:cubicBezTo>
                <a:cubicBezTo>
                  <a:pt x="365509" y="783878"/>
                  <a:pt x="358772" y="782512"/>
                  <a:pt x="346501" y="780024"/>
                </a:cubicBezTo>
                <a:lnTo>
                  <a:pt x="292930" y="857831"/>
                </a:lnTo>
                <a:lnTo>
                  <a:pt x="241409" y="835356"/>
                </a:lnTo>
                <a:lnTo>
                  <a:pt x="260647" y="742572"/>
                </a:lnTo>
                <a:cubicBezTo>
                  <a:pt x="250439" y="735253"/>
                  <a:pt x="244834" y="731235"/>
                  <a:pt x="239228" y="727216"/>
                </a:cubicBezTo>
                <a:cubicBezTo>
                  <a:pt x="233623" y="723198"/>
                  <a:pt x="228018" y="719179"/>
                  <a:pt x="217811" y="711860"/>
                </a:cubicBezTo>
                <a:lnTo>
                  <a:pt x="137571" y="760912"/>
                </a:lnTo>
                <a:cubicBezTo>
                  <a:pt x="127002" y="749317"/>
                  <a:pt x="122780" y="744684"/>
                  <a:pt x="118556" y="740051"/>
                </a:cubicBezTo>
                <a:cubicBezTo>
                  <a:pt x="114334" y="735418"/>
                  <a:pt x="110111" y="730785"/>
                  <a:pt x="99542" y="719190"/>
                </a:cubicBezTo>
                <a:lnTo>
                  <a:pt x="154445" y="642343"/>
                </a:lnTo>
                <a:cubicBezTo>
                  <a:pt x="148054" y="631443"/>
                  <a:pt x="144548" y="625466"/>
                  <a:pt x="141039" y="619483"/>
                </a:cubicBezTo>
                <a:cubicBezTo>
                  <a:pt x="137540" y="613516"/>
                  <a:pt x="134035" y="607542"/>
                  <a:pt x="127662" y="596672"/>
                </a:cubicBezTo>
                <a:lnTo>
                  <a:pt x="34630" y="608490"/>
                </a:lnTo>
                <a:cubicBezTo>
                  <a:pt x="28514" y="590188"/>
                  <a:pt x="26900" y="585352"/>
                  <a:pt x="24270" y="577479"/>
                </a:cubicBezTo>
                <a:cubicBezTo>
                  <a:pt x="22608" y="572502"/>
                  <a:pt x="20541" y="566313"/>
                  <a:pt x="16675" y="554740"/>
                </a:cubicBezTo>
                <a:lnTo>
                  <a:pt x="97744" y="507107"/>
                </a:lnTo>
                <a:cubicBezTo>
                  <a:pt x="96293" y="494540"/>
                  <a:pt x="95495" y="487640"/>
                  <a:pt x="94698" y="480740"/>
                </a:cubicBezTo>
                <a:cubicBezTo>
                  <a:pt x="93901" y="473839"/>
                  <a:pt x="93104" y="466938"/>
                  <a:pt x="91652" y="454372"/>
                </a:cubicBezTo>
                <a:lnTo>
                  <a:pt x="1904" y="426908"/>
                </a:lnTo>
                <a:cubicBezTo>
                  <a:pt x="3356" y="411210"/>
                  <a:pt x="3935" y="404938"/>
                  <a:pt x="4514" y="398665"/>
                </a:cubicBezTo>
                <a:close/>
                <a:moveTo>
                  <a:pt x="612856" y="441572"/>
                </a:moveTo>
                <a:cubicBezTo>
                  <a:pt x="612856" y="345443"/>
                  <a:pt x="535701" y="267512"/>
                  <a:pt x="440529" y="267512"/>
                </a:cubicBezTo>
                <a:cubicBezTo>
                  <a:pt x="345356" y="267512"/>
                  <a:pt x="268201" y="345443"/>
                  <a:pt x="268201" y="441572"/>
                </a:cubicBezTo>
                <a:cubicBezTo>
                  <a:pt x="268201" y="537701"/>
                  <a:pt x="345356" y="615633"/>
                  <a:pt x="440529" y="615633"/>
                </a:cubicBezTo>
                <a:cubicBezTo>
                  <a:pt x="535701" y="615633"/>
                  <a:pt x="612856" y="537701"/>
                  <a:pt x="612856" y="441572"/>
                </a:cubicBezTo>
                <a:close/>
                <a:moveTo>
                  <a:pt x="4762" y="399097"/>
                </a:moveTo>
                <a:cubicBezTo>
                  <a:pt x="2857" y="392429"/>
                  <a:pt x="5714" y="385762"/>
                  <a:pt x="6667" y="370522"/>
                </a:cubicBezTo>
                <a:cubicBezTo>
                  <a:pt x="37147" y="362902"/>
                  <a:pt x="69532" y="366712"/>
                  <a:pt x="100012" y="360045"/>
                </a:cubicBezTo>
                <a:cubicBezTo>
                  <a:pt x="104775" y="340995"/>
                  <a:pt x="109537" y="336232"/>
                  <a:pt x="112394" y="321945"/>
                </a:cubicBezTo>
                <a:cubicBezTo>
                  <a:pt x="113347" y="318134"/>
                  <a:pt x="116204" y="314325"/>
                  <a:pt x="116204" y="309562"/>
                </a:cubicBezTo>
                <a:cubicBezTo>
                  <a:pt x="97154" y="284797"/>
                  <a:pt x="62864" y="273367"/>
                  <a:pt x="44767" y="247650"/>
                </a:cubicBezTo>
                <a:cubicBezTo>
                  <a:pt x="46672" y="241935"/>
                  <a:pt x="51434" y="237172"/>
                  <a:pt x="54292" y="231457"/>
                </a:cubicBezTo>
                <a:cubicBezTo>
                  <a:pt x="60007" y="220979"/>
                  <a:pt x="62864" y="219075"/>
                  <a:pt x="72389" y="198120"/>
                </a:cubicBezTo>
                <a:cubicBezTo>
                  <a:pt x="102869" y="205739"/>
                  <a:pt x="130492" y="223837"/>
                  <a:pt x="161925" y="226695"/>
                </a:cubicBezTo>
                <a:cubicBezTo>
                  <a:pt x="176212" y="217170"/>
                  <a:pt x="182879" y="198120"/>
                  <a:pt x="196214" y="187642"/>
                </a:cubicBezTo>
                <a:cubicBezTo>
                  <a:pt x="182879" y="159067"/>
                  <a:pt x="171450" y="129539"/>
                  <a:pt x="156209" y="101917"/>
                </a:cubicBezTo>
                <a:cubicBezTo>
                  <a:pt x="162877" y="94297"/>
                  <a:pt x="170497" y="92392"/>
                  <a:pt x="173354" y="88582"/>
                </a:cubicBezTo>
                <a:cubicBezTo>
                  <a:pt x="180022" y="80962"/>
                  <a:pt x="181927" y="76200"/>
                  <a:pt x="201929" y="67627"/>
                </a:cubicBezTo>
                <a:cubicBezTo>
                  <a:pt x="229552" y="80962"/>
                  <a:pt x="248602" y="108585"/>
                  <a:pt x="271462" y="130492"/>
                </a:cubicBezTo>
                <a:cubicBezTo>
                  <a:pt x="283844" y="127635"/>
                  <a:pt x="288607" y="120967"/>
                  <a:pt x="295275" y="120014"/>
                </a:cubicBezTo>
                <a:cubicBezTo>
                  <a:pt x="301942" y="118110"/>
                  <a:pt x="309562" y="117157"/>
                  <a:pt x="319087" y="108585"/>
                </a:cubicBezTo>
                <a:cubicBezTo>
                  <a:pt x="320992" y="77152"/>
                  <a:pt x="324802" y="44767"/>
                  <a:pt x="317182" y="14287"/>
                </a:cubicBezTo>
                <a:cubicBezTo>
                  <a:pt x="331469" y="7620"/>
                  <a:pt x="339089" y="9525"/>
                  <a:pt x="344804" y="7620"/>
                </a:cubicBezTo>
                <a:cubicBezTo>
                  <a:pt x="350519" y="5714"/>
                  <a:pt x="356234" y="952"/>
                  <a:pt x="372427" y="1904"/>
                </a:cubicBezTo>
                <a:cubicBezTo>
                  <a:pt x="385762" y="29527"/>
                  <a:pt x="393382" y="60960"/>
                  <a:pt x="410527" y="87629"/>
                </a:cubicBezTo>
                <a:cubicBezTo>
                  <a:pt x="422909" y="86677"/>
                  <a:pt x="430529" y="89535"/>
                  <a:pt x="437197" y="87629"/>
                </a:cubicBezTo>
                <a:cubicBezTo>
                  <a:pt x="443864" y="86677"/>
                  <a:pt x="450532" y="85725"/>
                  <a:pt x="462914" y="87629"/>
                </a:cubicBezTo>
                <a:cubicBezTo>
                  <a:pt x="462914" y="56197"/>
                  <a:pt x="490537" y="30479"/>
                  <a:pt x="499109" y="0"/>
                </a:cubicBezTo>
                <a:cubicBezTo>
                  <a:pt x="521969" y="6667"/>
                  <a:pt x="524827" y="6667"/>
                  <a:pt x="537209" y="7620"/>
                </a:cubicBezTo>
                <a:cubicBezTo>
                  <a:pt x="541972" y="7620"/>
                  <a:pt x="546734" y="10477"/>
                  <a:pt x="554354" y="11429"/>
                </a:cubicBezTo>
                <a:cubicBezTo>
                  <a:pt x="552450" y="42862"/>
                  <a:pt x="547687" y="75247"/>
                  <a:pt x="554354" y="105727"/>
                </a:cubicBezTo>
                <a:cubicBezTo>
                  <a:pt x="563879" y="114300"/>
                  <a:pt x="572452" y="114300"/>
                  <a:pt x="579119" y="116204"/>
                </a:cubicBezTo>
                <a:cubicBezTo>
                  <a:pt x="585787" y="118110"/>
                  <a:pt x="591502" y="120967"/>
                  <a:pt x="602932" y="126682"/>
                </a:cubicBezTo>
                <a:cubicBezTo>
                  <a:pt x="624840" y="104775"/>
                  <a:pt x="649604" y="84772"/>
                  <a:pt x="671512" y="61912"/>
                </a:cubicBezTo>
                <a:cubicBezTo>
                  <a:pt x="681990" y="73342"/>
                  <a:pt x="689609" y="74295"/>
                  <a:pt x="694372" y="78104"/>
                </a:cubicBezTo>
                <a:cubicBezTo>
                  <a:pt x="699134" y="82867"/>
                  <a:pt x="708659" y="81914"/>
                  <a:pt x="717232" y="95250"/>
                </a:cubicBezTo>
                <a:cubicBezTo>
                  <a:pt x="703897" y="123825"/>
                  <a:pt x="687704" y="151447"/>
                  <a:pt x="679132" y="181927"/>
                </a:cubicBezTo>
                <a:cubicBezTo>
                  <a:pt x="687704" y="191452"/>
                  <a:pt x="692467" y="195262"/>
                  <a:pt x="697229" y="200977"/>
                </a:cubicBezTo>
                <a:cubicBezTo>
                  <a:pt x="701040" y="206692"/>
                  <a:pt x="707707" y="210502"/>
                  <a:pt x="714375" y="220979"/>
                </a:cubicBezTo>
                <a:cubicBezTo>
                  <a:pt x="743902" y="210502"/>
                  <a:pt x="772477" y="195262"/>
                  <a:pt x="802957" y="189547"/>
                </a:cubicBezTo>
                <a:cubicBezTo>
                  <a:pt x="815340" y="200025"/>
                  <a:pt x="813434" y="209550"/>
                  <a:pt x="817244" y="214312"/>
                </a:cubicBezTo>
                <a:cubicBezTo>
                  <a:pt x="822007" y="218122"/>
                  <a:pt x="822959" y="225742"/>
                  <a:pt x="831532" y="238125"/>
                </a:cubicBezTo>
                <a:cubicBezTo>
                  <a:pt x="808672" y="260032"/>
                  <a:pt x="780097" y="276225"/>
                  <a:pt x="762000" y="301942"/>
                </a:cubicBezTo>
                <a:cubicBezTo>
                  <a:pt x="767715" y="313372"/>
                  <a:pt x="766762" y="321945"/>
                  <a:pt x="770572" y="327659"/>
                </a:cubicBezTo>
                <a:cubicBezTo>
                  <a:pt x="775334" y="332422"/>
                  <a:pt x="778192" y="340042"/>
                  <a:pt x="779144" y="352425"/>
                </a:cubicBezTo>
                <a:cubicBezTo>
                  <a:pt x="810577" y="352425"/>
                  <a:pt x="842962" y="352425"/>
                  <a:pt x="872490" y="360045"/>
                </a:cubicBezTo>
                <a:cubicBezTo>
                  <a:pt x="873442" y="376237"/>
                  <a:pt x="875347" y="381952"/>
                  <a:pt x="876300" y="388620"/>
                </a:cubicBezTo>
                <a:cubicBezTo>
                  <a:pt x="876300" y="394334"/>
                  <a:pt x="878204" y="401002"/>
                  <a:pt x="879157" y="416242"/>
                </a:cubicBezTo>
                <a:cubicBezTo>
                  <a:pt x="847725" y="417195"/>
                  <a:pt x="820102" y="438150"/>
                  <a:pt x="789622" y="445770"/>
                </a:cubicBezTo>
                <a:cubicBezTo>
                  <a:pt x="790575" y="459104"/>
                  <a:pt x="785812" y="465772"/>
                  <a:pt x="787717" y="472440"/>
                </a:cubicBezTo>
                <a:cubicBezTo>
                  <a:pt x="789622" y="479107"/>
                  <a:pt x="782002" y="486727"/>
                  <a:pt x="784859" y="499109"/>
                </a:cubicBezTo>
                <a:cubicBezTo>
                  <a:pt x="811529" y="516254"/>
                  <a:pt x="842009" y="526732"/>
                  <a:pt x="867727" y="544829"/>
                </a:cubicBezTo>
                <a:cubicBezTo>
                  <a:pt x="862012" y="560070"/>
                  <a:pt x="858202" y="565784"/>
                  <a:pt x="859154" y="571500"/>
                </a:cubicBezTo>
                <a:cubicBezTo>
                  <a:pt x="859154" y="578167"/>
                  <a:pt x="853440" y="583882"/>
                  <a:pt x="850582" y="599122"/>
                </a:cubicBezTo>
                <a:cubicBezTo>
                  <a:pt x="819150" y="599122"/>
                  <a:pt x="787717" y="581025"/>
                  <a:pt x="757237" y="589597"/>
                </a:cubicBezTo>
                <a:cubicBezTo>
                  <a:pt x="751522" y="600075"/>
                  <a:pt x="746759" y="605790"/>
                  <a:pt x="744854" y="612457"/>
                </a:cubicBezTo>
                <a:cubicBezTo>
                  <a:pt x="741997" y="619125"/>
                  <a:pt x="739140" y="625792"/>
                  <a:pt x="731519" y="635317"/>
                </a:cubicBezTo>
                <a:cubicBezTo>
                  <a:pt x="758190" y="653415"/>
                  <a:pt x="778192" y="681037"/>
                  <a:pt x="788669" y="711517"/>
                </a:cubicBezTo>
                <a:cubicBezTo>
                  <a:pt x="783907" y="714375"/>
                  <a:pt x="780097" y="720090"/>
                  <a:pt x="776287" y="724852"/>
                </a:cubicBezTo>
                <a:cubicBezTo>
                  <a:pt x="769619" y="735329"/>
                  <a:pt x="765809" y="735329"/>
                  <a:pt x="751522" y="753427"/>
                </a:cubicBezTo>
                <a:cubicBezTo>
                  <a:pt x="723900" y="738187"/>
                  <a:pt x="696277" y="722947"/>
                  <a:pt x="669607" y="706754"/>
                </a:cubicBezTo>
                <a:cubicBezTo>
                  <a:pt x="665797" y="712470"/>
                  <a:pt x="661034" y="715327"/>
                  <a:pt x="656272" y="716279"/>
                </a:cubicBezTo>
                <a:cubicBezTo>
                  <a:pt x="645794" y="720090"/>
                  <a:pt x="640079" y="724852"/>
                  <a:pt x="627697" y="738187"/>
                </a:cubicBezTo>
                <a:cubicBezTo>
                  <a:pt x="625792" y="769620"/>
                  <a:pt x="652462" y="799147"/>
                  <a:pt x="648652" y="830579"/>
                </a:cubicBezTo>
                <a:cubicBezTo>
                  <a:pt x="635317" y="843915"/>
                  <a:pt x="616267" y="851534"/>
                  <a:pt x="598169" y="854392"/>
                </a:cubicBezTo>
                <a:cubicBezTo>
                  <a:pt x="580072" y="827722"/>
                  <a:pt x="568642" y="795337"/>
                  <a:pt x="542925" y="778192"/>
                </a:cubicBezTo>
                <a:cubicBezTo>
                  <a:pt x="530542" y="778192"/>
                  <a:pt x="522922" y="780097"/>
                  <a:pt x="517207" y="783907"/>
                </a:cubicBezTo>
                <a:cubicBezTo>
                  <a:pt x="510539" y="786765"/>
                  <a:pt x="503872" y="789622"/>
                  <a:pt x="491489" y="789622"/>
                </a:cubicBezTo>
                <a:cubicBezTo>
                  <a:pt x="480059" y="819150"/>
                  <a:pt x="488632" y="854392"/>
                  <a:pt x="473392" y="882967"/>
                </a:cubicBezTo>
                <a:cubicBezTo>
                  <a:pt x="456247" y="877252"/>
                  <a:pt x="436244" y="879157"/>
                  <a:pt x="418147" y="882967"/>
                </a:cubicBezTo>
                <a:cubicBezTo>
                  <a:pt x="411479" y="852487"/>
                  <a:pt x="399097" y="822007"/>
                  <a:pt x="398144" y="790575"/>
                </a:cubicBezTo>
                <a:cubicBezTo>
                  <a:pt x="385762" y="792479"/>
                  <a:pt x="379094" y="783907"/>
                  <a:pt x="372427" y="784859"/>
                </a:cubicBezTo>
                <a:cubicBezTo>
                  <a:pt x="365759" y="785812"/>
                  <a:pt x="359092" y="778192"/>
                  <a:pt x="346709" y="780097"/>
                </a:cubicBezTo>
                <a:cubicBezTo>
                  <a:pt x="322897" y="801052"/>
                  <a:pt x="308609" y="830579"/>
                  <a:pt x="293369" y="858202"/>
                </a:cubicBezTo>
                <a:cubicBezTo>
                  <a:pt x="280034" y="844867"/>
                  <a:pt x="259079" y="841057"/>
                  <a:pt x="240982" y="835342"/>
                </a:cubicBezTo>
                <a:cubicBezTo>
                  <a:pt x="255269" y="806767"/>
                  <a:pt x="249554" y="772477"/>
                  <a:pt x="260984" y="742950"/>
                </a:cubicBezTo>
                <a:cubicBezTo>
                  <a:pt x="250507" y="734377"/>
                  <a:pt x="245744" y="729615"/>
                  <a:pt x="239077" y="726757"/>
                </a:cubicBezTo>
                <a:cubicBezTo>
                  <a:pt x="232409" y="724852"/>
                  <a:pt x="229552" y="715327"/>
                  <a:pt x="218122" y="711517"/>
                </a:cubicBezTo>
                <a:cubicBezTo>
                  <a:pt x="188594" y="721995"/>
                  <a:pt x="165734" y="746759"/>
                  <a:pt x="137159" y="761047"/>
                </a:cubicBezTo>
                <a:cubicBezTo>
                  <a:pt x="128587" y="748665"/>
                  <a:pt x="122872" y="743902"/>
                  <a:pt x="118109" y="740092"/>
                </a:cubicBezTo>
                <a:cubicBezTo>
                  <a:pt x="114300" y="736282"/>
                  <a:pt x="113347" y="726757"/>
                  <a:pt x="100012" y="719137"/>
                </a:cubicBezTo>
                <a:cubicBezTo>
                  <a:pt x="125729" y="701040"/>
                  <a:pt x="130492" y="662940"/>
                  <a:pt x="154304" y="641984"/>
                </a:cubicBezTo>
                <a:cubicBezTo>
                  <a:pt x="146684" y="632459"/>
                  <a:pt x="145732" y="624840"/>
                  <a:pt x="140969" y="619125"/>
                </a:cubicBezTo>
                <a:cubicBezTo>
                  <a:pt x="136207" y="614362"/>
                  <a:pt x="129539" y="609600"/>
                  <a:pt x="127634" y="596265"/>
                </a:cubicBezTo>
                <a:cubicBezTo>
                  <a:pt x="97154" y="601979"/>
                  <a:pt x="65722" y="604837"/>
                  <a:pt x="34289" y="608647"/>
                </a:cubicBezTo>
                <a:cubicBezTo>
                  <a:pt x="33337" y="589597"/>
                  <a:pt x="25717" y="585787"/>
                  <a:pt x="23812" y="577215"/>
                </a:cubicBezTo>
                <a:cubicBezTo>
                  <a:pt x="23812" y="572452"/>
                  <a:pt x="20002" y="566737"/>
                  <a:pt x="17144" y="554354"/>
                </a:cubicBezTo>
                <a:cubicBezTo>
                  <a:pt x="45719" y="543877"/>
                  <a:pt x="71437" y="524827"/>
                  <a:pt x="98107" y="506729"/>
                </a:cubicBezTo>
                <a:cubicBezTo>
                  <a:pt x="100964" y="494347"/>
                  <a:pt x="96202" y="487679"/>
                  <a:pt x="94297" y="481012"/>
                </a:cubicBezTo>
                <a:cubicBezTo>
                  <a:pt x="93344" y="474345"/>
                  <a:pt x="95250" y="466725"/>
                  <a:pt x="91439" y="454342"/>
                </a:cubicBezTo>
                <a:cubicBezTo>
                  <a:pt x="60007" y="454342"/>
                  <a:pt x="33337" y="427672"/>
                  <a:pt x="1904" y="426720"/>
                </a:cubicBezTo>
                <a:cubicBezTo>
                  <a:pt x="0" y="411479"/>
                  <a:pt x="3809" y="404812"/>
                  <a:pt x="4762" y="399097"/>
                </a:cubicBezTo>
                <a:moveTo>
                  <a:pt x="612457" y="441959"/>
                </a:moveTo>
                <a:cubicBezTo>
                  <a:pt x="599122" y="346709"/>
                  <a:pt x="535304" y="272414"/>
                  <a:pt x="440054" y="267652"/>
                </a:cubicBezTo>
                <a:cubicBezTo>
                  <a:pt x="345757" y="262889"/>
                  <a:pt x="274319" y="345757"/>
                  <a:pt x="268604" y="441959"/>
                </a:cubicBezTo>
                <a:cubicBezTo>
                  <a:pt x="261937" y="537209"/>
                  <a:pt x="345757" y="622934"/>
                  <a:pt x="440054" y="615315"/>
                </a:cubicBezTo>
                <a:cubicBezTo>
                  <a:pt x="535304" y="607695"/>
                  <a:pt x="608647" y="537209"/>
                  <a:pt x="612457" y="441959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14D563-ED9A-5C03-B717-59980390B4C8}"/>
              </a:ext>
            </a:extLst>
          </p:cNvPr>
          <p:cNvSpPr/>
          <p:nvPr/>
        </p:nvSpPr>
        <p:spPr>
          <a:xfrm>
            <a:off x="3144127" y="3538344"/>
            <a:ext cx="1037242" cy="859432"/>
          </a:xfrm>
          <a:custGeom>
            <a:avLst/>
            <a:gdLst/>
            <a:ahLst/>
            <a:cxnLst/>
            <a:rect l="0" t="0" r="0" b="0"/>
            <a:pathLst>
              <a:path w="650557" h="605790">
                <a:moveTo>
                  <a:pt x="650557" y="218122"/>
                </a:moveTo>
                <a:lnTo>
                  <a:pt x="646747" y="186690"/>
                </a:lnTo>
                <a:lnTo>
                  <a:pt x="588645" y="173355"/>
                </a:lnTo>
                <a:lnTo>
                  <a:pt x="593407" y="224790"/>
                </a:lnTo>
                <a:close/>
                <a:moveTo>
                  <a:pt x="588645" y="173355"/>
                </a:moveTo>
                <a:lnTo>
                  <a:pt x="528637" y="275272"/>
                </a:lnTo>
                <a:lnTo>
                  <a:pt x="590550" y="282892"/>
                </a:lnTo>
                <a:lnTo>
                  <a:pt x="646747" y="186690"/>
                </a:lnTo>
                <a:close/>
                <a:moveTo>
                  <a:pt x="590550" y="282892"/>
                </a:moveTo>
                <a:lnTo>
                  <a:pt x="555307" y="170497"/>
                </a:lnTo>
                <a:lnTo>
                  <a:pt x="499109" y="181927"/>
                </a:lnTo>
                <a:lnTo>
                  <a:pt x="528637" y="275272"/>
                </a:lnTo>
                <a:close/>
                <a:moveTo>
                  <a:pt x="499109" y="181927"/>
                </a:moveTo>
                <a:lnTo>
                  <a:pt x="517207" y="423862"/>
                </a:lnTo>
                <a:lnTo>
                  <a:pt x="573404" y="412432"/>
                </a:lnTo>
                <a:lnTo>
                  <a:pt x="555307" y="170497"/>
                </a:lnTo>
                <a:close/>
                <a:moveTo>
                  <a:pt x="573404" y="412432"/>
                </a:moveTo>
                <a:lnTo>
                  <a:pt x="518159" y="230505"/>
                </a:lnTo>
                <a:lnTo>
                  <a:pt x="461009" y="239077"/>
                </a:lnTo>
                <a:lnTo>
                  <a:pt x="517207" y="423862"/>
                </a:lnTo>
                <a:close/>
                <a:moveTo>
                  <a:pt x="461009" y="239077"/>
                </a:moveTo>
                <a:lnTo>
                  <a:pt x="460057" y="448627"/>
                </a:lnTo>
                <a:lnTo>
                  <a:pt x="517207" y="439102"/>
                </a:lnTo>
                <a:lnTo>
                  <a:pt x="518159" y="230505"/>
                </a:lnTo>
                <a:close/>
                <a:moveTo>
                  <a:pt x="517207" y="439102"/>
                </a:moveTo>
                <a:lnTo>
                  <a:pt x="498157" y="384810"/>
                </a:lnTo>
                <a:lnTo>
                  <a:pt x="439102" y="390525"/>
                </a:lnTo>
                <a:lnTo>
                  <a:pt x="460057" y="448627"/>
                </a:lnTo>
                <a:close/>
                <a:moveTo>
                  <a:pt x="439102" y="390525"/>
                </a:moveTo>
                <a:lnTo>
                  <a:pt x="416242" y="548640"/>
                </a:lnTo>
                <a:lnTo>
                  <a:pt x="474345" y="545782"/>
                </a:lnTo>
                <a:lnTo>
                  <a:pt x="498157" y="384810"/>
                </a:lnTo>
                <a:close/>
                <a:moveTo>
                  <a:pt x="474345" y="545782"/>
                </a:moveTo>
                <a:lnTo>
                  <a:pt x="452437" y="455295"/>
                </a:lnTo>
                <a:lnTo>
                  <a:pt x="389572" y="442912"/>
                </a:lnTo>
                <a:lnTo>
                  <a:pt x="416242" y="548640"/>
                </a:lnTo>
                <a:close/>
                <a:moveTo>
                  <a:pt x="389572" y="442912"/>
                </a:moveTo>
                <a:lnTo>
                  <a:pt x="341947" y="507682"/>
                </a:lnTo>
                <a:lnTo>
                  <a:pt x="409575" y="512445"/>
                </a:lnTo>
                <a:lnTo>
                  <a:pt x="452437" y="455295"/>
                </a:lnTo>
                <a:close/>
                <a:moveTo>
                  <a:pt x="409575" y="512445"/>
                </a:moveTo>
                <a:lnTo>
                  <a:pt x="383857" y="465772"/>
                </a:lnTo>
                <a:lnTo>
                  <a:pt x="324802" y="476250"/>
                </a:lnTo>
                <a:lnTo>
                  <a:pt x="341947" y="507682"/>
                </a:lnTo>
                <a:close/>
                <a:moveTo>
                  <a:pt x="324802" y="476250"/>
                </a:moveTo>
                <a:lnTo>
                  <a:pt x="305752" y="605790"/>
                </a:lnTo>
                <a:lnTo>
                  <a:pt x="363854" y="603885"/>
                </a:lnTo>
                <a:lnTo>
                  <a:pt x="383857" y="465772"/>
                </a:lnTo>
                <a:close/>
                <a:moveTo>
                  <a:pt x="363854" y="603885"/>
                </a:moveTo>
                <a:lnTo>
                  <a:pt x="339089" y="484822"/>
                </a:lnTo>
                <a:lnTo>
                  <a:pt x="275272" y="457200"/>
                </a:lnTo>
                <a:lnTo>
                  <a:pt x="305752" y="605790"/>
                </a:lnTo>
                <a:close/>
                <a:moveTo>
                  <a:pt x="275272" y="457200"/>
                </a:moveTo>
                <a:lnTo>
                  <a:pt x="206692" y="498157"/>
                </a:lnTo>
                <a:lnTo>
                  <a:pt x="263842" y="530542"/>
                </a:lnTo>
                <a:lnTo>
                  <a:pt x="339089" y="484822"/>
                </a:lnTo>
                <a:close/>
                <a:moveTo>
                  <a:pt x="263842" y="530542"/>
                </a:moveTo>
                <a:lnTo>
                  <a:pt x="263842" y="453390"/>
                </a:lnTo>
                <a:lnTo>
                  <a:pt x="205739" y="437197"/>
                </a:lnTo>
                <a:lnTo>
                  <a:pt x="206692" y="498157"/>
                </a:lnTo>
                <a:close/>
                <a:moveTo>
                  <a:pt x="205739" y="437197"/>
                </a:moveTo>
                <a:lnTo>
                  <a:pt x="155257" y="517207"/>
                </a:lnTo>
                <a:lnTo>
                  <a:pt x="216217" y="528637"/>
                </a:lnTo>
                <a:lnTo>
                  <a:pt x="263842" y="453390"/>
                </a:lnTo>
                <a:close/>
                <a:moveTo>
                  <a:pt x="216217" y="528637"/>
                </a:moveTo>
                <a:lnTo>
                  <a:pt x="188595" y="386715"/>
                </a:lnTo>
                <a:lnTo>
                  <a:pt x="131445" y="387667"/>
                </a:lnTo>
                <a:lnTo>
                  <a:pt x="155257" y="517207"/>
                </a:lnTo>
                <a:close/>
                <a:moveTo>
                  <a:pt x="131445" y="387667"/>
                </a:moveTo>
                <a:lnTo>
                  <a:pt x="103822" y="558165"/>
                </a:lnTo>
                <a:lnTo>
                  <a:pt x="161925" y="558165"/>
                </a:lnTo>
                <a:lnTo>
                  <a:pt x="188595" y="386715"/>
                </a:lnTo>
                <a:close/>
                <a:moveTo>
                  <a:pt x="161925" y="558165"/>
                </a:moveTo>
                <a:lnTo>
                  <a:pt x="155257" y="516255"/>
                </a:lnTo>
                <a:lnTo>
                  <a:pt x="99060" y="524827"/>
                </a:lnTo>
                <a:lnTo>
                  <a:pt x="103822" y="558165"/>
                </a:lnTo>
                <a:close/>
                <a:moveTo>
                  <a:pt x="618172" y="421005"/>
                </a:moveTo>
                <a:lnTo>
                  <a:pt x="608647" y="347662"/>
                </a:lnTo>
                <a:lnTo>
                  <a:pt x="552450" y="355282"/>
                </a:lnTo>
                <a:lnTo>
                  <a:pt x="561975" y="428625"/>
                </a:lnTo>
                <a:close/>
                <a:moveTo>
                  <a:pt x="536257" y="91440"/>
                </a:moveTo>
                <a:lnTo>
                  <a:pt x="524827" y="32385"/>
                </a:lnTo>
                <a:lnTo>
                  <a:pt x="467677" y="36195"/>
                </a:lnTo>
                <a:lnTo>
                  <a:pt x="480059" y="101917"/>
                </a:lnTo>
                <a:close/>
                <a:moveTo>
                  <a:pt x="467677" y="36195"/>
                </a:moveTo>
                <a:lnTo>
                  <a:pt x="458152" y="257175"/>
                </a:lnTo>
                <a:lnTo>
                  <a:pt x="515302" y="252412"/>
                </a:lnTo>
                <a:lnTo>
                  <a:pt x="524827" y="32385"/>
                </a:lnTo>
                <a:close/>
                <a:moveTo>
                  <a:pt x="515302" y="252412"/>
                </a:moveTo>
                <a:lnTo>
                  <a:pt x="479107" y="66675"/>
                </a:lnTo>
                <a:lnTo>
                  <a:pt x="419100" y="57150"/>
                </a:lnTo>
                <a:lnTo>
                  <a:pt x="458152" y="257175"/>
                </a:lnTo>
                <a:close/>
                <a:moveTo>
                  <a:pt x="419100" y="57150"/>
                </a:moveTo>
                <a:lnTo>
                  <a:pt x="366712" y="150495"/>
                </a:lnTo>
                <a:lnTo>
                  <a:pt x="427672" y="158115"/>
                </a:lnTo>
                <a:lnTo>
                  <a:pt x="479107" y="66675"/>
                </a:lnTo>
                <a:close/>
                <a:moveTo>
                  <a:pt x="427672" y="158115"/>
                </a:moveTo>
                <a:lnTo>
                  <a:pt x="412432" y="102870"/>
                </a:lnTo>
                <a:lnTo>
                  <a:pt x="347662" y="82867"/>
                </a:lnTo>
                <a:lnTo>
                  <a:pt x="366712" y="150495"/>
                </a:lnTo>
                <a:close/>
                <a:moveTo>
                  <a:pt x="347662" y="82867"/>
                </a:moveTo>
                <a:lnTo>
                  <a:pt x="300037" y="123825"/>
                </a:lnTo>
                <a:lnTo>
                  <a:pt x="363854" y="144780"/>
                </a:lnTo>
                <a:lnTo>
                  <a:pt x="412432" y="102870"/>
                </a:lnTo>
                <a:close/>
                <a:moveTo>
                  <a:pt x="363854" y="144780"/>
                </a:moveTo>
                <a:lnTo>
                  <a:pt x="329564" y="0"/>
                </a:lnTo>
                <a:lnTo>
                  <a:pt x="271462" y="1905"/>
                </a:lnTo>
                <a:lnTo>
                  <a:pt x="300037" y="123825"/>
                </a:lnTo>
                <a:close/>
                <a:moveTo>
                  <a:pt x="271462" y="1905"/>
                </a:moveTo>
                <a:lnTo>
                  <a:pt x="247650" y="131445"/>
                </a:lnTo>
                <a:lnTo>
                  <a:pt x="306704" y="127635"/>
                </a:lnTo>
                <a:lnTo>
                  <a:pt x="329564" y="0"/>
                </a:lnTo>
                <a:close/>
                <a:moveTo>
                  <a:pt x="306704" y="127635"/>
                </a:moveTo>
                <a:lnTo>
                  <a:pt x="291464" y="80010"/>
                </a:lnTo>
                <a:lnTo>
                  <a:pt x="229552" y="75247"/>
                </a:lnTo>
                <a:lnTo>
                  <a:pt x="247650" y="131445"/>
                </a:lnTo>
                <a:close/>
                <a:moveTo>
                  <a:pt x="229552" y="75247"/>
                </a:moveTo>
                <a:lnTo>
                  <a:pt x="193357" y="144780"/>
                </a:lnTo>
                <a:lnTo>
                  <a:pt x="256222" y="148590"/>
                </a:lnTo>
                <a:lnTo>
                  <a:pt x="291464" y="80010"/>
                </a:lnTo>
                <a:close/>
                <a:moveTo>
                  <a:pt x="256222" y="148590"/>
                </a:moveTo>
                <a:lnTo>
                  <a:pt x="220979" y="55245"/>
                </a:lnTo>
                <a:lnTo>
                  <a:pt x="161925" y="62865"/>
                </a:lnTo>
                <a:lnTo>
                  <a:pt x="193357" y="144780"/>
                </a:lnTo>
                <a:close/>
                <a:moveTo>
                  <a:pt x="161925" y="62865"/>
                </a:moveTo>
                <a:lnTo>
                  <a:pt x="141922" y="227647"/>
                </a:lnTo>
                <a:lnTo>
                  <a:pt x="200025" y="221932"/>
                </a:lnTo>
                <a:lnTo>
                  <a:pt x="220979" y="55245"/>
                </a:lnTo>
                <a:close/>
                <a:moveTo>
                  <a:pt x="200025" y="221932"/>
                </a:moveTo>
                <a:lnTo>
                  <a:pt x="178117" y="153352"/>
                </a:lnTo>
                <a:lnTo>
                  <a:pt x="119062" y="156210"/>
                </a:lnTo>
                <a:lnTo>
                  <a:pt x="141922" y="227647"/>
                </a:lnTo>
                <a:close/>
                <a:moveTo>
                  <a:pt x="119062" y="156210"/>
                </a:moveTo>
                <a:lnTo>
                  <a:pt x="90487" y="295275"/>
                </a:lnTo>
                <a:lnTo>
                  <a:pt x="149542" y="292417"/>
                </a:lnTo>
                <a:lnTo>
                  <a:pt x="178117" y="153352"/>
                </a:lnTo>
                <a:close/>
                <a:moveTo>
                  <a:pt x="149542" y="292417"/>
                </a:moveTo>
                <a:lnTo>
                  <a:pt x="116204" y="180022"/>
                </a:lnTo>
                <a:lnTo>
                  <a:pt x="55245" y="174307"/>
                </a:lnTo>
                <a:lnTo>
                  <a:pt x="90487" y="295275"/>
                </a:lnTo>
                <a:close/>
                <a:moveTo>
                  <a:pt x="55245" y="174307"/>
                </a:moveTo>
                <a:lnTo>
                  <a:pt x="17145" y="249555"/>
                </a:lnTo>
                <a:lnTo>
                  <a:pt x="79057" y="253365"/>
                </a:lnTo>
                <a:lnTo>
                  <a:pt x="116204" y="180022"/>
                </a:lnTo>
                <a:close/>
                <a:moveTo>
                  <a:pt x="79057" y="253365"/>
                </a:moveTo>
                <a:lnTo>
                  <a:pt x="53339" y="184785"/>
                </a:lnTo>
                <a:lnTo>
                  <a:pt x="0" y="203835"/>
                </a:lnTo>
                <a:lnTo>
                  <a:pt x="17145" y="249555"/>
                </a:lnTo>
                <a:close/>
                <a:moveTo>
                  <a:pt x="129539" y="411480"/>
                </a:moveTo>
                <a:lnTo>
                  <a:pt x="112395" y="341947"/>
                </a:lnTo>
                <a:lnTo>
                  <a:pt x="51435" y="331470"/>
                </a:lnTo>
                <a:lnTo>
                  <a:pt x="74295" y="425767"/>
                </a:lnTo>
                <a:close/>
                <a:moveTo>
                  <a:pt x="51435" y="331470"/>
                </a:moveTo>
                <a:lnTo>
                  <a:pt x="7620" y="400050"/>
                </a:lnTo>
                <a:lnTo>
                  <a:pt x="67627" y="412432"/>
                </a:lnTo>
                <a:lnTo>
                  <a:pt x="112395" y="341947"/>
                </a:lnTo>
                <a:close/>
                <a:moveTo>
                  <a:pt x="67627" y="412432"/>
                </a:moveTo>
                <a:lnTo>
                  <a:pt x="60007" y="367665"/>
                </a:lnTo>
                <a:lnTo>
                  <a:pt x="3810" y="376237"/>
                </a:lnTo>
                <a:lnTo>
                  <a:pt x="7620" y="400050"/>
                </a:lnTo>
                <a:close/>
              </a:path>
            </a:pathLst>
          </a:custGeom>
          <a:solidFill>
            <a:srgbClr val="C8FFE5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93B388-18EF-901C-E0BE-7747BDD476D0}"/>
              </a:ext>
            </a:extLst>
          </p:cNvPr>
          <p:cNvSpPr/>
          <p:nvPr/>
        </p:nvSpPr>
        <p:spPr>
          <a:xfrm>
            <a:off x="3144127" y="3501859"/>
            <a:ext cx="1014463" cy="922943"/>
          </a:xfrm>
          <a:custGeom>
            <a:avLst/>
            <a:gdLst/>
            <a:ahLst/>
            <a:cxnLst/>
            <a:rect l="0" t="0" r="0" b="0"/>
            <a:pathLst>
              <a:path w="636270" h="650557">
                <a:moveTo>
                  <a:pt x="635865" y="249179"/>
                </a:moveTo>
                <a:cubicBezTo>
                  <a:pt x="633278" y="241258"/>
                  <a:pt x="631644" y="236256"/>
                  <a:pt x="630311" y="232173"/>
                </a:cubicBezTo>
                <a:cubicBezTo>
                  <a:pt x="627749" y="224330"/>
                  <a:pt x="626297" y="219884"/>
                  <a:pt x="621327" y="204672"/>
                </a:cubicBezTo>
                <a:lnTo>
                  <a:pt x="518415" y="207392"/>
                </a:lnTo>
                <a:cubicBezTo>
                  <a:pt x="511795" y="198336"/>
                  <a:pt x="507991" y="193135"/>
                  <a:pt x="503327" y="186759"/>
                </a:cubicBezTo>
                <a:cubicBezTo>
                  <a:pt x="500845" y="183365"/>
                  <a:pt x="498119" y="179639"/>
                  <a:pt x="494596" y="174821"/>
                </a:cubicBezTo>
                <a:lnTo>
                  <a:pt x="529196" y="78680"/>
                </a:lnTo>
                <a:cubicBezTo>
                  <a:pt x="519282" y="71524"/>
                  <a:pt x="514703" y="68218"/>
                  <a:pt x="510124" y="64912"/>
                </a:cubicBezTo>
                <a:cubicBezTo>
                  <a:pt x="505546" y="61606"/>
                  <a:pt x="500966" y="58300"/>
                  <a:pt x="491052" y="51144"/>
                </a:cubicBezTo>
                <a:lnTo>
                  <a:pt x="409410" y="113324"/>
                </a:lnTo>
                <a:cubicBezTo>
                  <a:pt x="392976" y="108012"/>
                  <a:pt x="387261" y="106166"/>
                  <a:pt x="370834" y="100854"/>
                </a:cubicBezTo>
                <a:lnTo>
                  <a:pt x="341841" y="2904"/>
                </a:lnTo>
                <a:lnTo>
                  <a:pt x="294664" y="2857"/>
                </a:lnTo>
                <a:lnTo>
                  <a:pt x="265476" y="100751"/>
                </a:lnTo>
                <a:lnTo>
                  <a:pt x="254445" y="104293"/>
                </a:lnTo>
                <a:cubicBezTo>
                  <a:pt x="245333" y="107218"/>
                  <a:pt x="239039" y="109239"/>
                  <a:pt x="226876" y="113145"/>
                </a:cubicBezTo>
                <a:lnTo>
                  <a:pt x="145358" y="50805"/>
                </a:lnTo>
                <a:cubicBezTo>
                  <a:pt x="135430" y="57942"/>
                  <a:pt x="130843" y="61239"/>
                  <a:pt x="126258" y="64535"/>
                </a:cubicBezTo>
                <a:cubicBezTo>
                  <a:pt x="121673" y="67833"/>
                  <a:pt x="117087" y="71129"/>
                  <a:pt x="107160" y="78265"/>
                </a:cubicBezTo>
                <a:lnTo>
                  <a:pt x="141570" y="174475"/>
                </a:lnTo>
                <a:cubicBezTo>
                  <a:pt x="134895" y="183567"/>
                  <a:pt x="131076" y="188768"/>
                  <a:pt x="126365" y="195183"/>
                </a:cubicBezTo>
                <a:cubicBezTo>
                  <a:pt x="123896" y="198543"/>
                  <a:pt x="121183" y="202237"/>
                  <a:pt x="117687" y="206999"/>
                </a:cubicBezTo>
                <a:lnTo>
                  <a:pt x="14779" y="204076"/>
                </a:lnTo>
                <a:cubicBezTo>
                  <a:pt x="12337" y="211503"/>
                  <a:pt x="10740" y="216364"/>
                  <a:pt x="9444" y="220305"/>
                </a:cubicBezTo>
                <a:cubicBezTo>
                  <a:pt x="6705" y="228635"/>
                  <a:pt x="5314" y="232864"/>
                  <a:pt x="154" y="248555"/>
                </a:cubicBezTo>
                <a:lnTo>
                  <a:pt x="85021" y="306330"/>
                </a:lnTo>
                <a:lnTo>
                  <a:pt x="84981" y="346568"/>
                </a:lnTo>
                <a:lnTo>
                  <a:pt x="0" y="404176"/>
                </a:lnTo>
                <a:cubicBezTo>
                  <a:pt x="2414" y="411567"/>
                  <a:pt x="3998" y="416417"/>
                  <a:pt x="5282" y="420350"/>
                </a:cubicBezTo>
                <a:cubicBezTo>
                  <a:pt x="8019" y="428728"/>
                  <a:pt x="9395" y="432941"/>
                  <a:pt x="14538" y="448683"/>
                </a:cubicBezTo>
                <a:lnTo>
                  <a:pt x="117450" y="445963"/>
                </a:lnTo>
                <a:cubicBezTo>
                  <a:pt x="124114" y="455079"/>
                  <a:pt x="127925" y="460289"/>
                  <a:pt x="132632" y="466725"/>
                </a:cubicBezTo>
                <a:cubicBezTo>
                  <a:pt x="135089" y="470084"/>
                  <a:pt x="137790" y="473777"/>
                  <a:pt x="141269" y="478534"/>
                </a:cubicBezTo>
                <a:lnTo>
                  <a:pt x="106669" y="574675"/>
                </a:lnTo>
                <a:cubicBezTo>
                  <a:pt x="116583" y="581831"/>
                  <a:pt x="121161" y="585136"/>
                  <a:pt x="125740" y="588443"/>
                </a:cubicBezTo>
                <a:cubicBezTo>
                  <a:pt x="130320" y="591749"/>
                  <a:pt x="134898" y="595055"/>
                  <a:pt x="144812" y="602211"/>
                </a:cubicBezTo>
                <a:lnTo>
                  <a:pt x="226454" y="540031"/>
                </a:lnTo>
                <a:cubicBezTo>
                  <a:pt x="230626" y="541379"/>
                  <a:pt x="234108" y="542504"/>
                  <a:pt x="237248" y="543519"/>
                </a:cubicBezTo>
                <a:cubicBezTo>
                  <a:pt x="246480" y="546503"/>
                  <a:pt x="252773" y="548537"/>
                  <a:pt x="265030" y="552500"/>
                </a:cubicBezTo>
                <a:lnTo>
                  <a:pt x="294024" y="650451"/>
                </a:lnTo>
                <a:lnTo>
                  <a:pt x="341200" y="650498"/>
                </a:lnTo>
                <a:lnTo>
                  <a:pt x="370388" y="552604"/>
                </a:lnTo>
                <a:lnTo>
                  <a:pt x="381111" y="549161"/>
                </a:lnTo>
                <a:cubicBezTo>
                  <a:pt x="390391" y="546182"/>
                  <a:pt x="396689" y="544160"/>
                  <a:pt x="408988" y="540210"/>
                </a:cubicBezTo>
                <a:lnTo>
                  <a:pt x="490507" y="602550"/>
                </a:lnTo>
                <a:cubicBezTo>
                  <a:pt x="500435" y="595413"/>
                  <a:pt x="505021" y="592116"/>
                  <a:pt x="509606" y="588820"/>
                </a:cubicBezTo>
                <a:cubicBezTo>
                  <a:pt x="514191" y="585522"/>
                  <a:pt x="518777" y="582226"/>
                  <a:pt x="528705" y="575089"/>
                </a:cubicBezTo>
                <a:lnTo>
                  <a:pt x="494296" y="478880"/>
                </a:lnTo>
                <a:cubicBezTo>
                  <a:pt x="500941" y="469826"/>
                  <a:pt x="504757" y="464631"/>
                  <a:pt x="509441" y="458253"/>
                </a:cubicBezTo>
                <a:cubicBezTo>
                  <a:pt x="511925" y="454871"/>
                  <a:pt x="514653" y="451155"/>
                  <a:pt x="518179" y="446356"/>
                </a:cubicBezTo>
                <a:lnTo>
                  <a:pt x="621085" y="449278"/>
                </a:lnTo>
                <a:cubicBezTo>
                  <a:pt x="623686" y="441366"/>
                  <a:pt x="625330" y="436367"/>
                  <a:pt x="626671" y="432289"/>
                </a:cubicBezTo>
                <a:cubicBezTo>
                  <a:pt x="629250" y="424448"/>
                  <a:pt x="630710" y="420006"/>
                  <a:pt x="635711" y="404800"/>
                </a:cubicBezTo>
                <a:lnTo>
                  <a:pt x="550845" y="347025"/>
                </a:lnTo>
                <a:lnTo>
                  <a:pt x="550884" y="306787"/>
                </a:lnTo>
                <a:close/>
                <a:moveTo>
                  <a:pt x="144556" y="326509"/>
                </a:moveTo>
                <a:cubicBezTo>
                  <a:pt x="144461" y="421882"/>
                  <a:pt x="222009" y="499276"/>
                  <a:pt x="317760" y="499370"/>
                </a:cubicBezTo>
                <a:cubicBezTo>
                  <a:pt x="413512" y="499465"/>
                  <a:pt x="491212" y="422222"/>
                  <a:pt x="491307" y="326849"/>
                </a:cubicBezTo>
                <a:cubicBezTo>
                  <a:pt x="491402" y="231475"/>
                  <a:pt x="413853" y="154081"/>
                  <a:pt x="318102" y="153986"/>
                </a:cubicBezTo>
                <a:cubicBezTo>
                  <a:pt x="222351" y="153893"/>
                  <a:pt x="144650" y="231135"/>
                  <a:pt x="144556" y="326509"/>
                </a:cubicBezTo>
                <a:close/>
                <a:moveTo>
                  <a:pt x="636270" y="249554"/>
                </a:moveTo>
                <a:cubicBezTo>
                  <a:pt x="610552" y="271462"/>
                  <a:pt x="579120" y="287654"/>
                  <a:pt x="550545" y="306704"/>
                </a:cubicBezTo>
                <a:cubicBezTo>
                  <a:pt x="547687" y="320040"/>
                  <a:pt x="551497" y="333375"/>
                  <a:pt x="550545" y="346710"/>
                </a:cubicBezTo>
                <a:cubicBezTo>
                  <a:pt x="576262" y="369570"/>
                  <a:pt x="608647" y="383857"/>
                  <a:pt x="635317" y="404812"/>
                </a:cubicBezTo>
                <a:cubicBezTo>
                  <a:pt x="631507" y="420052"/>
                  <a:pt x="629602" y="424815"/>
                  <a:pt x="626745" y="432435"/>
                </a:cubicBezTo>
                <a:cubicBezTo>
                  <a:pt x="624840" y="436245"/>
                  <a:pt x="621029" y="441007"/>
                  <a:pt x="621029" y="449579"/>
                </a:cubicBezTo>
                <a:cubicBezTo>
                  <a:pt x="587692" y="456247"/>
                  <a:pt x="552450" y="445770"/>
                  <a:pt x="518159" y="446722"/>
                </a:cubicBezTo>
                <a:cubicBezTo>
                  <a:pt x="515302" y="451485"/>
                  <a:pt x="511492" y="455295"/>
                  <a:pt x="509587" y="458152"/>
                </a:cubicBezTo>
                <a:cubicBezTo>
                  <a:pt x="504825" y="464820"/>
                  <a:pt x="499109" y="468629"/>
                  <a:pt x="494347" y="479107"/>
                </a:cubicBezTo>
                <a:cubicBezTo>
                  <a:pt x="508634" y="509587"/>
                  <a:pt x="507682" y="548640"/>
                  <a:pt x="528637" y="575310"/>
                </a:cubicBezTo>
                <a:cubicBezTo>
                  <a:pt x="520065" y="583882"/>
                  <a:pt x="514350" y="585787"/>
                  <a:pt x="509587" y="588645"/>
                </a:cubicBezTo>
                <a:cubicBezTo>
                  <a:pt x="504825" y="592454"/>
                  <a:pt x="501967" y="598170"/>
                  <a:pt x="490537" y="602932"/>
                </a:cubicBezTo>
                <a:cubicBezTo>
                  <a:pt x="468629" y="576262"/>
                  <a:pt x="438150" y="558165"/>
                  <a:pt x="408622" y="540067"/>
                </a:cubicBezTo>
                <a:cubicBezTo>
                  <a:pt x="396240" y="542925"/>
                  <a:pt x="390525" y="545782"/>
                  <a:pt x="381000" y="549592"/>
                </a:cubicBezTo>
                <a:cubicBezTo>
                  <a:pt x="377189" y="550545"/>
                  <a:pt x="374332" y="551497"/>
                  <a:pt x="370522" y="552450"/>
                </a:cubicBezTo>
                <a:cubicBezTo>
                  <a:pt x="362902" y="585787"/>
                  <a:pt x="354329" y="619125"/>
                  <a:pt x="340995" y="650557"/>
                </a:cubicBezTo>
                <a:cubicBezTo>
                  <a:pt x="325754" y="649604"/>
                  <a:pt x="308610" y="645795"/>
                  <a:pt x="294322" y="650557"/>
                </a:cubicBezTo>
                <a:cubicBezTo>
                  <a:pt x="280987" y="619125"/>
                  <a:pt x="272414" y="585787"/>
                  <a:pt x="264795" y="552450"/>
                </a:cubicBezTo>
                <a:cubicBezTo>
                  <a:pt x="252412" y="550545"/>
                  <a:pt x="245745" y="548640"/>
                  <a:pt x="237172" y="543877"/>
                </a:cubicBezTo>
                <a:cubicBezTo>
                  <a:pt x="234314" y="541972"/>
                  <a:pt x="230504" y="540067"/>
                  <a:pt x="226695" y="540067"/>
                </a:cubicBezTo>
                <a:cubicBezTo>
                  <a:pt x="200025" y="561975"/>
                  <a:pt x="165735" y="575310"/>
                  <a:pt x="144779" y="601979"/>
                </a:cubicBezTo>
                <a:cubicBezTo>
                  <a:pt x="136207" y="593407"/>
                  <a:pt x="129539" y="593407"/>
                  <a:pt x="125729" y="588645"/>
                </a:cubicBezTo>
                <a:cubicBezTo>
                  <a:pt x="122872" y="583882"/>
                  <a:pt x="116204" y="582929"/>
                  <a:pt x="106679" y="574357"/>
                </a:cubicBezTo>
                <a:cubicBezTo>
                  <a:pt x="119062" y="542925"/>
                  <a:pt x="128587" y="510540"/>
                  <a:pt x="140970" y="478154"/>
                </a:cubicBezTo>
                <a:cubicBezTo>
                  <a:pt x="137160" y="474345"/>
                  <a:pt x="133350" y="470535"/>
                  <a:pt x="132397" y="466725"/>
                </a:cubicBezTo>
                <a:cubicBezTo>
                  <a:pt x="130492" y="459104"/>
                  <a:pt x="124777" y="455295"/>
                  <a:pt x="117157" y="445770"/>
                </a:cubicBezTo>
                <a:cubicBezTo>
                  <a:pt x="82867" y="446722"/>
                  <a:pt x="48577" y="449579"/>
                  <a:pt x="14287" y="448627"/>
                </a:cubicBezTo>
                <a:cubicBezTo>
                  <a:pt x="13335" y="432435"/>
                  <a:pt x="4762" y="429577"/>
                  <a:pt x="5714" y="420052"/>
                </a:cubicBezTo>
                <a:cubicBezTo>
                  <a:pt x="5714" y="416242"/>
                  <a:pt x="952" y="411479"/>
                  <a:pt x="0" y="403860"/>
                </a:cubicBezTo>
                <a:cubicBezTo>
                  <a:pt x="31432" y="391477"/>
                  <a:pt x="56197" y="364807"/>
                  <a:pt x="84772" y="346710"/>
                </a:cubicBezTo>
                <a:cubicBezTo>
                  <a:pt x="86677" y="333375"/>
                  <a:pt x="88582" y="319087"/>
                  <a:pt x="84772" y="306704"/>
                </a:cubicBezTo>
                <a:cubicBezTo>
                  <a:pt x="56197" y="288607"/>
                  <a:pt x="28575" y="267652"/>
                  <a:pt x="0" y="248602"/>
                </a:cubicBezTo>
                <a:cubicBezTo>
                  <a:pt x="9525" y="235267"/>
                  <a:pt x="4762" y="227647"/>
                  <a:pt x="9525" y="220027"/>
                </a:cubicBezTo>
                <a:cubicBezTo>
                  <a:pt x="11429" y="217170"/>
                  <a:pt x="13335" y="211454"/>
                  <a:pt x="15239" y="203835"/>
                </a:cubicBezTo>
                <a:cubicBezTo>
                  <a:pt x="47625" y="193357"/>
                  <a:pt x="83820" y="209550"/>
                  <a:pt x="118110" y="206692"/>
                </a:cubicBezTo>
                <a:cubicBezTo>
                  <a:pt x="121920" y="202882"/>
                  <a:pt x="124777" y="199072"/>
                  <a:pt x="126682" y="195262"/>
                </a:cubicBezTo>
                <a:cubicBezTo>
                  <a:pt x="128587" y="187642"/>
                  <a:pt x="139064" y="185737"/>
                  <a:pt x="141922" y="174307"/>
                </a:cubicBezTo>
                <a:cubicBezTo>
                  <a:pt x="120967" y="147637"/>
                  <a:pt x="116204" y="111442"/>
                  <a:pt x="107632" y="78104"/>
                </a:cubicBezTo>
                <a:cubicBezTo>
                  <a:pt x="116204" y="70485"/>
                  <a:pt x="121920" y="67627"/>
                  <a:pt x="126682" y="64770"/>
                </a:cubicBezTo>
                <a:cubicBezTo>
                  <a:pt x="130492" y="60960"/>
                  <a:pt x="134302" y="57150"/>
                  <a:pt x="145732" y="50482"/>
                </a:cubicBezTo>
                <a:cubicBezTo>
                  <a:pt x="174307" y="69532"/>
                  <a:pt x="207645" y="84772"/>
                  <a:pt x="226695" y="113347"/>
                </a:cubicBezTo>
                <a:cubicBezTo>
                  <a:pt x="239077" y="110490"/>
                  <a:pt x="246697" y="110490"/>
                  <a:pt x="254317" y="103822"/>
                </a:cubicBezTo>
                <a:cubicBezTo>
                  <a:pt x="257175" y="101917"/>
                  <a:pt x="261937" y="100965"/>
                  <a:pt x="265747" y="100965"/>
                </a:cubicBezTo>
                <a:cubicBezTo>
                  <a:pt x="271462" y="67627"/>
                  <a:pt x="280987" y="34290"/>
                  <a:pt x="294322" y="2857"/>
                </a:cubicBezTo>
                <a:cubicBezTo>
                  <a:pt x="309562" y="6667"/>
                  <a:pt x="326707" y="0"/>
                  <a:pt x="341947" y="2857"/>
                </a:cubicBezTo>
                <a:cubicBezTo>
                  <a:pt x="352425" y="35242"/>
                  <a:pt x="369570" y="66675"/>
                  <a:pt x="370522" y="100965"/>
                </a:cubicBezTo>
                <a:cubicBezTo>
                  <a:pt x="384809" y="110490"/>
                  <a:pt x="392429" y="113347"/>
                  <a:pt x="409575" y="113347"/>
                </a:cubicBezTo>
                <a:cubicBezTo>
                  <a:pt x="440054" y="98107"/>
                  <a:pt x="466725" y="75247"/>
                  <a:pt x="491490" y="51435"/>
                </a:cubicBezTo>
                <a:cubicBezTo>
                  <a:pt x="501967" y="57150"/>
                  <a:pt x="505777" y="61912"/>
                  <a:pt x="510540" y="64770"/>
                </a:cubicBezTo>
                <a:cubicBezTo>
                  <a:pt x="515302" y="67627"/>
                  <a:pt x="518159" y="73342"/>
                  <a:pt x="529590" y="79057"/>
                </a:cubicBezTo>
                <a:cubicBezTo>
                  <a:pt x="520065" y="111442"/>
                  <a:pt x="504825" y="141922"/>
                  <a:pt x="494347" y="175260"/>
                </a:cubicBezTo>
                <a:cubicBezTo>
                  <a:pt x="496252" y="180022"/>
                  <a:pt x="500062" y="184785"/>
                  <a:pt x="502920" y="186690"/>
                </a:cubicBezTo>
                <a:cubicBezTo>
                  <a:pt x="510540" y="190500"/>
                  <a:pt x="510540" y="199072"/>
                  <a:pt x="518159" y="207645"/>
                </a:cubicBezTo>
                <a:cubicBezTo>
                  <a:pt x="551497" y="199072"/>
                  <a:pt x="587692" y="197167"/>
                  <a:pt x="621029" y="204787"/>
                </a:cubicBezTo>
                <a:cubicBezTo>
                  <a:pt x="630554" y="217170"/>
                  <a:pt x="628650" y="223837"/>
                  <a:pt x="630554" y="232410"/>
                </a:cubicBezTo>
                <a:cubicBezTo>
                  <a:pt x="631507" y="236220"/>
                  <a:pt x="636270" y="240982"/>
                  <a:pt x="636270" y="249554"/>
                </a:cubicBezTo>
                <a:moveTo>
                  <a:pt x="144779" y="326707"/>
                </a:moveTo>
                <a:cubicBezTo>
                  <a:pt x="158114" y="421004"/>
                  <a:pt x="221932" y="493395"/>
                  <a:pt x="318135" y="499110"/>
                </a:cubicBezTo>
                <a:cubicBezTo>
                  <a:pt x="413384" y="505777"/>
                  <a:pt x="478154" y="421004"/>
                  <a:pt x="491490" y="326707"/>
                </a:cubicBezTo>
                <a:cubicBezTo>
                  <a:pt x="504825" y="232410"/>
                  <a:pt x="413384" y="148590"/>
                  <a:pt x="318135" y="154304"/>
                </a:cubicBezTo>
                <a:cubicBezTo>
                  <a:pt x="222885" y="160020"/>
                  <a:pt x="139064" y="231457"/>
                  <a:pt x="144779" y="326707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A5ED5B9-2F65-966A-40D6-E7CEBC075951}"/>
              </a:ext>
            </a:extLst>
          </p:cNvPr>
          <p:cNvSpPr/>
          <p:nvPr/>
        </p:nvSpPr>
        <p:spPr>
          <a:xfrm>
            <a:off x="4018954" y="2921957"/>
            <a:ext cx="1140511" cy="1104018"/>
          </a:xfrm>
          <a:custGeom>
            <a:avLst/>
            <a:gdLst/>
            <a:ahLst/>
            <a:cxnLst/>
            <a:rect l="0" t="0" r="0" b="0"/>
            <a:pathLst>
              <a:path w="715327" h="778192">
                <a:moveTo>
                  <a:pt x="352425" y="778192"/>
                </a:moveTo>
                <a:lnTo>
                  <a:pt x="348614" y="778192"/>
                </a:lnTo>
                <a:lnTo>
                  <a:pt x="362902" y="703897"/>
                </a:lnTo>
                <a:lnTo>
                  <a:pt x="325754" y="641985"/>
                </a:lnTo>
                <a:lnTo>
                  <a:pt x="292417" y="696277"/>
                </a:lnTo>
                <a:lnTo>
                  <a:pt x="316229" y="733425"/>
                </a:lnTo>
                <a:lnTo>
                  <a:pt x="319087" y="731520"/>
                </a:lnTo>
                <a:lnTo>
                  <a:pt x="352425" y="778192"/>
                </a:lnTo>
                <a:moveTo>
                  <a:pt x="292417" y="696277"/>
                </a:moveTo>
                <a:lnTo>
                  <a:pt x="325754" y="641985"/>
                </a:lnTo>
                <a:lnTo>
                  <a:pt x="405764" y="651510"/>
                </a:lnTo>
                <a:lnTo>
                  <a:pt x="392429" y="707707"/>
                </a:lnTo>
                <a:lnTo>
                  <a:pt x="292417" y="696277"/>
                </a:lnTo>
                <a:moveTo>
                  <a:pt x="405764" y="651510"/>
                </a:moveTo>
                <a:lnTo>
                  <a:pt x="173354" y="566737"/>
                </a:lnTo>
                <a:lnTo>
                  <a:pt x="158114" y="622935"/>
                </a:lnTo>
                <a:lnTo>
                  <a:pt x="392429" y="707707"/>
                </a:lnTo>
                <a:lnTo>
                  <a:pt x="405764" y="651510"/>
                </a:lnTo>
                <a:moveTo>
                  <a:pt x="158114" y="622935"/>
                </a:moveTo>
                <a:lnTo>
                  <a:pt x="173354" y="566737"/>
                </a:lnTo>
                <a:lnTo>
                  <a:pt x="438150" y="611504"/>
                </a:lnTo>
                <a:lnTo>
                  <a:pt x="423862" y="666750"/>
                </a:lnTo>
                <a:lnTo>
                  <a:pt x="158114" y="622935"/>
                </a:lnTo>
                <a:moveTo>
                  <a:pt x="438150" y="611504"/>
                </a:moveTo>
                <a:lnTo>
                  <a:pt x="20002" y="472440"/>
                </a:lnTo>
                <a:lnTo>
                  <a:pt x="3809" y="526732"/>
                </a:lnTo>
                <a:lnTo>
                  <a:pt x="423862" y="666750"/>
                </a:lnTo>
                <a:lnTo>
                  <a:pt x="438150" y="611504"/>
                </a:lnTo>
                <a:moveTo>
                  <a:pt x="3809" y="526732"/>
                </a:moveTo>
                <a:lnTo>
                  <a:pt x="20002" y="472440"/>
                </a:lnTo>
                <a:lnTo>
                  <a:pt x="261937" y="529590"/>
                </a:lnTo>
                <a:lnTo>
                  <a:pt x="240982" y="583882"/>
                </a:lnTo>
                <a:lnTo>
                  <a:pt x="3809" y="526732"/>
                </a:lnTo>
                <a:moveTo>
                  <a:pt x="261937" y="529590"/>
                </a:moveTo>
                <a:lnTo>
                  <a:pt x="92392" y="432435"/>
                </a:lnTo>
                <a:lnTo>
                  <a:pt x="72389" y="485775"/>
                </a:lnTo>
                <a:lnTo>
                  <a:pt x="240982" y="583882"/>
                </a:lnTo>
                <a:lnTo>
                  <a:pt x="261937" y="529590"/>
                </a:lnTo>
                <a:moveTo>
                  <a:pt x="72389" y="485775"/>
                </a:moveTo>
                <a:lnTo>
                  <a:pt x="92392" y="432435"/>
                </a:lnTo>
                <a:lnTo>
                  <a:pt x="223837" y="461010"/>
                </a:lnTo>
                <a:lnTo>
                  <a:pt x="200025" y="514350"/>
                </a:lnTo>
                <a:lnTo>
                  <a:pt x="72389" y="485775"/>
                </a:lnTo>
                <a:moveTo>
                  <a:pt x="223837" y="461010"/>
                </a:moveTo>
                <a:lnTo>
                  <a:pt x="84772" y="359092"/>
                </a:lnTo>
                <a:lnTo>
                  <a:pt x="60007" y="411479"/>
                </a:lnTo>
                <a:lnTo>
                  <a:pt x="200025" y="514350"/>
                </a:lnTo>
                <a:lnTo>
                  <a:pt x="223837" y="461010"/>
                </a:lnTo>
                <a:moveTo>
                  <a:pt x="60007" y="411479"/>
                </a:moveTo>
                <a:lnTo>
                  <a:pt x="84772" y="359092"/>
                </a:lnTo>
                <a:lnTo>
                  <a:pt x="179070" y="382904"/>
                </a:lnTo>
                <a:lnTo>
                  <a:pt x="157162" y="436245"/>
                </a:lnTo>
                <a:lnTo>
                  <a:pt x="60007" y="411479"/>
                </a:lnTo>
                <a:moveTo>
                  <a:pt x="179070" y="382904"/>
                </a:moveTo>
                <a:lnTo>
                  <a:pt x="18097" y="288607"/>
                </a:lnTo>
                <a:lnTo>
                  <a:pt x="0" y="343852"/>
                </a:lnTo>
                <a:lnTo>
                  <a:pt x="157162" y="436245"/>
                </a:lnTo>
                <a:lnTo>
                  <a:pt x="179070" y="382904"/>
                </a:lnTo>
                <a:moveTo>
                  <a:pt x="0" y="343852"/>
                </a:moveTo>
                <a:lnTo>
                  <a:pt x="182879" y="358140"/>
                </a:lnTo>
                <a:lnTo>
                  <a:pt x="208597" y="302895"/>
                </a:lnTo>
                <a:lnTo>
                  <a:pt x="18097" y="288607"/>
                </a:lnTo>
                <a:lnTo>
                  <a:pt x="0" y="343852"/>
                </a:lnTo>
                <a:moveTo>
                  <a:pt x="208597" y="302895"/>
                </a:moveTo>
                <a:lnTo>
                  <a:pt x="138112" y="231457"/>
                </a:lnTo>
                <a:lnTo>
                  <a:pt x="105727" y="280035"/>
                </a:lnTo>
                <a:lnTo>
                  <a:pt x="182879" y="358140"/>
                </a:lnTo>
                <a:lnTo>
                  <a:pt x="208597" y="302895"/>
                </a:lnTo>
                <a:moveTo>
                  <a:pt x="105727" y="280035"/>
                </a:moveTo>
                <a:lnTo>
                  <a:pt x="138112" y="231457"/>
                </a:lnTo>
                <a:lnTo>
                  <a:pt x="216217" y="262890"/>
                </a:lnTo>
                <a:lnTo>
                  <a:pt x="187642" y="313372"/>
                </a:lnTo>
                <a:lnTo>
                  <a:pt x="105727" y="280035"/>
                </a:lnTo>
                <a:moveTo>
                  <a:pt x="216217" y="262890"/>
                </a:moveTo>
                <a:lnTo>
                  <a:pt x="86677" y="167640"/>
                </a:lnTo>
                <a:lnTo>
                  <a:pt x="62864" y="220979"/>
                </a:lnTo>
                <a:lnTo>
                  <a:pt x="187642" y="313372"/>
                </a:lnTo>
                <a:lnTo>
                  <a:pt x="216217" y="262890"/>
                </a:lnTo>
                <a:moveTo>
                  <a:pt x="62864" y="220979"/>
                </a:moveTo>
                <a:lnTo>
                  <a:pt x="267652" y="263842"/>
                </a:lnTo>
                <a:lnTo>
                  <a:pt x="298132" y="212407"/>
                </a:lnTo>
                <a:lnTo>
                  <a:pt x="86677" y="167640"/>
                </a:lnTo>
                <a:lnTo>
                  <a:pt x="62864" y="220979"/>
                </a:lnTo>
                <a:moveTo>
                  <a:pt x="298132" y="212407"/>
                </a:moveTo>
                <a:lnTo>
                  <a:pt x="227647" y="132397"/>
                </a:lnTo>
                <a:lnTo>
                  <a:pt x="199072" y="186690"/>
                </a:lnTo>
                <a:lnTo>
                  <a:pt x="267652" y="263842"/>
                </a:lnTo>
                <a:lnTo>
                  <a:pt x="298132" y="212407"/>
                </a:lnTo>
                <a:moveTo>
                  <a:pt x="199072" y="186690"/>
                </a:moveTo>
                <a:lnTo>
                  <a:pt x="582929" y="235267"/>
                </a:lnTo>
                <a:lnTo>
                  <a:pt x="625792" y="183832"/>
                </a:lnTo>
                <a:lnTo>
                  <a:pt x="227647" y="132397"/>
                </a:lnTo>
                <a:lnTo>
                  <a:pt x="199072" y="186690"/>
                </a:lnTo>
                <a:moveTo>
                  <a:pt x="625792" y="183832"/>
                </a:moveTo>
                <a:lnTo>
                  <a:pt x="605789" y="123825"/>
                </a:lnTo>
                <a:lnTo>
                  <a:pt x="561022" y="172402"/>
                </a:lnTo>
                <a:lnTo>
                  <a:pt x="582929" y="235267"/>
                </a:lnTo>
                <a:lnTo>
                  <a:pt x="625792" y="183832"/>
                </a:lnTo>
                <a:moveTo>
                  <a:pt x="561022" y="172402"/>
                </a:moveTo>
                <a:lnTo>
                  <a:pt x="624839" y="187642"/>
                </a:lnTo>
                <a:lnTo>
                  <a:pt x="639127" y="132397"/>
                </a:lnTo>
                <a:lnTo>
                  <a:pt x="605789" y="123825"/>
                </a:lnTo>
                <a:lnTo>
                  <a:pt x="561022" y="172402"/>
                </a:lnTo>
                <a:moveTo>
                  <a:pt x="122872" y="674370"/>
                </a:moveTo>
                <a:lnTo>
                  <a:pt x="222884" y="702945"/>
                </a:lnTo>
                <a:lnTo>
                  <a:pt x="239077" y="647700"/>
                </a:lnTo>
                <a:lnTo>
                  <a:pt x="138112" y="619125"/>
                </a:lnTo>
                <a:lnTo>
                  <a:pt x="122872" y="674370"/>
                </a:lnTo>
                <a:moveTo>
                  <a:pt x="461962" y="661987"/>
                </a:moveTo>
                <a:lnTo>
                  <a:pt x="483870" y="609600"/>
                </a:lnTo>
                <a:lnTo>
                  <a:pt x="568642" y="644842"/>
                </a:lnTo>
                <a:lnTo>
                  <a:pt x="540067" y="694372"/>
                </a:lnTo>
                <a:lnTo>
                  <a:pt x="461962" y="661987"/>
                </a:lnTo>
                <a:moveTo>
                  <a:pt x="568642" y="644842"/>
                </a:moveTo>
                <a:lnTo>
                  <a:pt x="412432" y="529590"/>
                </a:lnTo>
                <a:lnTo>
                  <a:pt x="390525" y="583882"/>
                </a:lnTo>
                <a:lnTo>
                  <a:pt x="540067" y="694372"/>
                </a:lnTo>
                <a:lnTo>
                  <a:pt x="568642" y="644842"/>
                </a:lnTo>
                <a:moveTo>
                  <a:pt x="390525" y="583882"/>
                </a:moveTo>
                <a:lnTo>
                  <a:pt x="412432" y="529590"/>
                </a:lnTo>
                <a:lnTo>
                  <a:pt x="542925" y="548640"/>
                </a:lnTo>
                <a:lnTo>
                  <a:pt x="521017" y="602932"/>
                </a:lnTo>
                <a:lnTo>
                  <a:pt x="390525" y="583882"/>
                </a:lnTo>
                <a:moveTo>
                  <a:pt x="542925" y="548640"/>
                </a:moveTo>
                <a:lnTo>
                  <a:pt x="478154" y="501015"/>
                </a:lnTo>
                <a:lnTo>
                  <a:pt x="461009" y="559117"/>
                </a:lnTo>
                <a:lnTo>
                  <a:pt x="521017" y="602932"/>
                </a:lnTo>
                <a:lnTo>
                  <a:pt x="542925" y="548640"/>
                </a:lnTo>
                <a:moveTo>
                  <a:pt x="461009" y="559117"/>
                </a:moveTo>
                <a:lnTo>
                  <a:pt x="572452" y="555307"/>
                </a:lnTo>
                <a:lnTo>
                  <a:pt x="600075" y="497204"/>
                </a:lnTo>
                <a:lnTo>
                  <a:pt x="478154" y="501015"/>
                </a:lnTo>
                <a:lnTo>
                  <a:pt x="461009" y="559117"/>
                </a:lnTo>
                <a:moveTo>
                  <a:pt x="600075" y="497204"/>
                </a:moveTo>
                <a:lnTo>
                  <a:pt x="540067" y="417195"/>
                </a:lnTo>
                <a:lnTo>
                  <a:pt x="505777" y="466725"/>
                </a:lnTo>
                <a:lnTo>
                  <a:pt x="572452" y="555307"/>
                </a:lnTo>
                <a:lnTo>
                  <a:pt x="600075" y="497204"/>
                </a:lnTo>
                <a:moveTo>
                  <a:pt x="505777" y="466725"/>
                </a:moveTo>
                <a:lnTo>
                  <a:pt x="612457" y="498157"/>
                </a:lnTo>
                <a:lnTo>
                  <a:pt x="639127" y="445770"/>
                </a:lnTo>
                <a:lnTo>
                  <a:pt x="540067" y="417195"/>
                </a:lnTo>
                <a:lnTo>
                  <a:pt x="505777" y="466725"/>
                </a:lnTo>
                <a:moveTo>
                  <a:pt x="639127" y="445770"/>
                </a:moveTo>
                <a:lnTo>
                  <a:pt x="546734" y="372427"/>
                </a:lnTo>
                <a:lnTo>
                  <a:pt x="528637" y="431482"/>
                </a:lnTo>
                <a:lnTo>
                  <a:pt x="612457" y="498157"/>
                </a:lnTo>
                <a:lnTo>
                  <a:pt x="639127" y="445770"/>
                </a:lnTo>
                <a:moveTo>
                  <a:pt x="528637" y="431482"/>
                </a:moveTo>
                <a:lnTo>
                  <a:pt x="625792" y="422910"/>
                </a:lnTo>
                <a:lnTo>
                  <a:pt x="638175" y="364807"/>
                </a:lnTo>
                <a:lnTo>
                  <a:pt x="546734" y="372427"/>
                </a:lnTo>
                <a:lnTo>
                  <a:pt x="528637" y="431482"/>
                </a:lnTo>
                <a:moveTo>
                  <a:pt x="638175" y="364807"/>
                </a:moveTo>
                <a:lnTo>
                  <a:pt x="529589" y="304800"/>
                </a:lnTo>
                <a:lnTo>
                  <a:pt x="510539" y="359092"/>
                </a:lnTo>
                <a:lnTo>
                  <a:pt x="625792" y="422910"/>
                </a:lnTo>
                <a:lnTo>
                  <a:pt x="638175" y="364807"/>
                </a:lnTo>
                <a:moveTo>
                  <a:pt x="510539" y="359092"/>
                </a:moveTo>
                <a:lnTo>
                  <a:pt x="529589" y="304800"/>
                </a:lnTo>
                <a:lnTo>
                  <a:pt x="715327" y="336232"/>
                </a:lnTo>
                <a:lnTo>
                  <a:pt x="699134" y="391477"/>
                </a:lnTo>
                <a:lnTo>
                  <a:pt x="510539" y="359092"/>
                </a:lnTo>
                <a:moveTo>
                  <a:pt x="715327" y="336232"/>
                </a:moveTo>
                <a:lnTo>
                  <a:pt x="475297" y="235267"/>
                </a:lnTo>
                <a:lnTo>
                  <a:pt x="461962" y="291465"/>
                </a:lnTo>
                <a:lnTo>
                  <a:pt x="699134" y="391477"/>
                </a:lnTo>
                <a:lnTo>
                  <a:pt x="715327" y="336232"/>
                </a:lnTo>
                <a:moveTo>
                  <a:pt x="461962" y="291465"/>
                </a:moveTo>
                <a:lnTo>
                  <a:pt x="475297" y="235267"/>
                </a:lnTo>
                <a:lnTo>
                  <a:pt x="607695" y="246697"/>
                </a:lnTo>
                <a:lnTo>
                  <a:pt x="602932" y="303847"/>
                </a:lnTo>
                <a:lnTo>
                  <a:pt x="461962" y="291465"/>
                </a:lnTo>
                <a:moveTo>
                  <a:pt x="566737" y="557212"/>
                </a:moveTo>
                <a:lnTo>
                  <a:pt x="688657" y="582929"/>
                </a:lnTo>
                <a:lnTo>
                  <a:pt x="701039" y="526732"/>
                </a:lnTo>
                <a:lnTo>
                  <a:pt x="578167" y="501015"/>
                </a:lnTo>
                <a:lnTo>
                  <a:pt x="566737" y="557212"/>
                </a:lnTo>
                <a:moveTo>
                  <a:pt x="211454" y="125729"/>
                </a:moveTo>
                <a:lnTo>
                  <a:pt x="308609" y="139065"/>
                </a:lnTo>
                <a:lnTo>
                  <a:pt x="334327" y="85725"/>
                </a:lnTo>
                <a:lnTo>
                  <a:pt x="220027" y="69532"/>
                </a:lnTo>
                <a:lnTo>
                  <a:pt x="211454" y="125729"/>
                </a:lnTo>
                <a:moveTo>
                  <a:pt x="334327" y="85725"/>
                </a:moveTo>
                <a:lnTo>
                  <a:pt x="246697" y="0"/>
                </a:lnTo>
                <a:lnTo>
                  <a:pt x="222884" y="56197"/>
                </a:lnTo>
                <a:lnTo>
                  <a:pt x="308609" y="139065"/>
                </a:lnTo>
                <a:lnTo>
                  <a:pt x="334327" y="85725"/>
                </a:lnTo>
                <a:moveTo>
                  <a:pt x="222884" y="56197"/>
                </a:moveTo>
                <a:lnTo>
                  <a:pt x="246697" y="0"/>
                </a:lnTo>
                <a:lnTo>
                  <a:pt x="279082" y="1905"/>
                </a:lnTo>
                <a:lnTo>
                  <a:pt x="277177" y="58102"/>
                </a:lnTo>
                <a:lnTo>
                  <a:pt x="222884" y="56197"/>
                </a:lnTo>
                <a:moveTo>
                  <a:pt x="362902" y="140017"/>
                </a:moveTo>
                <a:lnTo>
                  <a:pt x="470534" y="171450"/>
                </a:lnTo>
                <a:lnTo>
                  <a:pt x="502920" y="121920"/>
                </a:lnTo>
                <a:lnTo>
                  <a:pt x="378142" y="85725"/>
                </a:lnTo>
                <a:lnTo>
                  <a:pt x="362902" y="140017"/>
                </a:lnTo>
                <a:moveTo>
                  <a:pt x="502920" y="121920"/>
                </a:moveTo>
                <a:lnTo>
                  <a:pt x="437197" y="42862"/>
                </a:lnTo>
                <a:lnTo>
                  <a:pt x="413384" y="102870"/>
                </a:lnTo>
                <a:lnTo>
                  <a:pt x="470534" y="171450"/>
                </a:lnTo>
                <a:lnTo>
                  <a:pt x="502920" y="121920"/>
                </a:lnTo>
                <a:moveTo>
                  <a:pt x="413384" y="102870"/>
                </a:moveTo>
                <a:lnTo>
                  <a:pt x="472439" y="95250"/>
                </a:lnTo>
                <a:lnTo>
                  <a:pt x="465772" y="39052"/>
                </a:lnTo>
                <a:lnTo>
                  <a:pt x="437197" y="42862"/>
                </a:lnTo>
                <a:lnTo>
                  <a:pt x="413384" y="102870"/>
                </a:lnTo>
              </a:path>
            </a:pathLst>
          </a:custGeom>
          <a:solidFill>
            <a:srgbClr val="DCE9FF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960EDE-272A-D6AC-330A-975840D0BC0B}"/>
              </a:ext>
            </a:extLst>
          </p:cNvPr>
          <p:cNvSpPr/>
          <p:nvPr/>
        </p:nvSpPr>
        <p:spPr>
          <a:xfrm>
            <a:off x="3976428" y="2946280"/>
            <a:ext cx="1204554" cy="1064831"/>
          </a:xfrm>
          <a:custGeom>
            <a:avLst/>
            <a:gdLst/>
            <a:ahLst/>
            <a:cxnLst/>
            <a:rect l="0" t="0" r="0" b="0"/>
            <a:pathLst>
              <a:path w="755495" h="750570">
                <a:moveTo>
                  <a:pt x="384723" y="747707"/>
                </a:moveTo>
                <a:cubicBezTo>
                  <a:pt x="375186" y="747696"/>
                  <a:pt x="370378" y="747690"/>
                  <a:pt x="351692" y="747668"/>
                </a:cubicBezTo>
                <a:lnTo>
                  <a:pt x="351710" y="747665"/>
                </a:lnTo>
                <a:lnTo>
                  <a:pt x="323080" y="641063"/>
                </a:lnTo>
                <a:cubicBezTo>
                  <a:pt x="313288" y="638170"/>
                  <a:pt x="307006" y="636312"/>
                  <a:pt x="300721" y="634454"/>
                </a:cubicBezTo>
                <a:cubicBezTo>
                  <a:pt x="294447" y="632600"/>
                  <a:pt x="288170" y="630744"/>
                  <a:pt x="278399" y="627855"/>
                </a:cubicBezTo>
                <a:lnTo>
                  <a:pt x="196581" y="701806"/>
                </a:lnTo>
                <a:cubicBezTo>
                  <a:pt x="189054" y="696944"/>
                  <a:pt x="184206" y="693812"/>
                  <a:pt x="180316" y="691298"/>
                </a:cubicBezTo>
                <a:cubicBezTo>
                  <a:pt x="172097" y="685988"/>
                  <a:pt x="168154" y="683441"/>
                  <a:pt x="152250" y="673170"/>
                </a:cubicBezTo>
                <a:lnTo>
                  <a:pt x="185671" y="567959"/>
                </a:lnTo>
                <a:lnTo>
                  <a:pt x="178410" y="559535"/>
                </a:lnTo>
                <a:cubicBezTo>
                  <a:pt x="170348" y="550182"/>
                  <a:pt x="165776" y="544877"/>
                  <a:pt x="155217" y="532634"/>
                </a:cubicBezTo>
                <a:lnTo>
                  <a:pt x="46508" y="550526"/>
                </a:lnTo>
                <a:cubicBezTo>
                  <a:pt x="40734" y="537811"/>
                  <a:pt x="38160" y="532139"/>
                  <a:pt x="35585" y="526466"/>
                </a:cubicBezTo>
                <a:cubicBezTo>
                  <a:pt x="33011" y="520795"/>
                  <a:pt x="30437" y="515124"/>
                  <a:pt x="24665" y="502411"/>
                </a:cubicBezTo>
                <a:lnTo>
                  <a:pt x="109533" y="431993"/>
                </a:lnTo>
                <a:cubicBezTo>
                  <a:pt x="108096" y="421873"/>
                  <a:pt x="107173" y="415377"/>
                  <a:pt x="106251" y="408881"/>
                </a:cubicBezTo>
                <a:cubicBezTo>
                  <a:pt x="105328" y="402385"/>
                  <a:pt x="104406" y="395888"/>
                  <a:pt x="102969" y="385769"/>
                </a:cubicBezTo>
                <a:lnTo>
                  <a:pt x="1877" y="341918"/>
                </a:lnTo>
                <a:cubicBezTo>
                  <a:pt x="3883" y="328092"/>
                  <a:pt x="4777" y="321925"/>
                  <a:pt x="5670" y="315759"/>
                </a:cubicBezTo>
                <a:cubicBezTo>
                  <a:pt x="6563" y="309592"/>
                  <a:pt x="7456" y="303425"/>
                  <a:pt x="9462" y="289599"/>
                </a:cubicBezTo>
                <a:lnTo>
                  <a:pt x="118832" y="276334"/>
                </a:lnTo>
                <a:cubicBezTo>
                  <a:pt x="124378" y="264213"/>
                  <a:pt x="127333" y="257753"/>
                  <a:pt x="131077" y="249566"/>
                </a:cubicBezTo>
                <a:cubicBezTo>
                  <a:pt x="133073" y="245203"/>
                  <a:pt x="135292" y="240350"/>
                  <a:pt x="138248" y="233888"/>
                </a:cubicBezTo>
                <a:lnTo>
                  <a:pt x="76876" y="142222"/>
                </a:lnTo>
                <a:cubicBezTo>
                  <a:pt x="91608" y="125225"/>
                  <a:pt x="93192" y="123399"/>
                  <a:pt x="102810" y="112305"/>
                </a:cubicBezTo>
                <a:cubicBezTo>
                  <a:pt x="105132" y="109627"/>
                  <a:pt x="107922" y="106409"/>
                  <a:pt x="111479" y="102307"/>
                </a:cubicBezTo>
                <a:lnTo>
                  <a:pt x="210625" y="150407"/>
                </a:lnTo>
                <a:lnTo>
                  <a:pt x="249855" y="125211"/>
                </a:lnTo>
                <a:lnTo>
                  <a:pt x="247684" y="14831"/>
                </a:lnTo>
                <a:cubicBezTo>
                  <a:pt x="252944" y="13291"/>
                  <a:pt x="257058" y="12086"/>
                  <a:pt x="260477" y="11085"/>
                </a:cubicBezTo>
                <a:cubicBezTo>
                  <a:pt x="274453" y="6993"/>
                  <a:pt x="276816" y="6301"/>
                  <a:pt x="298319" y="0"/>
                </a:cubicBezTo>
                <a:lnTo>
                  <a:pt x="355758" y="94188"/>
                </a:lnTo>
                <a:lnTo>
                  <a:pt x="402348" y="94246"/>
                </a:lnTo>
                <a:lnTo>
                  <a:pt x="460069" y="195"/>
                </a:lnTo>
                <a:cubicBezTo>
                  <a:pt x="473436" y="4144"/>
                  <a:pt x="479400" y="5906"/>
                  <a:pt x="485363" y="7668"/>
                </a:cubicBezTo>
                <a:cubicBezTo>
                  <a:pt x="491327" y="9431"/>
                  <a:pt x="497291" y="11194"/>
                  <a:pt x="510659" y="15147"/>
                </a:cubicBezTo>
                <a:lnTo>
                  <a:pt x="508162" y="125523"/>
                </a:lnTo>
                <a:cubicBezTo>
                  <a:pt x="516723" y="131054"/>
                  <a:pt x="522223" y="134606"/>
                  <a:pt x="527719" y="138155"/>
                </a:cubicBezTo>
                <a:cubicBezTo>
                  <a:pt x="533230" y="141713"/>
                  <a:pt x="538736" y="145269"/>
                  <a:pt x="547319" y="150814"/>
                </a:cubicBezTo>
                <a:lnTo>
                  <a:pt x="646608" y="102954"/>
                </a:lnTo>
                <a:lnTo>
                  <a:pt x="681092" y="142949"/>
                </a:lnTo>
                <a:lnTo>
                  <a:pt x="619448" y="234472"/>
                </a:lnTo>
                <a:cubicBezTo>
                  <a:pt x="624288" y="245135"/>
                  <a:pt x="627142" y="251422"/>
                  <a:pt x="630287" y="258348"/>
                </a:cubicBezTo>
                <a:cubicBezTo>
                  <a:pt x="632631" y="263510"/>
                  <a:pt x="635135" y="269025"/>
                  <a:pt x="638741" y="276967"/>
                </a:cubicBezTo>
                <a:lnTo>
                  <a:pt x="748068" y="290494"/>
                </a:lnTo>
                <a:lnTo>
                  <a:pt x="755495" y="342829"/>
                </a:lnTo>
                <a:lnTo>
                  <a:pt x="654277" y="386434"/>
                </a:lnTo>
                <a:cubicBezTo>
                  <a:pt x="652984" y="395361"/>
                  <a:pt x="652098" y="401468"/>
                  <a:pt x="651260" y="407244"/>
                </a:cubicBezTo>
                <a:cubicBezTo>
                  <a:pt x="650198" y="414555"/>
                  <a:pt x="649215" y="421337"/>
                  <a:pt x="647578" y="432640"/>
                </a:cubicBezTo>
                <a:lnTo>
                  <a:pt x="732234" y="503260"/>
                </a:lnTo>
                <a:cubicBezTo>
                  <a:pt x="726425" y="515962"/>
                  <a:pt x="723833" y="521627"/>
                  <a:pt x="721241" y="527292"/>
                </a:cubicBezTo>
                <a:cubicBezTo>
                  <a:pt x="718649" y="532958"/>
                  <a:pt x="716057" y="538622"/>
                  <a:pt x="710248" y="551325"/>
                </a:cubicBezTo>
                <a:lnTo>
                  <a:pt x="601590" y="533172"/>
                </a:lnTo>
                <a:lnTo>
                  <a:pt x="571027" y="568426"/>
                </a:lnTo>
                <a:lnTo>
                  <a:pt x="604135" y="673717"/>
                </a:lnTo>
                <a:lnTo>
                  <a:pt x="593851" y="680319"/>
                </a:lnTo>
                <a:cubicBezTo>
                  <a:pt x="580741" y="688737"/>
                  <a:pt x="579052" y="689822"/>
                  <a:pt x="559716" y="702243"/>
                </a:cubicBezTo>
                <a:lnTo>
                  <a:pt x="478119" y="628091"/>
                </a:lnTo>
                <a:cubicBezTo>
                  <a:pt x="458774" y="633763"/>
                  <a:pt x="453111" y="635421"/>
                  <a:pt x="434104" y="640987"/>
                </a:cubicBezTo>
                <a:lnTo>
                  <a:pt x="433395" y="641194"/>
                </a:lnTo>
                <a:lnTo>
                  <a:pt x="404442" y="747730"/>
                </a:lnTo>
                <a:close/>
                <a:moveTo>
                  <a:pt x="382097" y="196890"/>
                </a:moveTo>
                <a:cubicBezTo>
                  <a:pt x="477737" y="196890"/>
                  <a:pt x="555271" y="274665"/>
                  <a:pt x="555271" y="370602"/>
                </a:cubicBezTo>
                <a:cubicBezTo>
                  <a:pt x="555271" y="466540"/>
                  <a:pt x="477737" y="544314"/>
                  <a:pt x="382097" y="544314"/>
                </a:cubicBezTo>
                <a:cubicBezTo>
                  <a:pt x="286458" y="544314"/>
                  <a:pt x="208924" y="466540"/>
                  <a:pt x="208924" y="370602"/>
                </a:cubicBezTo>
                <a:cubicBezTo>
                  <a:pt x="208924" y="274665"/>
                  <a:pt x="286458" y="196890"/>
                  <a:pt x="382097" y="196890"/>
                </a:cubicBezTo>
                <a:close/>
                <a:moveTo>
                  <a:pt x="384809" y="747712"/>
                </a:moveTo>
                <a:cubicBezTo>
                  <a:pt x="375284" y="747712"/>
                  <a:pt x="370522" y="750570"/>
                  <a:pt x="351472" y="747712"/>
                </a:cubicBezTo>
                <a:cubicBezTo>
                  <a:pt x="350519" y="710565"/>
                  <a:pt x="331469" y="677227"/>
                  <a:pt x="322897" y="641032"/>
                </a:cubicBezTo>
                <a:cubicBezTo>
                  <a:pt x="313372" y="639127"/>
                  <a:pt x="306704" y="637222"/>
                  <a:pt x="300989" y="634365"/>
                </a:cubicBezTo>
                <a:cubicBezTo>
                  <a:pt x="294322" y="631507"/>
                  <a:pt x="286702" y="634365"/>
                  <a:pt x="278129" y="627697"/>
                </a:cubicBezTo>
                <a:cubicBezTo>
                  <a:pt x="257175" y="658177"/>
                  <a:pt x="220027" y="673417"/>
                  <a:pt x="196214" y="701992"/>
                </a:cubicBezTo>
                <a:cubicBezTo>
                  <a:pt x="187642" y="699134"/>
                  <a:pt x="184784" y="692467"/>
                  <a:pt x="180022" y="691515"/>
                </a:cubicBezTo>
                <a:cubicBezTo>
                  <a:pt x="170497" y="688657"/>
                  <a:pt x="168592" y="682942"/>
                  <a:pt x="152400" y="673417"/>
                </a:cubicBezTo>
                <a:cubicBezTo>
                  <a:pt x="165734" y="639127"/>
                  <a:pt x="177164" y="603884"/>
                  <a:pt x="185737" y="567690"/>
                </a:cubicBezTo>
                <a:cubicBezTo>
                  <a:pt x="184784" y="564832"/>
                  <a:pt x="180975" y="561975"/>
                  <a:pt x="178117" y="559117"/>
                </a:cubicBezTo>
                <a:cubicBezTo>
                  <a:pt x="168592" y="552450"/>
                  <a:pt x="166687" y="543877"/>
                  <a:pt x="155257" y="532447"/>
                </a:cubicBezTo>
                <a:cubicBezTo>
                  <a:pt x="119062" y="540067"/>
                  <a:pt x="82867" y="545782"/>
                  <a:pt x="46672" y="550545"/>
                </a:cubicBezTo>
                <a:cubicBezTo>
                  <a:pt x="36194" y="541020"/>
                  <a:pt x="40004" y="530542"/>
                  <a:pt x="35242" y="526732"/>
                </a:cubicBezTo>
                <a:cubicBezTo>
                  <a:pt x="31432" y="521970"/>
                  <a:pt x="29527" y="515302"/>
                  <a:pt x="24764" y="501967"/>
                </a:cubicBezTo>
                <a:cubicBezTo>
                  <a:pt x="60007" y="490537"/>
                  <a:pt x="81914" y="456247"/>
                  <a:pt x="109537" y="432434"/>
                </a:cubicBezTo>
                <a:cubicBezTo>
                  <a:pt x="106679" y="421957"/>
                  <a:pt x="105727" y="415290"/>
                  <a:pt x="106679" y="408622"/>
                </a:cubicBezTo>
                <a:cubicBezTo>
                  <a:pt x="106679" y="401954"/>
                  <a:pt x="106679" y="395287"/>
                  <a:pt x="102869" y="385762"/>
                </a:cubicBezTo>
                <a:cubicBezTo>
                  <a:pt x="69532" y="371475"/>
                  <a:pt x="35242" y="357187"/>
                  <a:pt x="1904" y="341947"/>
                </a:cubicBezTo>
                <a:cubicBezTo>
                  <a:pt x="0" y="328612"/>
                  <a:pt x="2857" y="320992"/>
                  <a:pt x="5714" y="316229"/>
                </a:cubicBezTo>
                <a:cubicBezTo>
                  <a:pt x="8572" y="310515"/>
                  <a:pt x="5714" y="302895"/>
                  <a:pt x="9525" y="289559"/>
                </a:cubicBezTo>
                <a:cubicBezTo>
                  <a:pt x="45719" y="281940"/>
                  <a:pt x="83819" y="286702"/>
                  <a:pt x="119062" y="276225"/>
                </a:cubicBezTo>
                <a:cubicBezTo>
                  <a:pt x="120967" y="262890"/>
                  <a:pt x="126682" y="257175"/>
                  <a:pt x="131444" y="249554"/>
                </a:cubicBezTo>
                <a:cubicBezTo>
                  <a:pt x="133350" y="245745"/>
                  <a:pt x="137159" y="240982"/>
                  <a:pt x="138112" y="234315"/>
                </a:cubicBezTo>
                <a:cubicBezTo>
                  <a:pt x="126682" y="199072"/>
                  <a:pt x="95250" y="174307"/>
                  <a:pt x="77152" y="141922"/>
                </a:cubicBezTo>
                <a:cubicBezTo>
                  <a:pt x="93344" y="127634"/>
                  <a:pt x="97154" y="125729"/>
                  <a:pt x="102869" y="112395"/>
                </a:cubicBezTo>
                <a:cubicBezTo>
                  <a:pt x="103822" y="108584"/>
                  <a:pt x="107632" y="105727"/>
                  <a:pt x="111442" y="101917"/>
                </a:cubicBezTo>
                <a:cubicBezTo>
                  <a:pt x="143827" y="120015"/>
                  <a:pt x="178117" y="134302"/>
                  <a:pt x="210502" y="150495"/>
                </a:cubicBezTo>
                <a:cubicBezTo>
                  <a:pt x="225742" y="146684"/>
                  <a:pt x="238125" y="135254"/>
                  <a:pt x="249554" y="124777"/>
                </a:cubicBezTo>
                <a:cubicBezTo>
                  <a:pt x="247650" y="88582"/>
                  <a:pt x="249554" y="51435"/>
                  <a:pt x="247650" y="15239"/>
                </a:cubicBezTo>
                <a:cubicBezTo>
                  <a:pt x="252412" y="12382"/>
                  <a:pt x="257175" y="12382"/>
                  <a:pt x="260032" y="11429"/>
                </a:cubicBezTo>
                <a:cubicBezTo>
                  <a:pt x="274319" y="6667"/>
                  <a:pt x="278129" y="8572"/>
                  <a:pt x="298132" y="0"/>
                </a:cubicBezTo>
                <a:cubicBezTo>
                  <a:pt x="304800" y="36195"/>
                  <a:pt x="348614" y="58102"/>
                  <a:pt x="355282" y="94297"/>
                </a:cubicBezTo>
                <a:cubicBezTo>
                  <a:pt x="370522" y="98107"/>
                  <a:pt x="386714" y="95250"/>
                  <a:pt x="401954" y="94297"/>
                </a:cubicBezTo>
                <a:cubicBezTo>
                  <a:pt x="417194" y="60960"/>
                  <a:pt x="434339" y="26670"/>
                  <a:pt x="460057" y="0"/>
                </a:cubicBezTo>
                <a:cubicBezTo>
                  <a:pt x="474344" y="0"/>
                  <a:pt x="479107" y="7620"/>
                  <a:pt x="485775" y="7620"/>
                </a:cubicBezTo>
                <a:cubicBezTo>
                  <a:pt x="491489" y="7620"/>
                  <a:pt x="499109" y="7620"/>
                  <a:pt x="510539" y="15239"/>
                </a:cubicBezTo>
                <a:cubicBezTo>
                  <a:pt x="521017" y="50482"/>
                  <a:pt x="515302" y="89534"/>
                  <a:pt x="508634" y="125729"/>
                </a:cubicBezTo>
                <a:cubicBezTo>
                  <a:pt x="518159" y="128587"/>
                  <a:pt x="521969" y="134302"/>
                  <a:pt x="527684" y="138112"/>
                </a:cubicBezTo>
                <a:cubicBezTo>
                  <a:pt x="533400" y="141922"/>
                  <a:pt x="538162" y="146684"/>
                  <a:pt x="547687" y="150495"/>
                </a:cubicBezTo>
                <a:cubicBezTo>
                  <a:pt x="582929" y="140970"/>
                  <a:pt x="618172" y="125729"/>
                  <a:pt x="646747" y="102870"/>
                </a:cubicBezTo>
                <a:cubicBezTo>
                  <a:pt x="653414" y="119062"/>
                  <a:pt x="671512" y="127634"/>
                  <a:pt x="681037" y="142875"/>
                </a:cubicBezTo>
                <a:cubicBezTo>
                  <a:pt x="661987" y="174307"/>
                  <a:pt x="640079" y="203834"/>
                  <a:pt x="619125" y="234315"/>
                </a:cubicBezTo>
                <a:cubicBezTo>
                  <a:pt x="623887" y="244792"/>
                  <a:pt x="625792" y="252412"/>
                  <a:pt x="630554" y="258127"/>
                </a:cubicBezTo>
                <a:cubicBezTo>
                  <a:pt x="633412" y="262890"/>
                  <a:pt x="636269" y="268604"/>
                  <a:pt x="639127" y="277177"/>
                </a:cubicBezTo>
                <a:cubicBezTo>
                  <a:pt x="675322" y="278129"/>
                  <a:pt x="711517" y="283845"/>
                  <a:pt x="747712" y="290512"/>
                </a:cubicBezTo>
                <a:cubicBezTo>
                  <a:pt x="743902" y="307657"/>
                  <a:pt x="748664" y="326707"/>
                  <a:pt x="755332" y="342900"/>
                </a:cubicBezTo>
                <a:cubicBezTo>
                  <a:pt x="721042" y="356234"/>
                  <a:pt x="686752" y="368617"/>
                  <a:pt x="654367" y="386715"/>
                </a:cubicBezTo>
                <a:cubicBezTo>
                  <a:pt x="653414" y="395287"/>
                  <a:pt x="653414" y="401954"/>
                  <a:pt x="651509" y="407670"/>
                </a:cubicBezTo>
                <a:cubicBezTo>
                  <a:pt x="648652" y="414337"/>
                  <a:pt x="646747" y="421004"/>
                  <a:pt x="647700" y="432434"/>
                </a:cubicBezTo>
                <a:cubicBezTo>
                  <a:pt x="670559" y="461009"/>
                  <a:pt x="701992" y="481965"/>
                  <a:pt x="732472" y="502920"/>
                </a:cubicBezTo>
                <a:cubicBezTo>
                  <a:pt x="724852" y="515302"/>
                  <a:pt x="721994" y="521017"/>
                  <a:pt x="721042" y="527684"/>
                </a:cubicBezTo>
                <a:cubicBezTo>
                  <a:pt x="720089" y="533400"/>
                  <a:pt x="716279" y="538162"/>
                  <a:pt x="710564" y="551497"/>
                </a:cubicBezTo>
                <a:cubicBezTo>
                  <a:pt x="673417" y="551497"/>
                  <a:pt x="638175" y="535304"/>
                  <a:pt x="601979" y="533400"/>
                </a:cubicBezTo>
                <a:cubicBezTo>
                  <a:pt x="592454" y="545782"/>
                  <a:pt x="580072" y="556259"/>
                  <a:pt x="571500" y="568642"/>
                </a:cubicBezTo>
                <a:cubicBezTo>
                  <a:pt x="587692" y="601979"/>
                  <a:pt x="588644" y="640079"/>
                  <a:pt x="603884" y="673417"/>
                </a:cubicBezTo>
                <a:cubicBezTo>
                  <a:pt x="600075" y="674370"/>
                  <a:pt x="597217" y="678179"/>
                  <a:pt x="593407" y="680084"/>
                </a:cubicBezTo>
                <a:cubicBezTo>
                  <a:pt x="581977" y="689609"/>
                  <a:pt x="578167" y="688657"/>
                  <a:pt x="560069" y="701992"/>
                </a:cubicBezTo>
                <a:cubicBezTo>
                  <a:pt x="539114" y="671512"/>
                  <a:pt x="511492" y="643890"/>
                  <a:pt x="478154" y="627697"/>
                </a:cubicBezTo>
                <a:cubicBezTo>
                  <a:pt x="460057" y="636270"/>
                  <a:pt x="450532" y="630554"/>
                  <a:pt x="434339" y="641032"/>
                </a:cubicBezTo>
                <a:cubicBezTo>
                  <a:pt x="428625" y="678179"/>
                  <a:pt x="420052" y="714375"/>
                  <a:pt x="404812" y="747712"/>
                </a:cubicBezTo>
                <a:cubicBezTo>
                  <a:pt x="398144" y="745807"/>
                  <a:pt x="391477" y="748665"/>
                  <a:pt x="384809" y="747712"/>
                </a:cubicBezTo>
                <a:moveTo>
                  <a:pt x="381952" y="197167"/>
                </a:moveTo>
                <a:cubicBezTo>
                  <a:pt x="286702" y="191452"/>
                  <a:pt x="211454" y="274320"/>
                  <a:pt x="208597" y="370522"/>
                </a:cubicBezTo>
                <a:cubicBezTo>
                  <a:pt x="205739" y="466725"/>
                  <a:pt x="286702" y="552450"/>
                  <a:pt x="381952" y="543877"/>
                </a:cubicBezTo>
                <a:cubicBezTo>
                  <a:pt x="477202" y="536257"/>
                  <a:pt x="549592" y="466725"/>
                  <a:pt x="555307" y="370522"/>
                </a:cubicBezTo>
                <a:cubicBezTo>
                  <a:pt x="561022" y="275272"/>
                  <a:pt x="476250" y="182879"/>
                  <a:pt x="381952" y="197167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9EB209-B1E9-EB00-FC8E-F742101F4CB6}"/>
              </a:ext>
            </a:extLst>
          </p:cNvPr>
          <p:cNvSpPr/>
          <p:nvPr/>
        </p:nvSpPr>
        <p:spPr>
          <a:xfrm>
            <a:off x="4805631" y="3646458"/>
            <a:ext cx="1383496" cy="1191853"/>
          </a:xfrm>
          <a:custGeom>
            <a:avLst/>
            <a:gdLst/>
            <a:ahLst/>
            <a:cxnLst/>
            <a:rect l="0" t="0" r="0" b="0"/>
            <a:pathLst>
              <a:path w="867727" h="840104">
                <a:moveTo>
                  <a:pt x="1904" y="415289"/>
                </a:moveTo>
                <a:lnTo>
                  <a:pt x="59054" y="417194"/>
                </a:lnTo>
                <a:lnTo>
                  <a:pt x="56197" y="477202"/>
                </a:lnTo>
                <a:lnTo>
                  <a:pt x="0" y="457200"/>
                </a:lnTo>
                <a:lnTo>
                  <a:pt x="1904" y="415289"/>
                </a:lnTo>
                <a:moveTo>
                  <a:pt x="56197" y="477202"/>
                </a:moveTo>
                <a:lnTo>
                  <a:pt x="99059" y="421004"/>
                </a:lnTo>
                <a:lnTo>
                  <a:pt x="38100" y="406717"/>
                </a:lnTo>
                <a:lnTo>
                  <a:pt x="0" y="457200"/>
                </a:lnTo>
                <a:lnTo>
                  <a:pt x="56197" y="477202"/>
                </a:lnTo>
                <a:moveTo>
                  <a:pt x="38100" y="406717"/>
                </a:moveTo>
                <a:lnTo>
                  <a:pt x="53340" y="485775"/>
                </a:lnTo>
                <a:lnTo>
                  <a:pt x="112395" y="486727"/>
                </a:lnTo>
                <a:lnTo>
                  <a:pt x="99059" y="421004"/>
                </a:lnTo>
                <a:lnTo>
                  <a:pt x="38100" y="406717"/>
                </a:lnTo>
                <a:moveTo>
                  <a:pt x="112395" y="486727"/>
                </a:moveTo>
                <a:lnTo>
                  <a:pt x="167640" y="265747"/>
                </a:lnTo>
                <a:lnTo>
                  <a:pt x="110490" y="259079"/>
                </a:lnTo>
                <a:lnTo>
                  <a:pt x="53340" y="485775"/>
                </a:lnTo>
                <a:lnTo>
                  <a:pt x="112395" y="486727"/>
                </a:lnTo>
                <a:moveTo>
                  <a:pt x="110490" y="259079"/>
                </a:moveTo>
                <a:lnTo>
                  <a:pt x="117157" y="629602"/>
                </a:lnTo>
                <a:lnTo>
                  <a:pt x="174307" y="632459"/>
                </a:lnTo>
                <a:lnTo>
                  <a:pt x="167640" y="265747"/>
                </a:lnTo>
                <a:lnTo>
                  <a:pt x="110490" y="259079"/>
                </a:lnTo>
                <a:moveTo>
                  <a:pt x="174307" y="632459"/>
                </a:moveTo>
                <a:lnTo>
                  <a:pt x="228600" y="133350"/>
                </a:lnTo>
                <a:lnTo>
                  <a:pt x="171450" y="130492"/>
                </a:lnTo>
                <a:lnTo>
                  <a:pt x="117157" y="629602"/>
                </a:lnTo>
                <a:lnTo>
                  <a:pt x="174307" y="632459"/>
                </a:lnTo>
                <a:moveTo>
                  <a:pt x="171450" y="130492"/>
                </a:moveTo>
                <a:lnTo>
                  <a:pt x="188595" y="647700"/>
                </a:lnTo>
                <a:lnTo>
                  <a:pt x="245745" y="649604"/>
                </a:lnTo>
                <a:lnTo>
                  <a:pt x="228600" y="133350"/>
                </a:lnTo>
                <a:lnTo>
                  <a:pt x="171450" y="130492"/>
                </a:lnTo>
                <a:moveTo>
                  <a:pt x="245745" y="649604"/>
                </a:moveTo>
                <a:lnTo>
                  <a:pt x="297179" y="120967"/>
                </a:lnTo>
                <a:lnTo>
                  <a:pt x="240029" y="118109"/>
                </a:lnTo>
                <a:lnTo>
                  <a:pt x="188595" y="647700"/>
                </a:lnTo>
                <a:lnTo>
                  <a:pt x="245745" y="649604"/>
                </a:lnTo>
                <a:moveTo>
                  <a:pt x="240029" y="118109"/>
                </a:moveTo>
                <a:lnTo>
                  <a:pt x="297179" y="120967"/>
                </a:lnTo>
                <a:lnTo>
                  <a:pt x="296227" y="339089"/>
                </a:lnTo>
                <a:lnTo>
                  <a:pt x="239077" y="333375"/>
                </a:lnTo>
                <a:lnTo>
                  <a:pt x="240029" y="118109"/>
                </a:lnTo>
                <a:moveTo>
                  <a:pt x="296227" y="339089"/>
                </a:moveTo>
                <a:lnTo>
                  <a:pt x="352425" y="61912"/>
                </a:lnTo>
                <a:lnTo>
                  <a:pt x="295275" y="57150"/>
                </a:lnTo>
                <a:lnTo>
                  <a:pt x="239077" y="333375"/>
                </a:lnTo>
                <a:lnTo>
                  <a:pt x="296227" y="339089"/>
                </a:lnTo>
                <a:moveTo>
                  <a:pt x="295275" y="57150"/>
                </a:moveTo>
                <a:lnTo>
                  <a:pt x="303847" y="269557"/>
                </a:lnTo>
                <a:lnTo>
                  <a:pt x="361950" y="276225"/>
                </a:lnTo>
                <a:lnTo>
                  <a:pt x="352425" y="61912"/>
                </a:lnTo>
                <a:lnTo>
                  <a:pt x="295275" y="57150"/>
                </a:lnTo>
                <a:moveTo>
                  <a:pt x="361950" y="276225"/>
                </a:moveTo>
                <a:lnTo>
                  <a:pt x="423862" y="58102"/>
                </a:lnTo>
                <a:lnTo>
                  <a:pt x="365759" y="52387"/>
                </a:lnTo>
                <a:lnTo>
                  <a:pt x="303847" y="269557"/>
                </a:lnTo>
                <a:lnTo>
                  <a:pt x="361950" y="276225"/>
                </a:lnTo>
                <a:moveTo>
                  <a:pt x="365759" y="52387"/>
                </a:moveTo>
                <a:lnTo>
                  <a:pt x="375284" y="223837"/>
                </a:lnTo>
                <a:lnTo>
                  <a:pt x="433387" y="230504"/>
                </a:lnTo>
                <a:lnTo>
                  <a:pt x="423862" y="58102"/>
                </a:lnTo>
                <a:lnTo>
                  <a:pt x="365759" y="52387"/>
                </a:lnTo>
                <a:moveTo>
                  <a:pt x="433387" y="230504"/>
                </a:moveTo>
                <a:lnTo>
                  <a:pt x="502920" y="9525"/>
                </a:lnTo>
                <a:lnTo>
                  <a:pt x="445770" y="0"/>
                </a:lnTo>
                <a:lnTo>
                  <a:pt x="375284" y="223837"/>
                </a:lnTo>
                <a:lnTo>
                  <a:pt x="433387" y="230504"/>
                </a:lnTo>
                <a:moveTo>
                  <a:pt x="445770" y="0"/>
                </a:moveTo>
                <a:lnTo>
                  <a:pt x="502920" y="9525"/>
                </a:lnTo>
                <a:lnTo>
                  <a:pt x="501967" y="222884"/>
                </a:lnTo>
                <a:lnTo>
                  <a:pt x="444817" y="216217"/>
                </a:lnTo>
                <a:lnTo>
                  <a:pt x="445770" y="0"/>
                </a:lnTo>
                <a:moveTo>
                  <a:pt x="501967" y="222884"/>
                </a:moveTo>
                <a:lnTo>
                  <a:pt x="541972" y="61912"/>
                </a:lnTo>
                <a:lnTo>
                  <a:pt x="483870" y="56197"/>
                </a:lnTo>
                <a:lnTo>
                  <a:pt x="444817" y="216217"/>
                </a:lnTo>
                <a:lnTo>
                  <a:pt x="501967" y="222884"/>
                </a:lnTo>
                <a:moveTo>
                  <a:pt x="483870" y="56197"/>
                </a:moveTo>
                <a:lnTo>
                  <a:pt x="491490" y="250507"/>
                </a:lnTo>
                <a:lnTo>
                  <a:pt x="548640" y="256222"/>
                </a:lnTo>
                <a:lnTo>
                  <a:pt x="541972" y="61912"/>
                </a:lnTo>
                <a:lnTo>
                  <a:pt x="483870" y="56197"/>
                </a:lnTo>
                <a:moveTo>
                  <a:pt x="548640" y="256222"/>
                </a:moveTo>
                <a:lnTo>
                  <a:pt x="604837" y="19050"/>
                </a:lnTo>
                <a:lnTo>
                  <a:pt x="547687" y="13334"/>
                </a:lnTo>
                <a:lnTo>
                  <a:pt x="491490" y="250507"/>
                </a:lnTo>
                <a:lnTo>
                  <a:pt x="548640" y="256222"/>
                </a:lnTo>
                <a:moveTo>
                  <a:pt x="547687" y="13334"/>
                </a:moveTo>
                <a:lnTo>
                  <a:pt x="550545" y="281939"/>
                </a:lnTo>
                <a:lnTo>
                  <a:pt x="607695" y="294322"/>
                </a:lnTo>
                <a:lnTo>
                  <a:pt x="604837" y="19050"/>
                </a:lnTo>
                <a:lnTo>
                  <a:pt x="547687" y="13334"/>
                </a:lnTo>
                <a:moveTo>
                  <a:pt x="607695" y="294322"/>
                </a:moveTo>
                <a:lnTo>
                  <a:pt x="676275" y="148589"/>
                </a:lnTo>
                <a:lnTo>
                  <a:pt x="619125" y="135254"/>
                </a:lnTo>
                <a:lnTo>
                  <a:pt x="550545" y="281939"/>
                </a:lnTo>
                <a:lnTo>
                  <a:pt x="607695" y="294322"/>
                </a:lnTo>
                <a:moveTo>
                  <a:pt x="619125" y="135254"/>
                </a:moveTo>
                <a:lnTo>
                  <a:pt x="676275" y="148589"/>
                </a:lnTo>
                <a:lnTo>
                  <a:pt x="675322" y="742950"/>
                </a:lnTo>
                <a:lnTo>
                  <a:pt x="618172" y="740092"/>
                </a:lnTo>
                <a:lnTo>
                  <a:pt x="619125" y="135254"/>
                </a:lnTo>
                <a:moveTo>
                  <a:pt x="675322" y="742950"/>
                </a:moveTo>
                <a:lnTo>
                  <a:pt x="740092" y="115252"/>
                </a:lnTo>
                <a:lnTo>
                  <a:pt x="682942" y="112394"/>
                </a:lnTo>
                <a:lnTo>
                  <a:pt x="618172" y="740092"/>
                </a:lnTo>
                <a:lnTo>
                  <a:pt x="675322" y="742950"/>
                </a:lnTo>
                <a:moveTo>
                  <a:pt x="682942" y="112394"/>
                </a:moveTo>
                <a:lnTo>
                  <a:pt x="740092" y="115252"/>
                </a:lnTo>
                <a:lnTo>
                  <a:pt x="729615" y="637222"/>
                </a:lnTo>
                <a:lnTo>
                  <a:pt x="672465" y="605789"/>
                </a:lnTo>
                <a:lnTo>
                  <a:pt x="682942" y="112394"/>
                </a:lnTo>
                <a:moveTo>
                  <a:pt x="729615" y="637222"/>
                </a:moveTo>
                <a:lnTo>
                  <a:pt x="809625" y="585787"/>
                </a:lnTo>
                <a:lnTo>
                  <a:pt x="752475" y="554354"/>
                </a:lnTo>
                <a:lnTo>
                  <a:pt x="672465" y="605789"/>
                </a:lnTo>
                <a:lnTo>
                  <a:pt x="729615" y="637222"/>
                </a:lnTo>
                <a:moveTo>
                  <a:pt x="752475" y="554354"/>
                </a:moveTo>
                <a:lnTo>
                  <a:pt x="809625" y="585787"/>
                </a:lnTo>
                <a:lnTo>
                  <a:pt x="808672" y="635317"/>
                </a:lnTo>
                <a:lnTo>
                  <a:pt x="751522" y="634364"/>
                </a:lnTo>
                <a:lnTo>
                  <a:pt x="752475" y="554354"/>
                </a:lnTo>
                <a:moveTo>
                  <a:pt x="41909" y="266700"/>
                </a:moveTo>
                <a:lnTo>
                  <a:pt x="59054" y="340994"/>
                </a:lnTo>
                <a:lnTo>
                  <a:pt x="114300" y="328612"/>
                </a:lnTo>
                <a:lnTo>
                  <a:pt x="97154" y="254317"/>
                </a:lnTo>
                <a:lnTo>
                  <a:pt x="41909" y="266700"/>
                </a:lnTo>
                <a:moveTo>
                  <a:pt x="46672" y="581977"/>
                </a:moveTo>
                <a:lnTo>
                  <a:pt x="59054" y="650557"/>
                </a:lnTo>
                <a:lnTo>
                  <a:pt x="115252" y="641032"/>
                </a:lnTo>
                <a:lnTo>
                  <a:pt x="102870" y="572452"/>
                </a:lnTo>
                <a:lnTo>
                  <a:pt x="46672" y="581977"/>
                </a:lnTo>
                <a:moveTo>
                  <a:pt x="109537" y="98107"/>
                </a:moveTo>
                <a:lnTo>
                  <a:pt x="120967" y="180975"/>
                </a:lnTo>
                <a:lnTo>
                  <a:pt x="177165" y="173354"/>
                </a:lnTo>
                <a:lnTo>
                  <a:pt x="165734" y="90487"/>
                </a:lnTo>
                <a:lnTo>
                  <a:pt x="109537" y="98107"/>
                </a:lnTo>
                <a:moveTo>
                  <a:pt x="172402" y="675322"/>
                </a:moveTo>
                <a:lnTo>
                  <a:pt x="178117" y="754379"/>
                </a:lnTo>
                <a:lnTo>
                  <a:pt x="235267" y="758189"/>
                </a:lnTo>
                <a:lnTo>
                  <a:pt x="228600" y="670559"/>
                </a:lnTo>
                <a:lnTo>
                  <a:pt x="172402" y="675322"/>
                </a:lnTo>
                <a:moveTo>
                  <a:pt x="235267" y="758189"/>
                </a:moveTo>
                <a:lnTo>
                  <a:pt x="302895" y="468629"/>
                </a:lnTo>
                <a:lnTo>
                  <a:pt x="246697" y="460057"/>
                </a:lnTo>
                <a:lnTo>
                  <a:pt x="178117" y="754379"/>
                </a:lnTo>
                <a:lnTo>
                  <a:pt x="235267" y="758189"/>
                </a:lnTo>
                <a:moveTo>
                  <a:pt x="246697" y="460057"/>
                </a:moveTo>
                <a:lnTo>
                  <a:pt x="302895" y="468629"/>
                </a:lnTo>
                <a:lnTo>
                  <a:pt x="284797" y="709612"/>
                </a:lnTo>
                <a:lnTo>
                  <a:pt x="228600" y="696277"/>
                </a:lnTo>
                <a:lnTo>
                  <a:pt x="246697" y="460057"/>
                </a:lnTo>
                <a:moveTo>
                  <a:pt x="284797" y="709612"/>
                </a:moveTo>
                <a:lnTo>
                  <a:pt x="353377" y="554354"/>
                </a:lnTo>
                <a:lnTo>
                  <a:pt x="294322" y="544829"/>
                </a:lnTo>
                <a:lnTo>
                  <a:pt x="228600" y="696277"/>
                </a:lnTo>
                <a:lnTo>
                  <a:pt x="284797" y="709612"/>
                </a:lnTo>
                <a:moveTo>
                  <a:pt x="294322" y="544829"/>
                </a:moveTo>
                <a:lnTo>
                  <a:pt x="311467" y="730567"/>
                </a:lnTo>
                <a:lnTo>
                  <a:pt x="369570" y="738187"/>
                </a:lnTo>
                <a:lnTo>
                  <a:pt x="353377" y="554354"/>
                </a:lnTo>
                <a:lnTo>
                  <a:pt x="294322" y="544829"/>
                </a:lnTo>
                <a:moveTo>
                  <a:pt x="369570" y="738187"/>
                </a:moveTo>
                <a:lnTo>
                  <a:pt x="426720" y="581025"/>
                </a:lnTo>
                <a:lnTo>
                  <a:pt x="370522" y="570547"/>
                </a:lnTo>
                <a:lnTo>
                  <a:pt x="311467" y="730567"/>
                </a:lnTo>
                <a:lnTo>
                  <a:pt x="369570" y="738187"/>
                </a:lnTo>
                <a:moveTo>
                  <a:pt x="370522" y="570547"/>
                </a:moveTo>
                <a:lnTo>
                  <a:pt x="366712" y="782954"/>
                </a:lnTo>
                <a:lnTo>
                  <a:pt x="423862" y="791527"/>
                </a:lnTo>
                <a:lnTo>
                  <a:pt x="426720" y="581025"/>
                </a:lnTo>
                <a:lnTo>
                  <a:pt x="370522" y="570547"/>
                </a:lnTo>
                <a:moveTo>
                  <a:pt x="423862" y="791527"/>
                </a:moveTo>
                <a:lnTo>
                  <a:pt x="478154" y="594359"/>
                </a:lnTo>
                <a:lnTo>
                  <a:pt x="421004" y="587692"/>
                </a:lnTo>
                <a:lnTo>
                  <a:pt x="366712" y="782954"/>
                </a:lnTo>
                <a:lnTo>
                  <a:pt x="423862" y="791527"/>
                </a:lnTo>
                <a:moveTo>
                  <a:pt x="421004" y="587692"/>
                </a:moveTo>
                <a:lnTo>
                  <a:pt x="424815" y="736282"/>
                </a:lnTo>
                <a:lnTo>
                  <a:pt x="481965" y="745807"/>
                </a:lnTo>
                <a:lnTo>
                  <a:pt x="478154" y="594359"/>
                </a:lnTo>
                <a:lnTo>
                  <a:pt x="421004" y="587692"/>
                </a:lnTo>
                <a:moveTo>
                  <a:pt x="481965" y="745807"/>
                </a:moveTo>
                <a:lnTo>
                  <a:pt x="547687" y="566737"/>
                </a:lnTo>
                <a:lnTo>
                  <a:pt x="491490" y="555307"/>
                </a:lnTo>
                <a:lnTo>
                  <a:pt x="424815" y="736282"/>
                </a:lnTo>
                <a:lnTo>
                  <a:pt x="481965" y="745807"/>
                </a:lnTo>
                <a:moveTo>
                  <a:pt x="491490" y="555307"/>
                </a:moveTo>
                <a:lnTo>
                  <a:pt x="547687" y="566737"/>
                </a:lnTo>
                <a:lnTo>
                  <a:pt x="541020" y="840104"/>
                </a:lnTo>
                <a:lnTo>
                  <a:pt x="483870" y="832484"/>
                </a:lnTo>
                <a:lnTo>
                  <a:pt x="491490" y="555307"/>
                </a:lnTo>
                <a:moveTo>
                  <a:pt x="541020" y="840104"/>
                </a:moveTo>
                <a:lnTo>
                  <a:pt x="621982" y="529589"/>
                </a:lnTo>
                <a:lnTo>
                  <a:pt x="565784" y="519112"/>
                </a:lnTo>
                <a:lnTo>
                  <a:pt x="483870" y="832484"/>
                </a:lnTo>
                <a:lnTo>
                  <a:pt x="541020" y="840104"/>
                </a:lnTo>
                <a:moveTo>
                  <a:pt x="565784" y="519112"/>
                </a:moveTo>
                <a:lnTo>
                  <a:pt x="621982" y="529589"/>
                </a:lnTo>
                <a:lnTo>
                  <a:pt x="603884" y="717232"/>
                </a:lnTo>
                <a:lnTo>
                  <a:pt x="546734" y="711517"/>
                </a:lnTo>
                <a:lnTo>
                  <a:pt x="565784" y="519112"/>
                </a:lnTo>
                <a:moveTo>
                  <a:pt x="239077" y="9525"/>
                </a:moveTo>
                <a:lnTo>
                  <a:pt x="232409" y="97154"/>
                </a:lnTo>
                <a:lnTo>
                  <a:pt x="289559" y="100964"/>
                </a:lnTo>
                <a:lnTo>
                  <a:pt x="296227" y="14287"/>
                </a:lnTo>
                <a:lnTo>
                  <a:pt x="239077" y="9525"/>
                </a:lnTo>
                <a:moveTo>
                  <a:pt x="752475" y="261937"/>
                </a:moveTo>
                <a:lnTo>
                  <a:pt x="754379" y="339089"/>
                </a:lnTo>
                <a:lnTo>
                  <a:pt x="812482" y="350519"/>
                </a:lnTo>
                <a:lnTo>
                  <a:pt x="809625" y="260032"/>
                </a:lnTo>
                <a:lnTo>
                  <a:pt x="752475" y="261937"/>
                </a:lnTo>
                <a:moveTo>
                  <a:pt x="812482" y="350519"/>
                </a:moveTo>
                <a:lnTo>
                  <a:pt x="852487" y="260984"/>
                </a:lnTo>
                <a:lnTo>
                  <a:pt x="790575" y="258127"/>
                </a:lnTo>
                <a:lnTo>
                  <a:pt x="754379" y="339089"/>
                </a:lnTo>
                <a:lnTo>
                  <a:pt x="812482" y="350519"/>
                </a:lnTo>
                <a:moveTo>
                  <a:pt x="790575" y="258127"/>
                </a:moveTo>
                <a:lnTo>
                  <a:pt x="813434" y="324802"/>
                </a:lnTo>
                <a:lnTo>
                  <a:pt x="867727" y="305752"/>
                </a:lnTo>
                <a:lnTo>
                  <a:pt x="852487" y="260984"/>
                </a:lnTo>
                <a:lnTo>
                  <a:pt x="790575" y="258127"/>
                </a:lnTo>
                <a:moveTo>
                  <a:pt x="738187" y="393382"/>
                </a:moveTo>
                <a:lnTo>
                  <a:pt x="744854" y="467677"/>
                </a:lnTo>
                <a:lnTo>
                  <a:pt x="803909" y="486727"/>
                </a:lnTo>
                <a:lnTo>
                  <a:pt x="795337" y="387667"/>
                </a:lnTo>
                <a:lnTo>
                  <a:pt x="738187" y="393382"/>
                </a:lnTo>
                <a:moveTo>
                  <a:pt x="803909" y="486727"/>
                </a:moveTo>
                <a:lnTo>
                  <a:pt x="851534" y="434339"/>
                </a:lnTo>
                <a:lnTo>
                  <a:pt x="788670" y="418147"/>
                </a:lnTo>
                <a:lnTo>
                  <a:pt x="744854" y="467677"/>
                </a:lnTo>
                <a:lnTo>
                  <a:pt x="803909" y="486727"/>
                </a:lnTo>
                <a:moveTo>
                  <a:pt x="788670" y="418147"/>
                </a:moveTo>
                <a:lnTo>
                  <a:pt x="806767" y="497204"/>
                </a:lnTo>
                <a:lnTo>
                  <a:pt x="862965" y="484822"/>
                </a:lnTo>
                <a:lnTo>
                  <a:pt x="851534" y="434339"/>
                </a:lnTo>
                <a:lnTo>
                  <a:pt x="788670" y="418147"/>
                </a:lnTo>
              </a:path>
            </a:pathLst>
          </a:custGeom>
          <a:solidFill>
            <a:srgbClr val="D1F4FF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51088C-2ACE-4B65-6E20-BF06063268C4}"/>
              </a:ext>
            </a:extLst>
          </p:cNvPr>
          <p:cNvSpPr/>
          <p:nvPr/>
        </p:nvSpPr>
        <p:spPr>
          <a:xfrm>
            <a:off x="4804112" y="3597811"/>
            <a:ext cx="1409600" cy="1244564"/>
          </a:xfrm>
          <a:custGeom>
            <a:avLst/>
            <a:gdLst/>
            <a:ahLst/>
            <a:cxnLst/>
            <a:rect l="0" t="0" r="0" b="0"/>
            <a:pathLst>
              <a:path w="884099" h="877259">
                <a:moveTo>
                  <a:pt x="3871" y="486025"/>
                </a:moveTo>
                <a:cubicBezTo>
                  <a:pt x="4519" y="492256"/>
                  <a:pt x="5168" y="498488"/>
                  <a:pt x="6791" y="514080"/>
                </a:cubicBezTo>
                <a:lnTo>
                  <a:pt x="6785" y="514092"/>
                </a:lnTo>
                <a:lnTo>
                  <a:pt x="100728" y="523237"/>
                </a:lnTo>
                <a:cubicBezTo>
                  <a:pt x="106858" y="542161"/>
                  <a:pt x="108619" y="547596"/>
                  <a:pt x="112920" y="560866"/>
                </a:cubicBezTo>
                <a:lnTo>
                  <a:pt x="117005" y="573467"/>
                </a:lnTo>
                <a:lnTo>
                  <a:pt x="46240" y="635847"/>
                </a:lnTo>
                <a:lnTo>
                  <a:pt x="55400" y="651737"/>
                </a:lnTo>
                <a:cubicBezTo>
                  <a:pt x="61552" y="662410"/>
                  <a:pt x="62889" y="664730"/>
                  <a:pt x="74425" y="684734"/>
                </a:cubicBezTo>
                <a:lnTo>
                  <a:pt x="163971" y="654929"/>
                </a:lnTo>
                <a:lnTo>
                  <a:pt x="199303" y="694202"/>
                </a:lnTo>
                <a:lnTo>
                  <a:pt x="160064" y="779931"/>
                </a:lnTo>
                <a:cubicBezTo>
                  <a:pt x="168261" y="785891"/>
                  <a:pt x="173279" y="789540"/>
                  <a:pt x="177171" y="792370"/>
                </a:cubicBezTo>
                <a:cubicBezTo>
                  <a:pt x="185334" y="798305"/>
                  <a:pt x="188543" y="800640"/>
                  <a:pt x="205729" y="813139"/>
                </a:cubicBezTo>
                <a:lnTo>
                  <a:pt x="275393" y="749535"/>
                </a:lnTo>
                <a:cubicBezTo>
                  <a:pt x="286895" y="754664"/>
                  <a:pt x="293210" y="757481"/>
                  <a:pt x="299526" y="760297"/>
                </a:cubicBezTo>
                <a:cubicBezTo>
                  <a:pt x="305842" y="763115"/>
                  <a:pt x="312158" y="765931"/>
                  <a:pt x="323660" y="771061"/>
                </a:cubicBezTo>
                <a:lnTo>
                  <a:pt x="322728" y="865323"/>
                </a:lnTo>
                <a:cubicBezTo>
                  <a:pt x="338085" y="868599"/>
                  <a:pt x="344219" y="869907"/>
                  <a:pt x="350353" y="871216"/>
                </a:cubicBezTo>
                <a:cubicBezTo>
                  <a:pt x="356487" y="872526"/>
                  <a:pt x="362620" y="873835"/>
                  <a:pt x="377971" y="877115"/>
                </a:cubicBezTo>
                <a:lnTo>
                  <a:pt x="415705" y="790710"/>
                </a:lnTo>
                <a:cubicBezTo>
                  <a:pt x="428444" y="790724"/>
                  <a:pt x="435376" y="790732"/>
                  <a:pt x="442370" y="790739"/>
                </a:cubicBezTo>
                <a:cubicBezTo>
                  <a:pt x="449211" y="790748"/>
                  <a:pt x="456113" y="790755"/>
                  <a:pt x="468569" y="790769"/>
                </a:cubicBezTo>
                <a:lnTo>
                  <a:pt x="506112" y="877259"/>
                </a:lnTo>
                <a:cubicBezTo>
                  <a:pt x="529415" y="872344"/>
                  <a:pt x="531493" y="871906"/>
                  <a:pt x="544539" y="869151"/>
                </a:cubicBezTo>
                <a:cubicBezTo>
                  <a:pt x="548694" y="868274"/>
                  <a:pt x="553961" y="867161"/>
                  <a:pt x="561381" y="865595"/>
                </a:cubicBezTo>
                <a:lnTo>
                  <a:pt x="560665" y="771332"/>
                </a:lnTo>
                <a:cubicBezTo>
                  <a:pt x="572181" y="766229"/>
                  <a:pt x="578502" y="763426"/>
                  <a:pt x="584824" y="760624"/>
                </a:cubicBezTo>
                <a:cubicBezTo>
                  <a:pt x="591146" y="757822"/>
                  <a:pt x="597468" y="755020"/>
                  <a:pt x="608983" y="749917"/>
                </a:cubicBezTo>
                <a:lnTo>
                  <a:pt x="678506" y="813676"/>
                </a:lnTo>
                <a:cubicBezTo>
                  <a:pt x="691217" y="804478"/>
                  <a:pt x="696296" y="800803"/>
                  <a:pt x="701374" y="797128"/>
                </a:cubicBezTo>
                <a:cubicBezTo>
                  <a:pt x="706454" y="793452"/>
                  <a:pt x="711531" y="789775"/>
                  <a:pt x="724244" y="780572"/>
                </a:cubicBezTo>
                <a:lnTo>
                  <a:pt x="685199" y="694753"/>
                </a:lnTo>
                <a:cubicBezTo>
                  <a:pt x="693663" y="685387"/>
                  <a:pt x="698299" y="680257"/>
                  <a:pt x="702945" y="675114"/>
                </a:cubicBezTo>
                <a:cubicBezTo>
                  <a:pt x="707567" y="670000"/>
                  <a:pt x="712198" y="664875"/>
                  <a:pt x="720616" y="655560"/>
                </a:cubicBezTo>
                <a:lnTo>
                  <a:pt x="810093" y="685569"/>
                </a:lnTo>
                <a:cubicBezTo>
                  <a:pt x="817958" y="672001"/>
                  <a:pt x="821100" y="666579"/>
                  <a:pt x="824243" y="661157"/>
                </a:cubicBezTo>
                <a:cubicBezTo>
                  <a:pt x="827385" y="655736"/>
                  <a:pt x="830527" y="650313"/>
                  <a:pt x="838393" y="636745"/>
                </a:cubicBezTo>
                <a:lnTo>
                  <a:pt x="767771" y="574204"/>
                </a:lnTo>
                <a:cubicBezTo>
                  <a:pt x="771677" y="562246"/>
                  <a:pt x="773821" y="555678"/>
                  <a:pt x="775965" y="549112"/>
                </a:cubicBezTo>
                <a:cubicBezTo>
                  <a:pt x="778110" y="542543"/>
                  <a:pt x="780254" y="535976"/>
                  <a:pt x="784162" y="524013"/>
                </a:cubicBezTo>
                <a:lnTo>
                  <a:pt x="878128" y="515083"/>
                </a:lnTo>
                <a:cubicBezTo>
                  <a:pt x="879788" y="499492"/>
                  <a:pt x="880450" y="493263"/>
                  <a:pt x="881113" y="487034"/>
                </a:cubicBezTo>
                <a:cubicBezTo>
                  <a:pt x="881776" y="480804"/>
                  <a:pt x="882438" y="474575"/>
                  <a:pt x="884099" y="458984"/>
                </a:cubicBezTo>
                <a:lnTo>
                  <a:pt x="794109" y="430534"/>
                </a:lnTo>
                <a:cubicBezTo>
                  <a:pt x="792806" y="418022"/>
                  <a:pt x="792091" y="411151"/>
                  <a:pt x="791377" y="404280"/>
                </a:cubicBezTo>
                <a:cubicBezTo>
                  <a:pt x="790661" y="397408"/>
                  <a:pt x="789947" y="390537"/>
                  <a:pt x="788644" y="378025"/>
                </a:cubicBezTo>
                <a:lnTo>
                  <a:pt x="870850" y="331698"/>
                </a:lnTo>
                <a:cubicBezTo>
                  <a:pt x="866019" y="316789"/>
                  <a:pt x="864087" y="310828"/>
                  <a:pt x="862156" y="304871"/>
                </a:cubicBezTo>
                <a:cubicBezTo>
                  <a:pt x="860223" y="298909"/>
                  <a:pt x="858292" y="292951"/>
                  <a:pt x="853457" y="278027"/>
                </a:cubicBezTo>
                <a:lnTo>
                  <a:pt x="759664" y="288588"/>
                </a:lnTo>
                <a:cubicBezTo>
                  <a:pt x="753385" y="277698"/>
                  <a:pt x="749934" y="271714"/>
                  <a:pt x="746486" y="265736"/>
                </a:cubicBezTo>
                <a:cubicBezTo>
                  <a:pt x="743030" y="259742"/>
                  <a:pt x="739578" y="253756"/>
                  <a:pt x="733284" y="242840"/>
                </a:cubicBezTo>
                <a:lnTo>
                  <a:pt x="789516" y="167131"/>
                </a:lnTo>
                <a:lnTo>
                  <a:pt x="777895" y="154214"/>
                </a:lnTo>
                <a:cubicBezTo>
                  <a:pt x="769083" y="144419"/>
                  <a:pt x="767609" y="142781"/>
                  <a:pt x="751764" y="125164"/>
                </a:cubicBezTo>
                <a:lnTo>
                  <a:pt x="670378" y="172911"/>
                </a:lnTo>
                <a:cubicBezTo>
                  <a:pt x="664876" y="168908"/>
                  <a:pt x="660715" y="165881"/>
                  <a:pt x="657170" y="163302"/>
                </a:cubicBezTo>
                <a:cubicBezTo>
                  <a:pt x="647594" y="156335"/>
                  <a:pt x="642512" y="152639"/>
                  <a:pt x="627646" y="141828"/>
                </a:cubicBezTo>
                <a:lnTo>
                  <a:pt x="648179" y="49819"/>
                </a:lnTo>
                <a:lnTo>
                  <a:pt x="596602" y="26813"/>
                </a:lnTo>
                <a:lnTo>
                  <a:pt x="541702" y="103494"/>
                </a:lnTo>
                <a:cubicBezTo>
                  <a:pt x="529382" y="100865"/>
                  <a:pt x="522617" y="99420"/>
                  <a:pt x="515853" y="97977"/>
                </a:cubicBezTo>
                <a:cubicBezTo>
                  <a:pt x="509089" y="96532"/>
                  <a:pt x="502324" y="95087"/>
                  <a:pt x="490004" y="92458"/>
                </a:cubicBezTo>
                <a:lnTo>
                  <a:pt x="471286" y="63"/>
                </a:lnTo>
                <a:lnTo>
                  <a:pt x="414801" y="0"/>
                </a:lnTo>
                <a:lnTo>
                  <a:pt x="395889" y="92358"/>
                </a:lnTo>
                <a:cubicBezTo>
                  <a:pt x="371236" y="97561"/>
                  <a:pt x="368819" y="98073"/>
                  <a:pt x="344166" y="103276"/>
                </a:cubicBezTo>
                <a:lnTo>
                  <a:pt x="289438" y="26470"/>
                </a:lnTo>
                <a:lnTo>
                  <a:pt x="237809" y="49355"/>
                </a:lnTo>
                <a:lnTo>
                  <a:pt x="258135" y="141410"/>
                </a:lnTo>
                <a:cubicBezTo>
                  <a:pt x="237736" y="156176"/>
                  <a:pt x="235731" y="157626"/>
                  <a:pt x="215333" y="172393"/>
                </a:cubicBezTo>
                <a:lnTo>
                  <a:pt x="134057" y="124458"/>
                </a:lnTo>
                <a:lnTo>
                  <a:pt x="124437" y="135103"/>
                </a:lnTo>
                <a:cubicBezTo>
                  <a:pt x="113714" y="146967"/>
                  <a:pt x="113239" y="147494"/>
                  <a:pt x="96210" y="166337"/>
                </a:cubicBezTo>
                <a:lnTo>
                  <a:pt x="152269" y="242175"/>
                </a:lnTo>
                <a:cubicBezTo>
                  <a:pt x="145957" y="253064"/>
                  <a:pt x="142492" y="259041"/>
                  <a:pt x="139025" y="265019"/>
                </a:cubicBezTo>
                <a:cubicBezTo>
                  <a:pt x="135559" y="270996"/>
                  <a:pt x="132094" y="276974"/>
                  <a:pt x="125783" y="287863"/>
                </a:cubicBezTo>
                <a:lnTo>
                  <a:pt x="32014" y="277083"/>
                </a:lnTo>
                <a:cubicBezTo>
                  <a:pt x="26083" y="295240"/>
                  <a:pt x="24491" y="300114"/>
                  <a:pt x="21952" y="307889"/>
                </a:cubicBezTo>
                <a:cubicBezTo>
                  <a:pt x="20323" y="312879"/>
                  <a:pt x="18304" y="319061"/>
                  <a:pt x="14498" y="330714"/>
                </a:cubicBezTo>
                <a:lnTo>
                  <a:pt x="96593" y="377230"/>
                </a:lnTo>
                <a:cubicBezTo>
                  <a:pt x="95263" y="389740"/>
                  <a:pt x="94531" y="396609"/>
                  <a:pt x="93801" y="403479"/>
                </a:cubicBezTo>
                <a:cubicBezTo>
                  <a:pt x="93069" y="410349"/>
                  <a:pt x="92338" y="417218"/>
                  <a:pt x="91007" y="429728"/>
                </a:cubicBezTo>
                <a:lnTo>
                  <a:pt x="952" y="457971"/>
                </a:lnTo>
                <a:cubicBezTo>
                  <a:pt x="2575" y="473563"/>
                  <a:pt x="3224" y="479795"/>
                  <a:pt x="3871" y="486025"/>
                </a:cubicBezTo>
                <a:close/>
                <a:moveTo>
                  <a:pt x="615601" y="439002"/>
                </a:moveTo>
                <a:cubicBezTo>
                  <a:pt x="615601" y="343416"/>
                  <a:pt x="537933" y="265924"/>
                  <a:pt x="442128" y="265924"/>
                </a:cubicBezTo>
                <a:cubicBezTo>
                  <a:pt x="346324" y="265924"/>
                  <a:pt x="268655" y="343416"/>
                  <a:pt x="268655" y="439002"/>
                </a:cubicBezTo>
                <a:cubicBezTo>
                  <a:pt x="268655" y="534588"/>
                  <a:pt x="346324" y="612079"/>
                  <a:pt x="442128" y="612079"/>
                </a:cubicBezTo>
                <a:cubicBezTo>
                  <a:pt x="537933" y="612079"/>
                  <a:pt x="615601" y="534588"/>
                  <a:pt x="615601" y="439002"/>
                </a:cubicBezTo>
                <a:close/>
                <a:moveTo>
                  <a:pt x="3810" y="485775"/>
                </a:moveTo>
                <a:cubicBezTo>
                  <a:pt x="5715" y="480059"/>
                  <a:pt x="7620" y="472440"/>
                  <a:pt x="952" y="458152"/>
                </a:cubicBezTo>
                <a:cubicBezTo>
                  <a:pt x="27622" y="441007"/>
                  <a:pt x="60007" y="433387"/>
                  <a:pt x="91440" y="429577"/>
                </a:cubicBezTo>
                <a:cubicBezTo>
                  <a:pt x="93345" y="417195"/>
                  <a:pt x="92392" y="410527"/>
                  <a:pt x="93345" y="403859"/>
                </a:cubicBezTo>
                <a:cubicBezTo>
                  <a:pt x="95250" y="397192"/>
                  <a:pt x="92392" y="388620"/>
                  <a:pt x="96202" y="377190"/>
                </a:cubicBezTo>
                <a:cubicBezTo>
                  <a:pt x="65722" y="369570"/>
                  <a:pt x="44767" y="338137"/>
                  <a:pt x="14287" y="330517"/>
                </a:cubicBezTo>
                <a:cubicBezTo>
                  <a:pt x="14287" y="318134"/>
                  <a:pt x="21907" y="313372"/>
                  <a:pt x="21907" y="307657"/>
                </a:cubicBezTo>
                <a:cubicBezTo>
                  <a:pt x="21907" y="300037"/>
                  <a:pt x="24765" y="294322"/>
                  <a:pt x="32385" y="277177"/>
                </a:cubicBezTo>
                <a:cubicBezTo>
                  <a:pt x="63817" y="274320"/>
                  <a:pt x="96202" y="276225"/>
                  <a:pt x="125730" y="287654"/>
                </a:cubicBezTo>
                <a:cubicBezTo>
                  <a:pt x="130492" y="276225"/>
                  <a:pt x="134302" y="269557"/>
                  <a:pt x="139065" y="264795"/>
                </a:cubicBezTo>
                <a:cubicBezTo>
                  <a:pt x="143827" y="260032"/>
                  <a:pt x="143827" y="251459"/>
                  <a:pt x="152400" y="241934"/>
                </a:cubicBezTo>
                <a:cubicBezTo>
                  <a:pt x="135255" y="216217"/>
                  <a:pt x="120015" y="186690"/>
                  <a:pt x="96202" y="166687"/>
                </a:cubicBezTo>
                <a:cubicBezTo>
                  <a:pt x="113347" y="147637"/>
                  <a:pt x="114300" y="147637"/>
                  <a:pt x="124777" y="135254"/>
                </a:cubicBezTo>
                <a:cubicBezTo>
                  <a:pt x="127635" y="131445"/>
                  <a:pt x="131445" y="128587"/>
                  <a:pt x="134302" y="124777"/>
                </a:cubicBezTo>
                <a:cubicBezTo>
                  <a:pt x="160972" y="140017"/>
                  <a:pt x="184785" y="166687"/>
                  <a:pt x="215265" y="172402"/>
                </a:cubicBezTo>
                <a:cubicBezTo>
                  <a:pt x="234315" y="155257"/>
                  <a:pt x="236220" y="153352"/>
                  <a:pt x="258127" y="140970"/>
                </a:cubicBezTo>
                <a:cubicBezTo>
                  <a:pt x="259080" y="110490"/>
                  <a:pt x="243840" y="80009"/>
                  <a:pt x="238125" y="49529"/>
                </a:cubicBezTo>
                <a:cubicBezTo>
                  <a:pt x="255270" y="40957"/>
                  <a:pt x="270510" y="27622"/>
                  <a:pt x="289560" y="26670"/>
                </a:cubicBezTo>
                <a:cubicBezTo>
                  <a:pt x="300990" y="55245"/>
                  <a:pt x="327660" y="76200"/>
                  <a:pt x="343852" y="102870"/>
                </a:cubicBezTo>
                <a:cubicBezTo>
                  <a:pt x="369570" y="102870"/>
                  <a:pt x="371475" y="97154"/>
                  <a:pt x="396240" y="92392"/>
                </a:cubicBezTo>
                <a:cubicBezTo>
                  <a:pt x="403860" y="61912"/>
                  <a:pt x="407670" y="30479"/>
                  <a:pt x="414337" y="0"/>
                </a:cubicBezTo>
                <a:cubicBezTo>
                  <a:pt x="433387" y="2857"/>
                  <a:pt x="452437" y="3809"/>
                  <a:pt x="471487" y="0"/>
                </a:cubicBezTo>
                <a:cubicBezTo>
                  <a:pt x="473392" y="31432"/>
                  <a:pt x="485775" y="60959"/>
                  <a:pt x="489585" y="92392"/>
                </a:cubicBezTo>
                <a:cubicBezTo>
                  <a:pt x="501967" y="97154"/>
                  <a:pt x="508635" y="97154"/>
                  <a:pt x="516255" y="98107"/>
                </a:cubicBezTo>
                <a:cubicBezTo>
                  <a:pt x="522922" y="99059"/>
                  <a:pt x="529590" y="99059"/>
                  <a:pt x="541972" y="103822"/>
                </a:cubicBezTo>
                <a:cubicBezTo>
                  <a:pt x="564832" y="81915"/>
                  <a:pt x="578167" y="52387"/>
                  <a:pt x="596265" y="26670"/>
                </a:cubicBezTo>
                <a:cubicBezTo>
                  <a:pt x="610552" y="39052"/>
                  <a:pt x="632460" y="40004"/>
                  <a:pt x="648652" y="49529"/>
                </a:cubicBezTo>
                <a:cubicBezTo>
                  <a:pt x="647700" y="80962"/>
                  <a:pt x="629602" y="110490"/>
                  <a:pt x="627697" y="141922"/>
                </a:cubicBezTo>
                <a:cubicBezTo>
                  <a:pt x="641985" y="152400"/>
                  <a:pt x="647700" y="156209"/>
                  <a:pt x="657225" y="162877"/>
                </a:cubicBezTo>
                <a:cubicBezTo>
                  <a:pt x="661035" y="165734"/>
                  <a:pt x="666750" y="167640"/>
                  <a:pt x="670560" y="173354"/>
                </a:cubicBezTo>
                <a:cubicBezTo>
                  <a:pt x="697230" y="157162"/>
                  <a:pt x="731520" y="149542"/>
                  <a:pt x="751522" y="124777"/>
                </a:cubicBezTo>
                <a:cubicBezTo>
                  <a:pt x="772477" y="137159"/>
                  <a:pt x="766762" y="147637"/>
                  <a:pt x="778192" y="154304"/>
                </a:cubicBezTo>
                <a:cubicBezTo>
                  <a:pt x="782955" y="157162"/>
                  <a:pt x="787717" y="161925"/>
                  <a:pt x="789622" y="166687"/>
                </a:cubicBezTo>
                <a:cubicBezTo>
                  <a:pt x="772477" y="193357"/>
                  <a:pt x="758190" y="223837"/>
                  <a:pt x="733425" y="242887"/>
                </a:cubicBezTo>
                <a:cubicBezTo>
                  <a:pt x="736282" y="255270"/>
                  <a:pt x="741997" y="260984"/>
                  <a:pt x="746760" y="265747"/>
                </a:cubicBezTo>
                <a:cubicBezTo>
                  <a:pt x="751522" y="270509"/>
                  <a:pt x="749617" y="280987"/>
                  <a:pt x="760095" y="288607"/>
                </a:cubicBezTo>
                <a:cubicBezTo>
                  <a:pt x="790575" y="286702"/>
                  <a:pt x="822960" y="284797"/>
                  <a:pt x="853440" y="278129"/>
                </a:cubicBezTo>
                <a:cubicBezTo>
                  <a:pt x="861060" y="291465"/>
                  <a:pt x="860107" y="299084"/>
                  <a:pt x="862012" y="304800"/>
                </a:cubicBezTo>
                <a:cubicBezTo>
                  <a:pt x="864870" y="310515"/>
                  <a:pt x="865822" y="317182"/>
                  <a:pt x="870585" y="331470"/>
                </a:cubicBezTo>
                <a:cubicBezTo>
                  <a:pt x="847725" y="353377"/>
                  <a:pt x="813435" y="359092"/>
                  <a:pt x="788670" y="378142"/>
                </a:cubicBezTo>
                <a:cubicBezTo>
                  <a:pt x="791527" y="390525"/>
                  <a:pt x="792480" y="397192"/>
                  <a:pt x="791527" y="403859"/>
                </a:cubicBezTo>
                <a:cubicBezTo>
                  <a:pt x="790575" y="411479"/>
                  <a:pt x="795337" y="418147"/>
                  <a:pt x="794385" y="430529"/>
                </a:cubicBezTo>
                <a:cubicBezTo>
                  <a:pt x="825817" y="431482"/>
                  <a:pt x="853440" y="450532"/>
                  <a:pt x="883920" y="459104"/>
                </a:cubicBezTo>
                <a:cubicBezTo>
                  <a:pt x="877252" y="473392"/>
                  <a:pt x="879157" y="481012"/>
                  <a:pt x="881062" y="486727"/>
                </a:cubicBezTo>
                <a:cubicBezTo>
                  <a:pt x="882967" y="493395"/>
                  <a:pt x="879157" y="499109"/>
                  <a:pt x="878205" y="515302"/>
                </a:cubicBezTo>
                <a:cubicBezTo>
                  <a:pt x="846772" y="515302"/>
                  <a:pt x="813435" y="511492"/>
                  <a:pt x="783907" y="523875"/>
                </a:cubicBezTo>
                <a:cubicBezTo>
                  <a:pt x="777240" y="534352"/>
                  <a:pt x="779145" y="542925"/>
                  <a:pt x="776287" y="548640"/>
                </a:cubicBezTo>
                <a:cubicBezTo>
                  <a:pt x="772477" y="555307"/>
                  <a:pt x="773430" y="562927"/>
                  <a:pt x="767715" y="574357"/>
                </a:cubicBezTo>
                <a:cubicBezTo>
                  <a:pt x="791527" y="595312"/>
                  <a:pt x="820102" y="611504"/>
                  <a:pt x="838200" y="636270"/>
                </a:cubicBezTo>
                <a:cubicBezTo>
                  <a:pt x="832485" y="651509"/>
                  <a:pt x="828675" y="657225"/>
                  <a:pt x="823912" y="661034"/>
                </a:cubicBezTo>
                <a:cubicBezTo>
                  <a:pt x="819150" y="664845"/>
                  <a:pt x="817245" y="671512"/>
                  <a:pt x="809625" y="685800"/>
                </a:cubicBezTo>
                <a:cubicBezTo>
                  <a:pt x="782002" y="672465"/>
                  <a:pt x="750570" y="665797"/>
                  <a:pt x="721042" y="655320"/>
                </a:cubicBezTo>
                <a:cubicBezTo>
                  <a:pt x="710565" y="662940"/>
                  <a:pt x="708660" y="670559"/>
                  <a:pt x="702945" y="675322"/>
                </a:cubicBezTo>
                <a:cubicBezTo>
                  <a:pt x="697230" y="679132"/>
                  <a:pt x="694372" y="685800"/>
                  <a:pt x="684847" y="694372"/>
                </a:cubicBezTo>
                <a:cubicBezTo>
                  <a:pt x="687705" y="725804"/>
                  <a:pt x="708660" y="753427"/>
                  <a:pt x="723900" y="780097"/>
                </a:cubicBezTo>
                <a:cubicBezTo>
                  <a:pt x="710565" y="788670"/>
                  <a:pt x="705802" y="793432"/>
                  <a:pt x="701040" y="797242"/>
                </a:cubicBezTo>
                <a:cubicBezTo>
                  <a:pt x="696277" y="801052"/>
                  <a:pt x="688657" y="802004"/>
                  <a:pt x="678180" y="813434"/>
                </a:cubicBezTo>
                <a:cubicBezTo>
                  <a:pt x="661035" y="787717"/>
                  <a:pt x="632460" y="771525"/>
                  <a:pt x="608647" y="749617"/>
                </a:cubicBezTo>
                <a:cubicBezTo>
                  <a:pt x="597217" y="753427"/>
                  <a:pt x="591502" y="758190"/>
                  <a:pt x="584835" y="761047"/>
                </a:cubicBezTo>
                <a:cubicBezTo>
                  <a:pt x="578167" y="762952"/>
                  <a:pt x="572452" y="767715"/>
                  <a:pt x="561022" y="771525"/>
                </a:cubicBezTo>
                <a:cubicBezTo>
                  <a:pt x="565785" y="802004"/>
                  <a:pt x="560070" y="834390"/>
                  <a:pt x="561022" y="865822"/>
                </a:cubicBezTo>
                <a:cubicBezTo>
                  <a:pt x="554355" y="868679"/>
                  <a:pt x="548640" y="869632"/>
                  <a:pt x="544830" y="868679"/>
                </a:cubicBezTo>
                <a:cubicBezTo>
                  <a:pt x="531495" y="867727"/>
                  <a:pt x="529590" y="874395"/>
                  <a:pt x="505777" y="877252"/>
                </a:cubicBezTo>
                <a:cubicBezTo>
                  <a:pt x="503872" y="845820"/>
                  <a:pt x="485775" y="817245"/>
                  <a:pt x="468630" y="790575"/>
                </a:cubicBezTo>
                <a:cubicBezTo>
                  <a:pt x="456247" y="792479"/>
                  <a:pt x="449580" y="791527"/>
                  <a:pt x="441960" y="790575"/>
                </a:cubicBezTo>
                <a:cubicBezTo>
                  <a:pt x="435292" y="790575"/>
                  <a:pt x="427672" y="794384"/>
                  <a:pt x="415290" y="790575"/>
                </a:cubicBezTo>
                <a:cubicBezTo>
                  <a:pt x="396240" y="815340"/>
                  <a:pt x="390525" y="848677"/>
                  <a:pt x="378142" y="877252"/>
                </a:cubicBezTo>
                <a:cubicBezTo>
                  <a:pt x="361950" y="876300"/>
                  <a:pt x="356235" y="873442"/>
                  <a:pt x="350520" y="871537"/>
                </a:cubicBezTo>
                <a:cubicBezTo>
                  <a:pt x="344805" y="868679"/>
                  <a:pt x="338137" y="863917"/>
                  <a:pt x="322897" y="864870"/>
                </a:cubicBezTo>
                <a:cubicBezTo>
                  <a:pt x="319087" y="834390"/>
                  <a:pt x="317182" y="802004"/>
                  <a:pt x="323850" y="771525"/>
                </a:cubicBezTo>
                <a:cubicBezTo>
                  <a:pt x="311467" y="766762"/>
                  <a:pt x="305752" y="762000"/>
                  <a:pt x="299085" y="760095"/>
                </a:cubicBezTo>
                <a:cubicBezTo>
                  <a:pt x="292417" y="758190"/>
                  <a:pt x="285750" y="757237"/>
                  <a:pt x="275272" y="749617"/>
                </a:cubicBezTo>
                <a:cubicBezTo>
                  <a:pt x="248602" y="764857"/>
                  <a:pt x="220027" y="784859"/>
                  <a:pt x="205740" y="813434"/>
                </a:cubicBezTo>
                <a:cubicBezTo>
                  <a:pt x="185737" y="807720"/>
                  <a:pt x="183832" y="800100"/>
                  <a:pt x="177165" y="792479"/>
                </a:cubicBezTo>
                <a:cubicBezTo>
                  <a:pt x="174307" y="788670"/>
                  <a:pt x="169545" y="783907"/>
                  <a:pt x="160020" y="780097"/>
                </a:cubicBezTo>
                <a:cubicBezTo>
                  <a:pt x="167640" y="749617"/>
                  <a:pt x="188595" y="723900"/>
                  <a:pt x="199072" y="694372"/>
                </a:cubicBezTo>
                <a:cubicBezTo>
                  <a:pt x="183832" y="685800"/>
                  <a:pt x="172402" y="670559"/>
                  <a:pt x="163830" y="655320"/>
                </a:cubicBezTo>
                <a:cubicBezTo>
                  <a:pt x="132397" y="655320"/>
                  <a:pt x="103822" y="672465"/>
                  <a:pt x="74295" y="684847"/>
                </a:cubicBezTo>
                <a:cubicBezTo>
                  <a:pt x="67627" y="662940"/>
                  <a:pt x="60960" y="662940"/>
                  <a:pt x="55245" y="651509"/>
                </a:cubicBezTo>
                <a:cubicBezTo>
                  <a:pt x="52387" y="645795"/>
                  <a:pt x="47625" y="641984"/>
                  <a:pt x="46672" y="636270"/>
                </a:cubicBezTo>
                <a:cubicBezTo>
                  <a:pt x="62865" y="609600"/>
                  <a:pt x="100012" y="600075"/>
                  <a:pt x="117157" y="573404"/>
                </a:cubicBezTo>
                <a:cubicBezTo>
                  <a:pt x="114300" y="569595"/>
                  <a:pt x="114300" y="564832"/>
                  <a:pt x="113347" y="561022"/>
                </a:cubicBezTo>
                <a:cubicBezTo>
                  <a:pt x="107632" y="547687"/>
                  <a:pt x="109537" y="541020"/>
                  <a:pt x="100965" y="522922"/>
                </a:cubicBezTo>
                <a:cubicBezTo>
                  <a:pt x="69532" y="524827"/>
                  <a:pt x="37147" y="521970"/>
                  <a:pt x="6667" y="514350"/>
                </a:cubicBezTo>
                <a:cubicBezTo>
                  <a:pt x="0" y="500062"/>
                  <a:pt x="4762" y="492442"/>
                  <a:pt x="3810" y="485775"/>
                </a:cubicBezTo>
                <a:moveTo>
                  <a:pt x="615315" y="439102"/>
                </a:moveTo>
                <a:cubicBezTo>
                  <a:pt x="621982" y="534352"/>
                  <a:pt x="537210" y="626745"/>
                  <a:pt x="441960" y="612457"/>
                </a:cubicBezTo>
                <a:cubicBezTo>
                  <a:pt x="347662" y="597217"/>
                  <a:pt x="260985" y="534352"/>
                  <a:pt x="268605" y="439102"/>
                </a:cubicBezTo>
                <a:cubicBezTo>
                  <a:pt x="276225" y="343852"/>
                  <a:pt x="346710" y="276225"/>
                  <a:pt x="441960" y="265747"/>
                </a:cubicBezTo>
                <a:cubicBezTo>
                  <a:pt x="537210" y="256222"/>
                  <a:pt x="610552" y="343852"/>
                  <a:pt x="615315" y="439102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A253BF-92C7-075E-E033-A2043080459C}"/>
              </a:ext>
            </a:extLst>
          </p:cNvPr>
          <p:cNvSpPr/>
          <p:nvPr/>
        </p:nvSpPr>
        <p:spPr>
          <a:xfrm>
            <a:off x="5902677" y="3106959"/>
            <a:ext cx="1034205" cy="858080"/>
          </a:xfrm>
          <a:custGeom>
            <a:avLst/>
            <a:gdLst/>
            <a:ahLst/>
            <a:cxnLst/>
            <a:rect l="0" t="0" r="0" b="0"/>
            <a:pathLst>
              <a:path w="648652" h="604837">
                <a:moveTo>
                  <a:pt x="646747" y="219075"/>
                </a:moveTo>
                <a:lnTo>
                  <a:pt x="632459" y="178117"/>
                </a:lnTo>
                <a:lnTo>
                  <a:pt x="572452" y="179070"/>
                </a:lnTo>
                <a:lnTo>
                  <a:pt x="592454" y="237172"/>
                </a:lnTo>
                <a:close/>
                <a:moveTo>
                  <a:pt x="572452" y="179070"/>
                </a:moveTo>
                <a:lnTo>
                  <a:pt x="549592" y="255270"/>
                </a:lnTo>
                <a:lnTo>
                  <a:pt x="610552" y="251459"/>
                </a:lnTo>
                <a:lnTo>
                  <a:pt x="632459" y="178117"/>
                </a:lnTo>
                <a:close/>
                <a:moveTo>
                  <a:pt x="610552" y="251459"/>
                </a:moveTo>
                <a:lnTo>
                  <a:pt x="574357" y="170497"/>
                </a:lnTo>
                <a:lnTo>
                  <a:pt x="517207" y="182879"/>
                </a:lnTo>
                <a:lnTo>
                  <a:pt x="549592" y="255270"/>
                </a:lnTo>
                <a:close/>
                <a:moveTo>
                  <a:pt x="517207" y="182879"/>
                </a:moveTo>
                <a:lnTo>
                  <a:pt x="519112" y="415290"/>
                </a:lnTo>
                <a:lnTo>
                  <a:pt x="576262" y="405765"/>
                </a:lnTo>
                <a:lnTo>
                  <a:pt x="574357" y="170497"/>
                </a:lnTo>
                <a:close/>
                <a:moveTo>
                  <a:pt x="576262" y="405765"/>
                </a:moveTo>
                <a:lnTo>
                  <a:pt x="525779" y="249554"/>
                </a:lnTo>
                <a:lnTo>
                  <a:pt x="467677" y="257175"/>
                </a:lnTo>
                <a:lnTo>
                  <a:pt x="519112" y="415290"/>
                </a:lnTo>
                <a:close/>
                <a:moveTo>
                  <a:pt x="467677" y="257175"/>
                </a:moveTo>
                <a:lnTo>
                  <a:pt x="455295" y="460057"/>
                </a:lnTo>
                <a:lnTo>
                  <a:pt x="513397" y="457200"/>
                </a:lnTo>
                <a:lnTo>
                  <a:pt x="525779" y="249554"/>
                </a:lnTo>
                <a:close/>
                <a:moveTo>
                  <a:pt x="513397" y="457200"/>
                </a:moveTo>
                <a:lnTo>
                  <a:pt x="505777" y="413384"/>
                </a:lnTo>
                <a:lnTo>
                  <a:pt x="447675" y="410527"/>
                </a:lnTo>
                <a:lnTo>
                  <a:pt x="455295" y="460057"/>
                </a:lnTo>
                <a:close/>
                <a:moveTo>
                  <a:pt x="447675" y="410527"/>
                </a:moveTo>
                <a:lnTo>
                  <a:pt x="416242" y="531495"/>
                </a:lnTo>
                <a:lnTo>
                  <a:pt x="475297" y="531495"/>
                </a:lnTo>
                <a:lnTo>
                  <a:pt x="505777" y="413384"/>
                </a:lnTo>
                <a:close/>
                <a:moveTo>
                  <a:pt x="475297" y="531495"/>
                </a:moveTo>
                <a:lnTo>
                  <a:pt x="450532" y="438150"/>
                </a:lnTo>
                <a:lnTo>
                  <a:pt x="390525" y="436245"/>
                </a:lnTo>
                <a:lnTo>
                  <a:pt x="416242" y="531495"/>
                </a:lnTo>
                <a:close/>
                <a:moveTo>
                  <a:pt x="390525" y="436245"/>
                </a:moveTo>
                <a:lnTo>
                  <a:pt x="360997" y="531495"/>
                </a:lnTo>
                <a:lnTo>
                  <a:pt x="420052" y="532447"/>
                </a:lnTo>
                <a:lnTo>
                  <a:pt x="450532" y="438150"/>
                </a:lnTo>
                <a:close/>
                <a:moveTo>
                  <a:pt x="420052" y="532447"/>
                </a:moveTo>
                <a:lnTo>
                  <a:pt x="406717" y="481012"/>
                </a:lnTo>
                <a:lnTo>
                  <a:pt x="348614" y="482917"/>
                </a:lnTo>
                <a:lnTo>
                  <a:pt x="360997" y="531495"/>
                </a:lnTo>
                <a:close/>
                <a:moveTo>
                  <a:pt x="348614" y="482917"/>
                </a:moveTo>
                <a:lnTo>
                  <a:pt x="324802" y="604837"/>
                </a:lnTo>
                <a:lnTo>
                  <a:pt x="383857" y="601979"/>
                </a:lnTo>
                <a:lnTo>
                  <a:pt x="406717" y="481012"/>
                </a:lnTo>
                <a:close/>
                <a:moveTo>
                  <a:pt x="383857" y="601979"/>
                </a:moveTo>
                <a:lnTo>
                  <a:pt x="342900" y="476250"/>
                </a:lnTo>
                <a:lnTo>
                  <a:pt x="279082" y="463867"/>
                </a:lnTo>
                <a:lnTo>
                  <a:pt x="324802" y="604837"/>
                </a:lnTo>
                <a:close/>
                <a:moveTo>
                  <a:pt x="279082" y="463867"/>
                </a:moveTo>
                <a:lnTo>
                  <a:pt x="232409" y="521017"/>
                </a:lnTo>
                <a:lnTo>
                  <a:pt x="300989" y="526732"/>
                </a:lnTo>
                <a:lnTo>
                  <a:pt x="342900" y="476250"/>
                </a:lnTo>
                <a:close/>
                <a:moveTo>
                  <a:pt x="300989" y="526732"/>
                </a:moveTo>
                <a:lnTo>
                  <a:pt x="262889" y="460057"/>
                </a:lnTo>
                <a:lnTo>
                  <a:pt x="197167" y="460057"/>
                </a:lnTo>
                <a:lnTo>
                  <a:pt x="232409" y="521017"/>
                </a:lnTo>
                <a:close/>
                <a:moveTo>
                  <a:pt x="197167" y="460057"/>
                </a:moveTo>
                <a:lnTo>
                  <a:pt x="161925" y="520065"/>
                </a:lnTo>
                <a:lnTo>
                  <a:pt x="222884" y="528637"/>
                </a:lnTo>
                <a:lnTo>
                  <a:pt x="262889" y="460057"/>
                </a:lnTo>
                <a:close/>
                <a:moveTo>
                  <a:pt x="222884" y="528637"/>
                </a:moveTo>
                <a:lnTo>
                  <a:pt x="182879" y="382904"/>
                </a:lnTo>
                <a:lnTo>
                  <a:pt x="125729" y="390525"/>
                </a:lnTo>
                <a:lnTo>
                  <a:pt x="161925" y="520065"/>
                </a:lnTo>
                <a:close/>
                <a:moveTo>
                  <a:pt x="125729" y="390525"/>
                </a:moveTo>
                <a:lnTo>
                  <a:pt x="126682" y="581025"/>
                </a:lnTo>
                <a:lnTo>
                  <a:pt x="183832" y="567690"/>
                </a:lnTo>
                <a:lnTo>
                  <a:pt x="182879" y="382904"/>
                </a:lnTo>
                <a:close/>
                <a:moveTo>
                  <a:pt x="183832" y="567690"/>
                </a:moveTo>
                <a:lnTo>
                  <a:pt x="161925" y="521017"/>
                </a:lnTo>
                <a:lnTo>
                  <a:pt x="110489" y="545782"/>
                </a:lnTo>
                <a:lnTo>
                  <a:pt x="126682" y="581025"/>
                </a:lnTo>
                <a:close/>
                <a:moveTo>
                  <a:pt x="648652" y="407670"/>
                </a:moveTo>
                <a:lnTo>
                  <a:pt x="644842" y="373379"/>
                </a:lnTo>
                <a:lnTo>
                  <a:pt x="587692" y="380047"/>
                </a:lnTo>
                <a:lnTo>
                  <a:pt x="591502" y="413384"/>
                </a:lnTo>
                <a:close/>
                <a:moveTo>
                  <a:pt x="543877" y="247650"/>
                </a:moveTo>
                <a:lnTo>
                  <a:pt x="476250" y="83820"/>
                </a:lnTo>
                <a:lnTo>
                  <a:pt x="412432" y="78104"/>
                </a:lnTo>
                <a:lnTo>
                  <a:pt x="490537" y="268604"/>
                </a:lnTo>
                <a:close/>
                <a:moveTo>
                  <a:pt x="412432" y="78104"/>
                </a:moveTo>
                <a:lnTo>
                  <a:pt x="380047" y="130492"/>
                </a:lnTo>
                <a:lnTo>
                  <a:pt x="441959" y="139065"/>
                </a:lnTo>
                <a:lnTo>
                  <a:pt x="476250" y="83820"/>
                </a:lnTo>
                <a:close/>
                <a:moveTo>
                  <a:pt x="441959" y="139065"/>
                </a:moveTo>
                <a:lnTo>
                  <a:pt x="428625" y="93345"/>
                </a:lnTo>
                <a:lnTo>
                  <a:pt x="363854" y="74295"/>
                </a:lnTo>
                <a:lnTo>
                  <a:pt x="380047" y="130492"/>
                </a:lnTo>
                <a:close/>
                <a:moveTo>
                  <a:pt x="363854" y="74295"/>
                </a:moveTo>
                <a:lnTo>
                  <a:pt x="302895" y="127634"/>
                </a:lnTo>
                <a:lnTo>
                  <a:pt x="364807" y="148590"/>
                </a:lnTo>
                <a:lnTo>
                  <a:pt x="428625" y="93345"/>
                </a:lnTo>
                <a:close/>
                <a:moveTo>
                  <a:pt x="364807" y="148590"/>
                </a:moveTo>
                <a:lnTo>
                  <a:pt x="337184" y="0"/>
                </a:lnTo>
                <a:lnTo>
                  <a:pt x="279082" y="952"/>
                </a:lnTo>
                <a:lnTo>
                  <a:pt x="302895" y="127634"/>
                </a:lnTo>
                <a:close/>
                <a:moveTo>
                  <a:pt x="279082" y="952"/>
                </a:moveTo>
                <a:lnTo>
                  <a:pt x="256222" y="145732"/>
                </a:lnTo>
                <a:lnTo>
                  <a:pt x="314325" y="144779"/>
                </a:lnTo>
                <a:lnTo>
                  <a:pt x="337184" y="0"/>
                </a:lnTo>
                <a:close/>
                <a:moveTo>
                  <a:pt x="314325" y="144779"/>
                </a:moveTo>
                <a:lnTo>
                  <a:pt x="303847" y="96202"/>
                </a:lnTo>
                <a:lnTo>
                  <a:pt x="241934" y="79057"/>
                </a:lnTo>
                <a:lnTo>
                  <a:pt x="256222" y="145732"/>
                </a:lnTo>
                <a:close/>
                <a:moveTo>
                  <a:pt x="241934" y="79057"/>
                </a:moveTo>
                <a:lnTo>
                  <a:pt x="185737" y="140970"/>
                </a:lnTo>
                <a:lnTo>
                  <a:pt x="246697" y="159067"/>
                </a:lnTo>
                <a:lnTo>
                  <a:pt x="303847" y="96202"/>
                </a:lnTo>
                <a:close/>
                <a:moveTo>
                  <a:pt x="246697" y="159067"/>
                </a:moveTo>
                <a:lnTo>
                  <a:pt x="233362" y="71437"/>
                </a:lnTo>
                <a:lnTo>
                  <a:pt x="174307" y="67627"/>
                </a:lnTo>
                <a:lnTo>
                  <a:pt x="185737" y="140970"/>
                </a:lnTo>
                <a:close/>
                <a:moveTo>
                  <a:pt x="174307" y="67627"/>
                </a:moveTo>
                <a:lnTo>
                  <a:pt x="130492" y="207645"/>
                </a:lnTo>
                <a:lnTo>
                  <a:pt x="188595" y="211454"/>
                </a:lnTo>
                <a:lnTo>
                  <a:pt x="233362" y="71437"/>
                </a:lnTo>
                <a:close/>
                <a:moveTo>
                  <a:pt x="188595" y="211454"/>
                </a:moveTo>
                <a:lnTo>
                  <a:pt x="178117" y="149542"/>
                </a:lnTo>
                <a:lnTo>
                  <a:pt x="120967" y="153352"/>
                </a:lnTo>
                <a:lnTo>
                  <a:pt x="130492" y="207645"/>
                </a:lnTo>
                <a:close/>
                <a:moveTo>
                  <a:pt x="120967" y="153352"/>
                </a:moveTo>
                <a:lnTo>
                  <a:pt x="117157" y="318134"/>
                </a:lnTo>
                <a:lnTo>
                  <a:pt x="174307" y="305752"/>
                </a:lnTo>
                <a:lnTo>
                  <a:pt x="178117" y="149542"/>
                </a:lnTo>
                <a:close/>
                <a:moveTo>
                  <a:pt x="174307" y="305752"/>
                </a:moveTo>
                <a:lnTo>
                  <a:pt x="120967" y="186690"/>
                </a:lnTo>
                <a:lnTo>
                  <a:pt x="60007" y="190500"/>
                </a:lnTo>
                <a:lnTo>
                  <a:pt x="117157" y="318134"/>
                </a:lnTo>
                <a:close/>
                <a:moveTo>
                  <a:pt x="60007" y="190500"/>
                </a:moveTo>
                <a:lnTo>
                  <a:pt x="38100" y="257175"/>
                </a:lnTo>
                <a:lnTo>
                  <a:pt x="97154" y="260032"/>
                </a:lnTo>
                <a:lnTo>
                  <a:pt x="120967" y="186690"/>
                </a:lnTo>
                <a:close/>
                <a:moveTo>
                  <a:pt x="97154" y="260032"/>
                </a:moveTo>
                <a:lnTo>
                  <a:pt x="78104" y="172402"/>
                </a:lnTo>
                <a:lnTo>
                  <a:pt x="22859" y="183832"/>
                </a:lnTo>
                <a:lnTo>
                  <a:pt x="38100" y="257175"/>
                </a:lnTo>
                <a:close/>
                <a:moveTo>
                  <a:pt x="135254" y="401002"/>
                </a:moveTo>
                <a:lnTo>
                  <a:pt x="111442" y="338137"/>
                </a:lnTo>
                <a:lnTo>
                  <a:pt x="50482" y="338137"/>
                </a:lnTo>
                <a:lnTo>
                  <a:pt x="81914" y="421004"/>
                </a:lnTo>
                <a:close/>
                <a:moveTo>
                  <a:pt x="50482" y="338137"/>
                </a:moveTo>
                <a:lnTo>
                  <a:pt x="16192" y="421004"/>
                </a:lnTo>
                <a:lnTo>
                  <a:pt x="80009" y="417195"/>
                </a:lnTo>
                <a:lnTo>
                  <a:pt x="111442" y="338137"/>
                </a:lnTo>
                <a:close/>
                <a:moveTo>
                  <a:pt x="80009" y="417195"/>
                </a:moveTo>
                <a:lnTo>
                  <a:pt x="49529" y="363854"/>
                </a:lnTo>
                <a:lnTo>
                  <a:pt x="0" y="392429"/>
                </a:lnTo>
                <a:lnTo>
                  <a:pt x="16192" y="421004"/>
                </a:lnTo>
                <a:close/>
              </a:path>
            </a:pathLst>
          </a:custGeom>
          <a:solidFill>
            <a:srgbClr val="E7E1FF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B8AC968-FB65-0861-B3BA-4E580C91F488}"/>
              </a:ext>
            </a:extLst>
          </p:cNvPr>
          <p:cNvSpPr/>
          <p:nvPr/>
        </p:nvSpPr>
        <p:spPr>
          <a:xfrm>
            <a:off x="5913309" y="3077230"/>
            <a:ext cx="1014463" cy="922943"/>
          </a:xfrm>
          <a:custGeom>
            <a:avLst/>
            <a:gdLst/>
            <a:ahLst/>
            <a:cxnLst/>
            <a:rect l="0" t="0" r="0" b="0"/>
            <a:pathLst>
              <a:path w="636270" h="650557">
                <a:moveTo>
                  <a:pt x="635865" y="247909"/>
                </a:moveTo>
                <a:cubicBezTo>
                  <a:pt x="633269" y="239990"/>
                  <a:pt x="631630" y="234989"/>
                  <a:pt x="630293" y="230907"/>
                </a:cubicBezTo>
                <a:cubicBezTo>
                  <a:pt x="627723" y="223066"/>
                  <a:pt x="626265" y="218622"/>
                  <a:pt x="621279" y="203413"/>
                </a:cubicBezTo>
                <a:lnTo>
                  <a:pt x="518345" y="206235"/>
                </a:lnTo>
                <a:cubicBezTo>
                  <a:pt x="511715" y="197184"/>
                  <a:pt x="507905" y="191986"/>
                  <a:pt x="503233" y="185615"/>
                </a:cubicBezTo>
                <a:cubicBezTo>
                  <a:pt x="500747" y="182223"/>
                  <a:pt x="498017" y="178499"/>
                  <a:pt x="494488" y="173685"/>
                </a:cubicBezTo>
                <a:lnTo>
                  <a:pt x="529002" y="77503"/>
                </a:lnTo>
                <a:cubicBezTo>
                  <a:pt x="519078" y="70356"/>
                  <a:pt x="514495" y="67055"/>
                  <a:pt x="509912" y="63752"/>
                </a:cubicBezTo>
                <a:cubicBezTo>
                  <a:pt x="505328" y="60451"/>
                  <a:pt x="500745" y="57150"/>
                  <a:pt x="490822" y="50002"/>
                </a:cubicBezTo>
                <a:lnTo>
                  <a:pt x="409221" y="112267"/>
                </a:lnTo>
                <a:cubicBezTo>
                  <a:pt x="392778" y="106971"/>
                  <a:pt x="387059" y="105130"/>
                  <a:pt x="370624" y="99834"/>
                </a:cubicBezTo>
                <a:lnTo>
                  <a:pt x="341526" y="1904"/>
                </a:lnTo>
                <a:lnTo>
                  <a:pt x="294338" y="1904"/>
                </a:lnTo>
                <a:lnTo>
                  <a:pt x="265240" y="99834"/>
                </a:lnTo>
                <a:lnTo>
                  <a:pt x="254209" y="103387"/>
                </a:lnTo>
                <a:cubicBezTo>
                  <a:pt x="245098" y="106321"/>
                  <a:pt x="238805" y="108348"/>
                  <a:pt x="226644" y="112267"/>
                </a:cubicBezTo>
                <a:lnTo>
                  <a:pt x="145042" y="50002"/>
                </a:lnTo>
                <a:cubicBezTo>
                  <a:pt x="135119" y="57150"/>
                  <a:pt x="130536" y="60451"/>
                  <a:pt x="125953" y="63752"/>
                </a:cubicBezTo>
                <a:cubicBezTo>
                  <a:pt x="121370" y="67055"/>
                  <a:pt x="116786" y="70356"/>
                  <a:pt x="106863" y="77503"/>
                </a:cubicBezTo>
                <a:lnTo>
                  <a:pt x="141376" y="173685"/>
                </a:lnTo>
                <a:cubicBezTo>
                  <a:pt x="134710" y="182784"/>
                  <a:pt x="130894" y="187989"/>
                  <a:pt x="126189" y="194409"/>
                </a:cubicBezTo>
                <a:cubicBezTo>
                  <a:pt x="123723" y="197772"/>
                  <a:pt x="121013" y="201469"/>
                  <a:pt x="117520" y="206235"/>
                </a:cubicBezTo>
                <a:lnTo>
                  <a:pt x="14585" y="203413"/>
                </a:lnTo>
                <a:cubicBezTo>
                  <a:pt x="12150" y="210843"/>
                  <a:pt x="10557" y="215705"/>
                  <a:pt x="9264" y="219648"/>
                </a:cubicBezTo>
                <a:cubicBezTo>
                  <a:pt x="6533" y="227981"/>
                  <a:pt x="5146" y="232211"/>
                  <a:pt x="0" y="247909"/>
                </a:cubicBezTo>
                <a:lnTo>
                  <a:pt x="84943" y="305604"/>
                </a:lnTo>
                <a:lnTo>
                  <a:pt x="84943" y="345845"/>
                </a:lnTo>
                <a:lnTo>
                  <a:pt x="0" y="403540"/>
                </a:lnTo>
                <a:cubicBezTo>
                  <a:pt x="2422" y="410931"/>
                  <a:pt x="4011" y="415780"/>
                  <a:pt x="5299" y="419711"/>
                </a:cubicBezTo>
                <a:cubicBezTo>
                  <a:pt x="8045" y="428087"/>
                  <a:pt x="9425" y="432299"/>
                  <a:pt x="14585" y="448036"/>
                </a:cubicBezTo>
                <a:lnTo>
                  <a:pt x="117520" y="445215"/>
                </a:lnTo>
                <a:cubicBezTo>
                  <a:pt x="124194" y="454327"/>
                  <a:pt x="128012" y="459533"/>
                  <a:pt x="132726" y="465964"/>
                </a:cubicBezTo>
                <a:cubicBezTo>
                  <a:pt x="135187" y="469321"/>
                  <a:pt x="137892" y="473011"/>
                  <a:pt x="141376" y="477765"/>
                </a:cubicBezTo>
                <a:lnTo>
                  <a:pt x="106863" y="573947"/>
                </a:lnTo>
                <a:cubicBezTo>
                  <a:pt x="116786" y="581094"/>
                  <a:pt x="121370" y="584395"/>
                  <a:pt x="125953" y="587698"/>
                </a:cubicBezTo>
                <a:cubicBezTo>
                  <a:pt x="130536" y="590999"/>
                  <a:pt x="135119" y="594300"/>
                  <a:pt x="145042" y="601448"/>
                </a:cubicBezTo>
                <a:lnTo>
                  <a:pt x="226644" y="539183"/>
                </a:lnTo>
                <a:cubicBezTo>
                  <a:pt x="230818" y="540527"/>
                  <a:pt x="234300" y="541649"/>
                  <a:pt x="237443" y="542662"/>
                </a:cubicBezTo>
                <a:cubicBezTo>
                  <a:pt x="246680" y="545636"/>
                  <a:pt x="252977" y="547664"/>
                  <a:pt x="265240" y="551616"/>
                </a:cubicBezTo>
                <a:lnTo>
                  <a:pt x="294338" y="649545"/>
                </a:lnTo>
                <a:lnTo>
                  <a:pt x="341526" y="649545"/>
                </a:lnTo>
                <a:lnTo>
                  <a:pt x="370624" y="551616"/>
                </a:lnTo>
                <a:lnTo>
                  <a:pt x="381346" y="548162"/>
                </a:lnTo>
                <a:cubicBezTo>
                  <a:pt x="390625" y="545173"/>
                  <a:pt x="396923" y="543145"/>
                  <a:pt x="409221" y="539183"/>
                </a:cubicBezTo>
                <a:lnTo>
                  <a:pt x="490822" y="601448"/>
                </a:lnTo>
                <a:cubicBezTo>
                  <a:pt x="500745" y="594300"/>
                  <a:pt x="505328" y="590999"/>
                  <a:pt x="509912" y="587698"/>
                </a:cubicBezTo>
                <a:cubicBezTo>
                  <a:pt x="514495" y="584395"/>
                  <a:pt x="519078" y="581094"/>
                  <a:pt x="529002" y="573947"/>
                </a:cubicBezTo>
                <a:lnTo>
                  <a:pt x="494488" y="477765"/>
                </a:lnTo>
                <a:cubicBezTo>
                  <a:pt x="501127" y="468704"/>
                  <a:pt x="504938" y="463504"/>
                  <a:pt x="509617" y="457121"/>
                </a:cubicBezTo>
                <a:cubicBezTo>
                  <a:pt x="512099" y="453736"/>
                  <a:pt x="514824" y="450019"/>
                  <a:pt x="518345" y="445215"/>
                </a:cubicBezTo>
                <a:lnTo>
                  <a:pt x="621279" y="448036"/>
                </a:lnTo>
                <a:cubicBezTo>
                  <a:pt x="623874" y="440122"/>
                  <a:pt x="625513" y="435122"/>
                  <a:pt x="626850" y="431041"/>
                </a:cubicBezTo>
                <a:cubicBezTo>
                  <a:pt x="629421" y="423196"/>
                  <a:pt x="630877" y="418754"/>
                  <a:pt x="635865" y="403540"/>
                </a:cubicBezTo>
                <a:lnTo>
                  <a:pt x="550921" y="345845"/>
                </a:lnTo>
                <a:lnTo>
                  <a:pt x="550921" y="305604"/>
                </a:lnTo>
                <a:close/>
                <a:moveTo>
                  <a:pt x="144515" y="325725"/>
                </a:moveTo>
                <a:cubicBezTo>
                  <a:pt x="144515" y="421105"/>
                  <a:pt x="222158" y="498429"/>
                  <a:pt x="317933" y="498429"/>
                </a:cubicBezTo>
                <a:cubicBezTo>
                  <a:pt x="413706" y="498429"/>
                  <a:pt x="491350" y="421105"/>
                  <a:pt x="491350" y="325725"/>
                </a:cubicBezTo>
                <a:cubicBezTo>
                  <a:pt x="491350" y="230344"/>
                  <a:pt x="413706" y="153021"/>
                  <a:pt x="317933" y="153021"/>
                </a:cubicBezTo>
                <a:cubicBezTo>
                  <a:pt x="222158" y="153021"/>
                  <a:pt x="144515" y="230344"/>
                  <a:pt x="144515" y="325725"/>
                </a:cubicBezTo>
                <a:close/>
                <a:moveTo>
                  <a:pt x="636270" y="247650"/>
                </a:moveTo>
                <a:cubicBezTo>
                  <a:pt x="605790" y="263842"/>
                  <a:pt x="577215" y="283845"/>
                  <a:pt x="550545" y="305752"/>
                </a:cubicBezTo>
                <a:cubicBezTo>
                  <a:pt x="548640" y="319087"/>
                  <a:pt x="547687" y="333375"/>
                  <a:pt x="550545" y="345757"/>
                </a:cubicBezTo>
                <a:cubicBezTo>
                  <a:pt x="580072" y="363854"/>
                  <a:pt x="604837" y="389572"/>
                  <a:pt x="636270" y="403859"/>
                </a:cubicBezTo>
                <a:cubicBezTo>
                  <a:pt x="630554" y="418147"/>
                  <a:pt x="628650" y="422909"/>
                  <a:pt x="626745" y="431482"/>
                </a:cubicBezTo>
                <a:cubicBezTo>
                  <a:pt x="625792" y="435292"/>
                  <a:pt x="623887" y="440054"/>
                  <a:pt x="621029" y="447675"/>
                </a:cubicBezTo>
                <a:cubicBezTo>
                  <a:pt x="586740" y="448627"/>
                  <a:pt x="552450" y="445770"/>
                  <a:pt x="518159" y="444817"/>
                </a:cubicBezTo>
                <a:cubicBezTo>
                  <a:pt x="516254" y="450532"/>
                  <a:pt x="510540" y="453389"/>
                  <a:pt x="509587" y="457200"/>
                </a:cubicBezTo>
                <a:cubicBezTo>
                  <a:pt x="506729" y="464820"/>
                  <a:pt x="497204" y="466725"/>
                  <a:pt x="494347" y="478154"/>
                </a:cubicBezTo>
                <a:cubicBezTo>
                  <a:pt x="505777" y="509587"/>
                  <a:pt x="512445" y="543877"/>
                  <a:pt x="528637" y="574357"/>
                </a:cubicBezTo>
                <a:cubicBezTo>
                  <a:pt x="517207" y="577214"/>
                  <a:pt x="515302" y="585787"/>
                  <a:pt x="509587" y="587692"/>
                </a:cubicBezTo>
                <a:cubicBezTo>
                  <a:pt x="504825" y="589597"/>
                  <a:pt x="498157" y="591502"/>
                  <a:pt x="490537" y="601027"/>
                </a:cubicBezTo>
                <a:cubicBezTo>
                  <a:pt x="459104" y="589597"/>
                  <a:pt x="436245" y="560070"/>
                  <a:pt x="409575" y="539114"/>
                </a:cubicBezTo>
                <a:cubicBezTo>
                  <a:pt x="397192" y="542925"/>
                  <a:pt x="389572" y="543877"/>
                  <a:pt x="381000" y="547687"/>
                </a:cubicBezTo>
                <a:cubicBezTo>
                  <a:pt x="378142" y="549592"/>
                  <a:pt x="374332" y="551497"/>
                  <a:pt x="370522" y="551497"/>
                </a:cubicBezTo>
                <a:cubicBezTo>
                  <a:pt x="360997" y="584834"/>
                  <a:pt x="352425" y="617220"/>
                  <a:pt x="341947" y="649604"/>
                </a:cubicBezTo>
                <a:cubicBezTo>
                  <a:pt x="326707" y="644842"/>
                  <a:pt x="309562" y="650557"/>
                  <a:pt x="294322" y="649604"/>
                </a:cubicBezTo>
                <a:cubicBezTo>
                  <a:pt x="292417" y="615314"/>
                  <a:pt x="284797" y="579120"/>
                  <a:pt x="264795" y="551497"/>
                </a:cubicBezTo>
                <a:cubicBezTo>
                  <a:pt x="252412" y="548639"/>
                  <a:pt x="246697" y="545782"/>
                  <a:pt x="237172" y="542925"/>
                </a:cubicBezTo>
                <a:cubicBezTo>
                  <a:pt x="234315" y="541972"/>
                  <a:pt x="230504" y="541972"/>
                  <a:pt x="226695" y="539114"/>
                </a:cubicBezTo>
                <a:cubicBezTo>
                  <a:pt x="194309" y="550545"/>
                  <a:pt x="173354" y="581977"/>
                  <a:pt x="144779" y="601027"/>
                </a:cubicBezTo>
                <a:cubicBezTo>
                  <a:pt x="135254" y="594359"/>
                  <a:pt x="131445" y="589597"/>
                  <a:pt x="125729" y="587692"/>
                </a:cubicBezTo>
                <a:cubicBezTo>
                  <a:pt x="120967" y="585787"/>
                  <a:pt x="117157" y="580072"/>
                  <a:pt x="106679" y="574357"/>
                </a:cubicBezTo>
                <a:cubicBezTo>
                  <a:pt x="120967" y="542925"/>
                  <a:pt x="133350" y="510539"/>
                  <a:pt x="140970" y="478154"/>
                </a:cubicBezTo>
                <a:cubicBezTo>
                  <a:pt x="139065" y="472439"/>
                  <a:pt x="135254" y="468629"/>
                  <a:pt x="132397" y="465772"/>
                </a:cubicBezTo>
                <a:cubicBezTo>
                  <a:pt x="127634" y="460057"/>
                  <a:pt x="120967" y="456247"/>
                  <a:pt x="117157" y="444817"/>
                </a:cubicBezTo>
                <a:cubicBezTo>
                  <a:pt x="83820" y="447675"/>
                  <a:pt x="48577" y="448627"/>
                  <a:pt x="14287" y="447675"/>
                </a:cubicBezTo>
                <a:cubicBezTo>
                  <a:pt x="6667" y="433387"/>
                  <a:pt x="5715" y="428625"/>
                  <a:pt x="5715" y="420052"/>
                </a:cubicBezTo>
                <a:cubicBezTo>
                  <a:pt x="4762" y="415289"/>
                  <a:pt x="0" y="411479"/>
                  <a:pt x="0" y="403859"/>
                </a:cubicBezTo>
                <a:cubicBezTo>
                  <a:pt x="28575" y="384809"/>
                  <a:pt x="60007" y="369570"/>
                  <a:pt x="84772" y="345757"/>
                </a:cubicBezTo>
                <a:cubicBezTo>
                  <a:pt x="82867" y="332422"/>
                  <a:pt x="81915" y="319087"/>
                  <a:pt x="84772" y="305752"/>
                </a:cubicBezTo>
                <a:cubicBezTo>
                  <a:pt x="57150" y="285750"/>
                  <a:pt x="27622" y="268604"/>
                  <a:pt x="0" y="247650"/>
                </a:cubicBezTo>
                <a:cubicBezTo>
                  <a:pt x="3809" y="231457"/>
                  <a:pt x="6667" y="228600"/>
                  <a:pt x="9525" y="220027"/>
                </a:cubicBezTo>
                <a:cubicBezTo>
                  <a:pt x="10477" y="215264"/>
                  <a:pt x="11429" y="210502"/>
                  <a:pt x="14287" y="203834"/>
                </a:cubicBezTo>
                <a:cubicBezTo>
                  <a:pt x="48577" y="202882"/>
                  <a:pt x="82867" y="204787"/>
                  <a:pt x="117157" y="206692"/>
                </a:cubicBezTo>
                <a:cubicBezTo>
                  <a:pt x="119062" y="200977"/>
                  <a:pt x="124777" y="198120"/>
                  <a:pt x="125729" y="194309"/>
                </a:cubicBezTo>
                <a:cubicBezTo>
                  <a:pt x="129540" y="187642"/>
                  <a:pt x="136207" y="183832"/>
                  <a:pt x="140970" y="173354"/>
                </a:cubicBezTo>
                <a:cubicBezTo>
                  <a:pt x="129540" y="141922"/>
                  <a:pt x="107632" y="111442"/>
                  <a:pt x="106679" y="77152"/>
                </a:cubicBezTo>
                <a:cubicBezTo>
                  <a:pt x="113347" y="67627"/>
                  <a:pt x="122872" y="68579"/>
                  <a:pt x="125729" y="63817"/>
                </a:cubicBezTo>
                <a:cubicBezTo>
                  <a:pt x="129540" y="59054"/>
                  <a:pt x="136207" y="58102"/>
                  <a:pt x="144779" y="49529"/>
                </a:cubicBezTo>
                <a:cubicBezTo>
                  <a:pt x="170497" y="73342"/>
                  <a:pt x="196215" y="97154"/>
                  <a:pt x="226695" y="112395"/>
                </a:cubicBezTo>
                <a:cubicBezTo>
                  <a:pt x="238125" y="107632"/>
                  <a:pt x="246697" y="109537"/>
                  <a:pt x="254317" y="103822"/>
                </a:cubicBezTo>
                <a:cubicBezTo>
                  <a:pt x="257175" y="100964"/>
                  <a:pt x="260984" y="100012"/>
                  <a:pt x="264795" y="100012"/>
                </a:cubicBezTo>
                <a:cubicBezTo>
                  <a:pt x="277177" y="67627"/>
                  <a:pt x="298132" y="36195"/>
                  <a:pt x="294322" y="1904"/>
                </a:cubicBezTo>
                <a:cubicBezTo>
                  <a:pt x="309562" y="0"/>
                  <a:pt x="326707" y="7620"/>
                  <a:pt x="341947" y="1904"/>
                </a:cubicBezTo>
                <a:cubicBezTo>
                  <a:pt x="355282" y="33337"/>
                  <a:pt x="357187" y="68579"/>
                  <a:pt x="370522" y="100012"/>
                </a:cubicBezTo>
                <a:cubicBezTo>
                  <a:pt x="387667" y="100964"/>
                  <a:pt x="392429" y="109537"/>
                  <a:pt x="409575" y="112395"/>
                </a:cubicBezTo>
                <a:cubicBezTo>
                  <a:pt x="431482" y="86677"/>
                  <a:pt x="458152" y="60007"/>
                  <a:pt x="490537" y="49529"/>
                </a:cubicBezTo>
                <a:cubicBezTo>
                  <a:pt x="500062" y="58102"/>
                  <a:pt x="506729" y="59054"/>
                  <a:pt x="509587" y="63817"/>
                </a:cubicBezTo>
                <a:cubicBezTo>
                  <a:pt x="513397" y="68579"/>
                  <a:pt x="520065" y="68579"/>
                  <a:pt x="528637" y="77152"/>
                </a:cubicBezTo>
                <a:cubicBezTo>
                  <a:pt x="515302" y="108584"/>
                  <a:pt x="508634" y="142875"/>
                  <a:pt x="494347" y="173354"/>
                </a:cubicBezTo>
                <a:cubicBezTo>
                  <a:pt x="499109" y="177164"/>
                  <a:pt x="501015" y="181927"/>
                  <a:pt x="502920" y="185737"/>
                </a:cubicBezTo>
                <a:cubicBezTo>
                  <a:pt x="507682" y="192404"/>
                  <a:pt x="508634" y="200025"/>
                  <a:pt x="518159" y="206692"/>
                </a:cubicBezTo>
                <a:cubicBezTo>
                  <a:pt x="552450" y="208597"/>
                  <a:pt x="586740" y="200025"/>
                  <a:pt x="621029" y="203834"/>
                </a:cubicBezTo>
                <a:cubicBezTo>
                  <a:pt x="625792" y="219075"/>
                  <a:pt x="629602" y="222884"/>
                  <a:pt x="630554" y="230504"/>
                </a:cubicBezTo>
                <a:cubicBezTo>
                  <a:pt x="630554" y="235267"/>
                  <a:pt x="635317" y="240029"/>
                  <a:pt x="636270" y="247650"/>
                </a:cubicBezTo>
                <a:moveTo>
                  <a:pt x="144779" y="325754"/>
                </a:moveTo>
                <a:cubicBezTo>
                  <a:pt x="159067" y="420052"/>
                  <a:pt x="222884" y="490537"/>
                  <a:pt x="318134" y="498157"/>
                </a:cubicBezTo>
                <a:cubicBezTo>
                  <a:pt x="413384" y="506729"/>
                  <a:pt x="494347" y="421004"/>
                  <a:pt x="491490" y="325754"/>
                </a:cubicBezTo>
                <a:cubicBezTo>
                  <a:pt x="487679" y="230504"/>
                  <a:pt x="413384" y="144779"/>
                  <a:pt x="318134" y="153352"/>
                </a:cubicBezTo>
                <a:cubicBezTo>
                  <a:pt x="222884" y="160972"/>
                  <a:pt x="144779" y="230504"/>
                  <a:pt x="144779" y="325754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BAA3CB0-5222-F302-E6E0-3B49160C6838}"/>
              </a:ext>
            </a:extLst>
          </p:cNvPr>
          <p:cNvSpPr/>
          <p:nvPr/>
        </p:nvSpPr>
        <p:spPr>
          <a:xfrm>
            <a:off x="6816275" y="3352016"/>
            <a:ext cx="1193663" cy="1099964"/>
          </a:xfrm>
          <a:custGeom>
            <a:avLst/>
            <a:gdLst/>
            <a:ahLst/>
            <a:cxnLst/>
            <a:rect l="0" t="0" r="0" b="0"/>
            <a:pathLst>
              <a:path w="748664" h="775334">
                <a:moveTo>
                  <a:pt x="348615" y="774382"/>
                </a:moveTo>
                <a:lnTo>
                  <a:pt x="349567" y="717232"/>
                </a:lnTo>
                <a:lnTo>
                  <a:pt x="426720" y="719137"/>
                </a:lnTo>
                <a:lnTo>
                  <a:pt x="402907" y="775334"/>
                </a:lnTo>
                <a:lnTo>
                  <a:pt x="348615" y="774382"/>
                </a:lnTo>
                <a:moveTo>
                  <a:pt x="426720" y="719137"/>
                </a:moveTo>
                <a:lnTo>
                  <a:pt x="362902" y="657225"/>
                </a:lnTo>
                <a:lnTo>
                  <a:pt x="334327" y="709612"/>
                </a:lnTo>
                <a:lnTo>
                  <a:pt x="402907" y="775334"/>
                </a:lnTo>
                <a:lnTo>
                  <a:pt x="426720" y="719137"/>
                </a:lnTo>
                <a:moveTo>
                  <a:pt x="334327" y="709612"/>
                </a:moveTo>
                <a:lnTo>
                  <a:pt x="362902" y="657225"/>
                </a:lnTo>
                <a:lnTo>
                  <a:pt x="429577" y="672465"/>
                </a:lnTo>
                <a:lnTo>
                  <a:pt x="408622" y="726757"/>
                </a:lnTo>
                <a:lnTo>
                  <a:pt x="334327" y="709612"/>
                </a:lnTo>
                <a:moveTo>
                  <a:pt x="429577" y="672465"/>
                </a:moveTo>
                <a:lnTo>
                  <a:pt x="212407" y="549592"/>
                </a:lnTo>
                <a:lnTo>
                  <a:pt x="192404" y="603884"/>
                </a:lnTo>
                <a:lnTo>
                  <a:pt x="408622" y="726757"/>
                </a:lnTo>
                <a:lnTo>
                  <a:pt x="429577" y="672465"/>
                </a:lnTo>
                <a:moveTo>
                  <a:pt x="192404" y="603884"/>
                </a:moveTo>
                <a:lnTo>
                  <a:pt x="212407" y="549592"/>
                </a:lnTo>
                <a:lnTo>
                  <a:pt x="490537" y="605790"/>
                </a:lnTo>
                <a:lnTo>
                  <a:pt x="477202" y="661034"/>
                </a:lnTo>
                <a:lnTo>
                  <a:pt x="192404" y="603884"/>
                </a:lnTo>
                <a:moveTo>
                  <a:pt x="490537" y="605790"/>
                </a:moveTo>
                <a:lnTo>
                  <a:pt x="56197" y="472440"/>
                </a:lnTo>
                <a:lnTo>
                  <a:pt x="42862" y="528637"/>
                </a:lnTo>
                <a:lnTo>
                  <a:pt x="477202" y="661034"/>
                </a:lnTo>
                <a:lnTo>
                  <a:pt x="490537" y="605790"/>
                </a:lnTo>
                <a:moveTo>
                  <a:pt x="42862" y="528637"/>
                </a:moveTo>
                <a:lnTo>
                  <a:pt x="56197" y="472440"/>
                </a:lnTo>
                <a:lnTo>
                  <a:pt x="281940" y="508634"/>
                </a:lnTo>
                <a:lnTo>
                  <a:pt x="262890" y="562927"/>
                </a:lnTo>
                <a:lnTo>
                  <a:pt x="42862" y="528637"/>
                </a:lnTo>
                <a:moveTo>
                  <a:pt x="281940" y="508634"/>
                </a:moveTo>
                <a:lnTo>
                  <a:pt x="112395" y="420052"/>
                </a:lnTo>
                <a:lnTo>
                  <a:pt x="93345" y="474345"/>
                </a:lnTo>
                <a:lnTo>
                  <a:pt x="262890" y="562927"/>
                </a:lnTo>
                <a:lnTo>
                  <a:pt x="281940" y="508634"/>
                </a:lnTo>
                <a:moveTo>
                  <a:pt x="93345" y="474345"/>
                </a:moveTo>
                <a:lnTo>
                  <a:pt x="112395" y="420052"/>
                </a:lnTo>
                <a:lnTo>
                  <a:pt x="238125" y="445770"/>
                </a:lnTo>
                <a:lnTo>
                  <a:pt x="215265" y="500062"/>
                </a:lnTo>
                <a:lnTo>
                  <a:pt x="93345" y="474345"/>
                </a:lnTo>
                <a:moveTo>
                  <a:pt x="238125" y="445770"/>
                </a:moveTo>
                <a:lnTo>
                  <a:pt x="111442" y="357187"/>
                </a:lnTo>
                <a:lnTo>
                  <a:pt x="91440" y="412432"/>
                </a:lnTo>
                <a:lnTo>
                  <a:pt x="215265" y="500062"/>
                </a:lnTo>
                <a:lnTo>
                  <a:pt x="238125" y="445770"/>
                </a:lnTo>
                <a:moveTo>
                  <a:pt x="91440" y="412432"/>
                </a:moveTo>
                <a:lnTo>
                  <a:pt x="111442" y="357187"/>
                </a:lnTo>
                <a:lnTo>
                  <a:pt x="222885" y="364807"/>
                </a:lnTo>
                <a:lnTo>
                  <a:pt x="212407" y="421004"/>
                </a:lnTo>
                <a:lnTo>
                  <a:pt x="91440" y="412432"/>
                </a:lnTo>
                <a:moveTo>
                  <a:pt x="222885" y="364807"/>
                </a:moveTo>
                <a:lnTo>
                  <a:pt x="12382" y="300037"/>
                </a:lnTo>
                <a:lnTo>
                  <a:pt x="0" y="356234"/>
                </a:lnTo>
                <a:lnTo>
                  <a:pt x="212407" y="421004"/>
                </a:lnTo>
                <a:lnTo>
                  <a:pt x="222885" y="364807"/>
                </a:lnTo>
                <a:moveTo>
                  <a:pt x="0" y="356234"/>
                </a:moveTo>
                <a:lnTo>
                  <a:pt x="205740" y="383857"/>
                </a:lnTo>
                <a:lnTo>
                  <a:pt x="239077" y="330517"/>
                </a:lnTo>
                <a:lnTo>
                  <a:pt x="12382" y="300037"/>
                </a:lnTo>
                <a:lnTo>
                  <a:pt x="0" y="356234"/>
                </a:lnTo>
                <a:moveTo>
                  <a:pt x="239077" y="330517"/>
                </a:moveTo>
                <a:lnTo>
                  <a:pt x="169545" y="226695"/>
                </a:lnTo>
                <a:lnTo>
                  <a:pt x="136207" y="278129"/>
                </a:lnTo>
                <a:lnTo>
                  <a:pt x="205740" y="383857"/>
                </a:lnTo>
                <a:lnTo>
                  <a:pt x="239077" y="330517"/>
                </a:lnTo>
                <a:moveTo>
                  <a:pt x="136207" y="278129"/>
                </a:moveTo>
                <a:lnTo>
                  <a:pt x="169545" y="226695"/>
                </a:lnTo>
                <a:lnTo>
                  <a:pt x="245745" y="239077"/>
                </a:lnTo>
                <a:lnTo>
                  <a:pt x="227647" y="294322"/>
                </a:lnTo>
                <a:lnTo>
                  <a:pt x="136207" y="278129"/>
                </a:lnTo>
                <a:moveTo>
                  <a:pt x="245745" y="239077"/>
                </a:moveTo>
                <a:lnTo>
                  <a:pt x="113347" y="175259"/>
                </a:lnTo>
                <a:lnTo>
                  <a:pt x="96202" y="230504"/>
                </a:lnTo>
                <a:lnTo>
                  <a:pt x="227647" y="294322"/>
                </a:lnTo>
                <a:lnTo>
                  <a:pt x="245745" y="239077"/>
                </a:lnTo>
                <a:moveTo>
                  <a:pt x="96202" y="230504"/>
                </a:moveTo>
                <a:lnTo>
                  <a:pt x="297179" y="260984"/>
                </a:lnTo>
                <a:lnTo>
                  <a:pt x="323850" y="207645"/>
                </a:lnTo>
                <a:lnTo>
                  <a:pt x="113347" y="175259"/>
                </a:lnTo>
                <a:lnTo>
                  <a:pt x="96202" y="230504"/>
                </a:lnTo>
                <a:moveTo>
                  <a:pt x="323850" y="207645"/>
                </a:moveTo>
                <a:lnTo>
                  <a:pt x="244792" y="130492"/>
                </a:lnTo>
                <a:lnTo>
                  <a:pt x="218122" y="183832"/>
                </a:lnTo>
                <a:lnTo>
                  <a:pt x="297179" y="260984"/>
                </a:lnTo>
                <a:lnTo>
                  <a:pt x="323850" y="207645"/>
                </a:lnTo>
                <a:moveTo>
                  <a:pt x="218122" y="183832"/>
                </a:moveTo>
                <a:lnTo>
                  <a:pt x="611504" y="248602"/>
                </a:lnTo>
                <a:lnTo>
                  <a:pt x="656272" y="198120"/>
                </a:lnTo>
                <a:lnTo>
                  <a:pt x="244792" y="130492"/>
                </a:lnTo>
                <a:lnTo>
                  <a:pt x="218122" y="183832"/>
                </a:lnTo>
                <a:moveTo>
                  <a:pt x="656272" y="198120"/>
                </a:moveTo>
                <a:lnTo>
                  <a:pt x="633412" y="112395"/>
                </a:lnTo>
                <a:lnTo>
                  <a:pt x="589597" y="170497"/>
                </a:lnTo>
                <a:lnTo>
                  <a:pt x="611504" y="248602"/>
                </a:lnTo>
                <a:lnTo>
                  <a:pt x="656272" y="198120"/>
                </a:lnTo>
                <a:moveTo>
                  <a:pt x="589597" y="170497"/>
                </a:moveTo>
                <a:lnTo>
                  <a:pt x="657225" y="168592"/>
                </a:lnTo>
                <a:lnTo>
                  <a:pt x="656272" y="111442"/>
                </a:lnTo>
                <a:lnTo>
                  <a:pt x="633412" y="112395"/>
                </a:lnTo>
                <a:lnTo>
                  <a:pt x="589597" y="170497"/>
                </a:lnTo>
                <a:moveTo>
                  <a:pt x="148590" y="677227"/>
                </a:moveTo>
                <a:lnTo>
                  <a:pt x="237172" y="705802"/>
                </a:lnTo>
                <a:lnTo>
                  <a:pt x="255270" y="651509"/>
                </a:lnTo>
                <a:lnTo>
                  <a:pt x="165735" y="622934"/>
                </a:lnTo>
                <a:lnTo>
                  <a:pt x="148590" y="677227"/>
                </a:lnTo>
                <a:moveTo>
                  <a:pt x="486727" y="667702"/>
                </a:moveTo>
                <a:lnTo>
                  <a:pt x="487679" y="610552"/>
                </a:lnTo>
                <a:lnTo>
                  <a:pt x="598170" y="612457"/>
                </a:lnTo>
                <a:lnTo>
                  <a:pt x="583882" y="669607"/>
                </a:lnTo>
                <a:lnTo>
                  <a:pt x="486727" y="667702"/>
                </a:lnTo>
                <a:moveTo>
                  <a:pt x="598170" y="612457"/>
                </a:moveTo>
                <a:lnTo>
                  <a:pt x="439102" y="527684"/>
                </a:lnTo>
                <a:lnTo>
                  <a:pt x="421004" y="582929"/>
                </a:lnTo>
                <a:lnTo>
                  <a:pt x="583882" y="669607"/>
                </a:lnTo>
                <a:lnTo>
                  <a:pt x="598170" y="612457"/>
                </a:lnTo>
                <a:moveTo>
                  <a:pt x="421004" y="582929"/>
                </a:moveTo>
                <a:lnTo>
                  <a:pt x="439102" y="527684"/>
                </a:lnTo>
                <a:lnTo>
                  <a:pt x="572452" y="546734"/>
                </a:lnTo>
                <a:lnTo>
                  <a:pt x="545782" y="601027"/>
                </a:lnTo>
                <a:lnTo>
                  <a:pt x="421004" y="582929"/>
                </a:lnTo>
                <a:moveTo>
                  <a:pt x="572452" y="546734"/>
                </a:moveTo>
                <a:lnTo>
                  <a:pt x="518160" y="492442"/>
                </a:lnTo>
                <a:lnTo>
                  <a:pt x="490537" y="545782"/>
                </a:lnTo>
                <a:lnTo>
                  <a:pt x="545782" y="601027"/>
                </a:lnTo>
                <a:lnTo>
                  <a:pt x="572452" y="546734"/>
                </a:lnTo>
                <a:moveTo>
                  <a:pt x="490537" y="545782"/>
                </a:moveTo>
                <a:lnTo>
                  <a:pt x="606742" y="564832"/>
                </a:lnTo>
                <a:lnTo>
                  <a:pt x="637222" y="512445"/>
                </a:lnTo>
                <a:lnTo>
                  <a:pt x="518160" y="492442"/>
                </a:lnTo>
                <a:lnTo>
                  <a:pt x="490537" y="545782"/>
                </a:lnTo>
                <a:moveTo>
                  <a:pt x="637222" y="512445"/>
                </a:moveTo>
                <a:lnTo>
                  <a:pt x="561975" y="421004"/>
                </a:lnTo>
                <a:lnTo>
                  <a:pt x="533400" y="476250"/>
                </a:lnTo>
                <a:lnTo>
                  <a:pt x="606742" y="564832"/>
                </a:lnTo>
                <a:lnTo>
                  <a:pt x="637222" y="512445"/>
                </a:lnTo>
                <a:moveTo>
                  <a:pt x="533400" y="476250"/>
                </a:moveTo>
                <a:lnTo>
                  <a:pt x="653414" y="483870"/>
                </a:lnTo>
                <a:lnTo>
                  <a:pt x="669607" y="427672"/>
                </a:lnTo>
                <a:lnTo>
                  <a:pt x="561975" y="421004"/>
                </a:lnTo>
                <a:lnTo>
                  <a:pt x="533400" y="476250"/>
                </a:lnTo>
                <a:moveTo>
                  <a:pt x="669607" y="427672"/>
                </a:moveTo>
                <a:lnTo>
                  <a:pt x="570547" y="373379"/>
                </a:lnTo>
                <a:lnTo>
                  <a:pt x="551497" y="427672"/>
                </a:lnTo>
                <a:lnTo>
                  <a:pt x="653414" y="483870"/>
                </a:lnTo>
                <a:lnTo>
                  <a:pt x="669607" y="427672"/>
                </a:lnTo>
                <a:moveTo>
                  <a:pt x="551497" y="427672"/>
                </a:moveTo>
                <a:lnTo>
                  <a:pt x="570547" y="373379"/>
                </a:lnTo>
                <a:lnTo>
                  <a:pt x="672464" y="389572"/>
                </a:lnTo>
                <a:lnTo>
                  <a:pt x="648652" y="443865"/>
                </a:lnTo>
                <a:lnTo>
                  <a:pt x="551497" y="427672"/>
                </a:lnTo>
                <a:moveTo>
                  <a:pt x="672464" y="389572"/>
                </a:moveTo>
                <a:lnTo>
                  <a:pt x="565785" y="303847"/>
                </a:lnTo>
                <a:lnTo>
                  <a:pt x="543877" y="360045"/>
                </a:lnTo>
                <a:lnTo>
                  <a:pt x="648652" y="443865"/>
                </a:lnTo>
                <a:lnTo>
                  <a:pt x="672464" y="389572"/>
                </a:lnTo>
                <a:moveTo>
                  <a:pt x="543877" y="360045"/>
                </a:moveTo>
                <a:lnTo>
                  <a:pt x="565785" y="303847"/>
                </a:lnTo>
                <a:lnTo>
                  <a:pt x="748664" y="320040"/>
                </a:lnTo>
                <a:lnTo>
                  <a:pt x="736282" y="376237"/>
                </a:lnTo>
                <a:lnTo>
                  <a:pt x="543877" y="360045"/>
                </a:lnTo>
                <a:moveTo>
                  <a:pt x="748664" y="320040"/>
                </a:moveTo>
                <a:lnTo>
                  <a:pt x="503872" y="232409"/>
                </a:lnTo>
                <a:lnTo>
                  <a:pt x="491490" y="288607"/>
                </a:lnTo>
                <a:lnTo>
                  <a:pt x="736282" y="376237"/>
                </a:lnTo>
                <a:lnTo>
                  <a:pt x="748664" y="320040"/>
                </a:lnTo>
                <a:moveTo>
                  <a:pt x="491490" y="288607"/>
                </a:moveTo>
                <a:lnTo>
                  <a:pt x="503872" y="232409"/>
                </a:lnTo>
                <a:lnTo>
                  <a:pt x="626745" y="244792"/>
                </a:lnTo>
                <a:lnTo>
                  <a:pt x="621029" y="300990"/>
                </a:lnTo>
                <a:lnTo>
                  <a:pt x="491490" y="288607"/>
                </a:lnTo>
                <a:moveTo>
                  <a:pt x="631507" y="553402"/>
                </a:moveTo>
                <a:lnTo>
                  <a:pt x="693420" y="578167"/>
                </a:lnTo>
                <a:lnTo>
                  <a:pt x="715327" y="525779"/>
                </a:lnTo>
                <a:lnTo>
                  <a:pt x="652462" y="500062"/>
                </a:lnTo>
                <a:lnTo>
                  <a:pt x="631507" y="553402"/>
                </a:lnTo>
                <a:moveTo>
                  <a:pt x="103822" y="161925"/>
                </a:moveTo>
                <a:lnTo>
                  <a:pt x="147637" y="165734"/>
                </a:lnTo>
                <a:lnTo>
                  <a:pt x="152400" y="108584"/>
                </a:lnTo>
                <a:lnTo>
                  <a:pt x="108585" y="105727"/>
                </a:lnTo>
                <a:lnTo>
                  <a:pt x="103822" y="161925"/>
                </a:lnTo>
                <a:moveTo>
                  <a:pt x="266700" y="127634"/>
                </a:moveTo>
                <a:lnTo>
                  <a:pt x="347662" y="123825"/>
                </a:lnTo>
                <a:lnTo>
                  <a:pt x="364807" y="66675"/>
                </a:lnTo>
                <a:lnTo>
                  <a:pt x="264795" y="70484"/>
                </a:lnTo>
                <a:lnTo>
                  <a:pt x="266700" y="127634"/>
                </a:lnTo>
                <a:moveTo>
                  <a:pt x="364807" y="66675"/>
                </a:moveTo>
                <a:lnTo>
                  <a:pt x="283845" y="11429"/>
                </a:lnTo>
                <a:lnTo>
                  <a:pt x="280987" y="78104"/>
                </a:lnTo>
                <a:lnTo>
                  <a:pt x="347662" y="123825"/>
                </a:lnTo>
                <a:lnTo>
                  <a:pt x="364807" y="66675"/>
                </a:lnTo>
                <a:moveTo>
                  <a:pt x="280987" y="78104"/>
                </a:moveTo>
                <a:lnTo>
                  <a:pt x="332422" y="49529"/>
                </a:lnTo>
                <a:lnTo>
                  <a:pt x="304800" y="0"/>
                </a:lnTo>
                <a:lnTo>
                  <a:pt x="283845" y="11429"/>
                </a:lnTo>
                <a:lnTo>
                  <a:pt x="280987" y="78104"/>
                </a:lnTo>
                <a:moveTo>
                  <a:pt x="413385" y="138112"/>
                </a:moveTo>
                <a:lnTo>
                  <a:pt x="487679" y="151447"/>
                </a:lnTo>
                <a:lnTo>
                  <a:pt x="513397" y="98107"/>
                </a:lnTo>
                <a:lnTo>
                  <a:pt x="423862" y="81915"/>
                </a:lnTo>
                <a:lnTo>
                  <a:pt x="413385" y="138112"/>
                </a:lnTo>
                <a:moveTo>
                  <a:pt x="513397" y="98107"/>
                </a:moveTo>
                <a:lnTo>
                  <a:pt x="442912" y="34290"/>
                </a:lnTo>
                <a:lnTo>
                  <a:pt x="420052" y="90487"/>
                </a:lnTo>
                <a:lnTo>
                  <a:pt x="487679" y="151447"/>
                </a:lnTo>
                <a:lnTo>
                  <a:pt x="513397" y="98107"/>
                </a:lnTo>
                <a:moveTo>
                  <a:pt x="420052" y="90487"/>
                </a:moveTo>
                <a:lnTo>
                  <a:pt x="442912" y="34290"/>
                </a:lnTo>
                <a:lnTo>
                  <a:pt x="510540" y="38100"/>
                </a:lnTo>
                <a:lnTo>
                  <a:pt x="507682" y="95250"/>
                </a:lnTo>
                <a:lnTo>
                  <a:pt x="420052" y="90487"/>
                </a:ln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EFB6010-2AC2-92AC-16D8-532D23BC8080}"/>
              </a:ext>
            </a:extLst>
          </p:cNvPr>
          <p:cNvSpPr/>
          <p:nvPr/>
        </p:nvSpPr>
        <p:spPr>
          <a:xfrm>
            <a:off x="6823823" y="3372285"/>
            <a:ext cx="1201560" cy="1062129"/>
          </a:xfrm>
          <a:custGeom>
            <a:avLst/>
            <a:gdLst/>
            <a:ahLst/>
            <a:cxnLst/>
            <a:rect l="0" t="0" r="0" b="0"/>
            <a:pathLst>
              <a:path w="753617" h="748665">
                <a:moveTo>
                  <a:pt x="382845" y="747707"/>
                </a:moveTo>
                <a:cubicBezTo>
                  <a:pt x="373308" y="747696"/>
                  <a:pt x="368500" y="747690"/>
                  <a:pt x="349814" y="747668"/>
                </a:cubicBezTo>
                <a:lnTo>
                  <a:pt x="349832" y="747665"/>
                </a:lnTo>
                <a:lnTo>
                  <a:pt x="321202" y="641063"/>
                </a:lnTo>
                <a:cubicBezTo>
                  <a:pt x="311410" y="638170"/>
                  <a:pt x="305128" y="636312"/>
                  <a:pt x="298843" y="634454"/>
                </a:cubicBezTo>
                <a:cubicBezTo>
                  <a:pt x="292569" y="632600"/>
                  <a:pt x="286292" y="630744"/>
                  <a:pt x="276521" y="627855"/>
                </a:cubicBezTo>
                <a:lnTo>
                  <a:pt x="194703" y="701806"/>
                </a:lnTo>
                <a:cubicBezTo>
                  <a:pt x="187176" y="696944"/>
                  <a:pt x="182328" y="693812"/>
                  <a:pt x="178438" y="691298"/>
                </a:cubicBezTo>
                <a:cubicBezTo>
                  <a:pt x="170219" y="685988"/>
                  <a:pt x="166276" y="683441"/>
                  <a:pt x="150372" y="673170"/>
                </a:cubicBezTo>
                <a:lnTo>
                  <a:pt x="183793" y="567959"/>
                </a:lnTo>
                <a:lnTo>
                  <a:pt x="176532" y="559535"/>
                </a:lnTo>
                <a:cubicBezTo>
                  <a:pt x="168470" y="550182"/>
                  <a:pt x="163898" y="544877"/>
                  <a:pt x="153339" y="532634"/>
                </a:cubicBezTo>
                <a:lnTo>
                  <a:pt x="44630" y="550526"/>
                </a:lnTo>
                <a:cubicBezTo>
                  <a:pt x="38856" y="537811"/>
                  <a:pt x="36282" y="532139"/>
                  <a:pt x="33708" y="526466"/>
                </a:cubicBezTo>
                <a:cubicBezTo>
                  <a:pt x="31133" y="520795"/>
                  <a:pt x="28559" y="515124"/>
                  <a:pt x="22787" y="502411"/>
                </a:cubicBezTo>
                <a:lnTo>
                  <a:pt x="107655" y="431993"/>
                </a:lnTo>
                <a:cubicBezTo>
                  <a:pt x="106218" y="421873"/>
                  <a:pt x="105296" y="415377"/>
                  <a:pt x="104373" y="408881"/>
                </a:cubicBezTo>
                <a:cubicBezTo>
                  <a:pt x="103450" y="402385"/>
                  <a:pt x="102528" y="395888"/>
                  <a:pt x="101091" y="385769"/>
                </a:cubicBezTo>
                <a:lnTo>
                  <a:pt x="0" y="341918"/>
                </a:lnTo>
                <a:cubicBezTo>
                  <a:pt x="2005" y="328092"/>
                  <a:pt x="2899" y="321925"/>
                  <a:pt x="3792" y="315759"/>
                </a:cubicBezTo>
                <a:cubicBezTo>
                  <a:pt x="4685" y="309592"/>
                  <a:pt x="5578" y="303425"/>
                  <a:pt x="7584" y="289599"/>
                </a:cubicBezTo>
                <a:lnTo>
                  <a:pt x="116954" y="276334"/>
                </a:lnTo>
                <a:cubicBezTo>
                  <a:pt x="122501" y="264213"/>
                  <a:pt x="125455" y="257753"/>
                  <a:pt x="129199" y="249566"/>
                </a:cubicBezTo>
                <a:cubicBezTo>
                  <a:pt x="131195" y="245203"/>
                  <a:pt x="133414" y="240350"/>
                  <a:pt x="136370" y="233888"/>
                </a:cubicBezTo>
                <a:lnTo>
                  <a:pt x="74998" y="142222"/>
                </a:lnTo>
                <a:cubicBezTo>
                  <a:pt x="89730" y="125225"/>
                  <a:pt x="91314" y="123399"/>
                  <a:pt x="100932" y="112305"/>
                </a:cubicBezTo>
                <a:cubicBezTo>
                  <a:pt x="103254" y="109627"/>
                  <a:pt x="106044" y="106409"/>
                  <a:pt x="109601" y="102307"/>
                </a:cubicBezTo>
                <a:lnTo>
                  <a:pt x="208747" y="150407"/>
                </a:lnTo>
                <a:lnTo>
                  <a:pt x="247977" y="125211"/>
                </a:lnTo>
                <a:lnTo>
                  <a:pt x="245806" y="14831"/>
                </a:lnTo>
                <a:cubicBezTo>
                  <a:pt x="251066" y="13291"/>
                  <a:pt x="255180" y="12086"/>
                  <a:pt x="258599" y="11085"/>
                </a:cubicBezTo>
                <a:cubicBezTo>
                  <a:pt x="272575" y="6993"/>
                  <a:pt x="274938" y="6301"/>
                  <a:pt x="296441" y="0"/>
                </a:cubicBezTo>
                <a:lnTo>
                  <a:pt x="353880" y="94188"/>
                </a:lnTo>
                <a:lnTo>
                  <a:pt x="400470" y="94246"/>
                </a:lnTo>
                <a:lnTo>
                  <a:pt x="458191" y="195"/>
                </a:lnTo>
                <a:cubicBezTo>
                  <a:pt x="471558" y="4144"/>
                  <a:pt x="477522" y="5906"/>
                  <a:pt x="483485" y="7668"/>
                </a:cubicBezTo>
                <a:cubicBezTo>
                  <a:pt x="489449" y="9431"/>
                  <a:pt x="495413" y="11194"/>
                  <a:pt x="508781" y="15147"/>
                </a:cubicBezTo>
                <a:lnTo>
                  <a:pt x="506284" y="125523"/>
                </a:lnTo>
                <a:cubicBezTo>
                  <a:pt x="514845" y="131054"/>
                  <a:pt x="520345" y="134606"/>
                  <a:pt x="525841" y="138155"/>
                </a:cubicBezTo>
                <a:cubicBezTo>
                  <a:pt x="531352" y="141713"/>
                  <a:pt x="536858" y="145269"/>
                  <a:pt x="545441" y="150814"/>
                </a:cubicBezTo>
                <a:lnTo>
                  <a:pt x="644730" y="102954"/>
                </a:lnTo>
                <a:lnTo>
                  <a:pt x="679214" y="142949"/>
                </a:lnTo>
                <a:lnTo>
                  <a:pt x="617570" y="234472"/>
                </a:lnTo>
                <a:cubicBezTo>
                  <a:pt x="622410" y="245135"/>
                  <a:pt x="625264" y="251422"/>
                  <a:pt x="628409" y="258348"/>
                </a:cubicBezTo>
                <a:cubicBezTo>
                  <a:pt x="630753" y="263510"/>
                  <a:pt x="633257" y="269025"/>
                  <a:pt x="636863" y="276967"/>
                </a:cubicBezTo>
                <a:lnTo>
                  <a:pt x="746190" y="290494"/>
                </a:lnTo>
                <a:lnTo>
                  <a:pt x="753617" y="342829"/>
                </a:lnTo>
                <a:lnTo>
                  <a:pt x="652399" y="386434"/>
                </a:lnTo>
                <a:cubicBezTo>
                  <a:pt x="651106" y="395361"/>
                  <a:pt x="650220" y="401468"/>
                  <a:pt x="649382" y="407244"/>
                </a:cubicBezTo>
                <a:cubicBezTo>
                  <a:pt x="648321" y="414555"/>
                  <a:pt x="647337" y="421337"/>
                  <a:pt x="645700" y="432640"/>
                </a:cubicBezTo>
                <a:lnTo>
                  <a:pt x="730356" y="503260"/>
                </a:lnTo>
                <a:cubicBezTo>
                  <a:pt x="724547" y="515962"/>
                  <a:pt x="721955" y="521627"/>
                  <a:pt x="719363" y="527292"/>
                </a:cubicBezTo>
                <a:cubicBezTo>
                  <a:pt x="716771" y="532958"/>
                  <a:pt x="714179" y="538622"/>
                  <a:pt x="708370" y="551325"/>
                </a:cubicBezTo>
                <a:lnTo>
                  <a:pt x="599712" y="533172"/>
                </a:lnTo>
                <a:lnTo>
                  <a:pt x="569149" y="568426"/>
                </a:lnTo>
                <a:lnTo>
                  <a:pt x="602257" y="673717"/>
                </a:lnTo>
                <a:lnTo>
                  <a:pt x="591973" y="680319"/>
                </a:lnTo>
                <a:cubicBezTo>
                  <a:pt x="578863" y="688737"/>
                  <a:pt x="577174" y="689822"/>
                  <a:pt x="557838" y="702243"/>
                </a:cubicBezTo>
                <a:lnTo>
                  <a:pt x="476241" y="628091"/>
                </a:lnTo>
                <a:cubicBezTo>
                  <a:pt x="456896" y="633763"/>
                  <a:pt x="451233" y="635421"/>
                  <a:pt x="432226" y="640987"/>
                </a:cubicBezTo>
                <a:lnTo>
                  <a:pt x="431517" y="641194"/>
                </a:lnTo>
                <a:lnTo>
                  <a:pt x="402564" y="747730"/>
                </a:lnTo>
                <a:lnTo>
                  <a:pt x="382845" y="747707"/>
                </a:lnTo>
                <a:close/>
                <a:moveTo>
                  <a:pt x="380219" y="196890"/>
                </a:moveTo>
                <a:cubicBezTo>
                  <a:pt x="284580" y="196890"/>
                  <a:pt x="207046" y="274665"/>
                  <a:pt x="207046" y="370602"/>
                </a:cubicBezTo>
                <a:cubicBezTo>
                  <a:pt x="207046" y="466540"/>
                  <a:pt x="284580" y="544314"/>
                  <a:pt x="380219" y="544314"/>
                </a:cubicBezTo>
                <a:cubicBezTo>
                  <a:pt x="475859" y="544314"/>
                  <a:pt x="553393" y="466540"/>
                  <a:pt x="553393" y="370602"/>
                </a:cubicBezTo>
                <a:cubicBezTo>
                  <a:pt x="553393" y="274665"/>
                  <a:pt x="475859" y="196890"/>
                  <a:pt x="380219" y="196890"/>
                </a:cubicBezTo>
                <a:close/>
                <a:moveTo>
                  <a:pt x="382932" y="747712"/>
                </a:moveTo>
                <a:cubicBezTo>
                  <a:pt x="374359" y="743902"/>
                  <a:pt x="367692" y="741045"/>
                  <a:pt x="349594" y="747712"/>
                </a:cubicBezTo>
                <a:cubicBezTo>
                  <a:pt x="342927" y="711517"/>
                  <a:pt x="330544" y="677227"/>
                  <a:pt x="321019" y="641032"/>
                </a:cubicBezTo>
                <a:cubicBezTo>
                  <a:pt x="311494" y="638175"/>
                  <a:pt x="305779" y="634365"/>
                  <a:pt x="299112" y="634365"/>
                </a:cubicBezTo>
                <a:cubicBezTo>
                  <a:pt x="292444" y="634365"/>
                  <a:pt x="285777" y="631507"/>
                  <a:pt x="276252" y="627697"/>
                </a:cubicBezTo>
                <a:cubicBezTo>
                  <a:pt x="246724" y="649604"/>
                  <a:pt x="223864" y="679132"/>
                  <a:pt x="194337" y="701992"/>
                </a:cubicBezTo>
                <a:cubicBezTo>
                  <a:pt x="185764" y="700087"/>
                  <a:pt x="181954" y="694372"/>
                  <a:pt x="178144" y="691515"/>
                </a:cubicBezTo>
                <a:cubicBezTo>
                  <a:pt x="171477" y="684847"/>
                  <a:pt x="163857" y="685800"/>
                  <a:pt x="150522" y="673417"/>
                </a:cubicBezTo>
                <a:cubicBezTo>
                  <a:pt x="160999" y="638175"/>
                  <a:pt x="178144" y="603884"/>
                  <a:pt x="183859" y="567690"/>
                </a:cubicBezTo>
                <a:cubicBezTo>
                  <a:pt x="181002" y="565784"/>
                  <a:pt x="179097" y="561975"/>
                  <a:pt x="176239" y="559117"/>
                </a:cubicBezTo>
                <a:cubicBezTo>
                  <a:pt x="167667" y="550545"/>
                  <a:pt x="164809" y="543877"/>
                  <a:pt x="153379" y="532447"/>
                </a:cubicBezTo>
                <a:cubicBezTo>
                  <a:pt x="117184" y="537209"/>
                  <a:pt x="77179" y="534352"/>
                  <a:pt x="44794" y="550545"/>
                </a:cubicBezTo>
                <a:cubicBezTo>
                  <a:pt x="34317" y="541020"/>
                  <a:pt x="34317" y="532447"/>
                  <a:pt x="33364" y="526732"/>
                </a:cubicBezTo>
                <a:cubicBezTo>
                  <a:pt x="33364" y="520065"/>
                  <a:pt x="29554" y="514350"/>
                  <a:pt x="22887" y="501967"/>
                </a:cubicBezTo>
                <a:cubicBezTo>
                  <a:pt x="57177" y="488632"/>
                  <a:pt x="79084" y="455295"/>
                  <a:pt x="107659" y="432434"/>
                </a:cubicBezTo>
                <a:cubicBezTo>
                  <a:pt x="107659" y="421957"/>
                  <a:pt x="105754" y="415290"/>
                  <a:pt x="104802" y="408622"/>
                </a:cubicBezTo>
                <a:cubicBezTo>
                  <a:pt x="102897" y="402907"/>
                  <a:pt x="103849" y="395287"/>
                  <a:pt x="100992" y="385762"/>
                </a:cubicBezTo>
                <a:cubicBezTo>
                  <a:pt x="67654" y="371475"/>
                  <a:pt x="34317" y="355282"/>
                  <a:pt x="27" y="341947"/>
                </a:cubicBezTo>
                <a:cubicBezTo>
                  <a:pt x="5742" y="329565"/>
                  <a:pt x="1932" y="321945"/>
                  <a:pt x="3837" y="316229"/>
                </a:cubicBezTo>
                <a:cubicBezTo>
                  <a:pt x="5742" y="309562"/>
                  <a:pt x="9552" y="303847"/>
                  <a:pt x="7647" y="289559"/>
                </a:cubicBezTo>
                <a:cubicBezTo>
                  <a:pt x="43842" y="282892"/>
                  <a:pt x="80989" y="283845"/>
                  <a:pt x="117184" y="276225"/>
                </a:cubicBezTo>
                <a:cubicBezTo>
                  <a:pt x="126709" y="266700"/>
                  <a:pt x="123852" y="257175"/>
                  <a:pt x="129567" y="249554"/>
                </a:cubicBezTo>
                <a:cubicBezTo>
                  <a:pt x="131472" y="245745"/>
                  <a:pt x="134329" y="240982"/>
                  <a:pt x="136234" y="234315"/>
                </a:cubicBezTo>
                <a:cubicBezTo>
                  <a:pt x="121947" y="200025"/>
                  <a:pt x="102897" y="165734"/>
                  <a:pt x="75274" y="141922"/>
                </a:cubicBezTo>
                <a:cubicBezTo>
                  <a:pt x="93372" y="128587"/>
                  <a:pt x="88609" y="120015"/>
                  <a:pt x="100992" y="112395"/>
                </a:cubicBezTo>
                <a:cubicBezTo>
                  <a:pt x="103849" y="110490"/>
                  <a:pt x="106707" y="106679"/>
                  <a:pt x="109564" y="101917"/>
                </a:cubicBezTo>
                <a:cubicBezTo>
                  <a:pt x="140044" y="122872"/>
                  <a:pt x="176239" y="134302"/>
                  <a:pt x="208624" y="150495"/>
                </a:cubicBezTo>
                <a:cubicBezTo>
                  <a:pt x="221959" y="141922"/>
                  <a:pt x="239104" y="138112"/>
                  <a:pt x="247677" y="124777"/>
                </a:cubicBezTo>
                <a:cubicBezTo>
                  <a:pt x="237199" y="89534"/>
                  <a:pt x="253392" y="50482"/>
                  <a:pt x="245772" y="15240"/>
                </a:cubicBezTo>
                <a:cubicBezTo>
                  <a:pt x="250534" y="11429"/>
                  <a:pt x="255297" y="10477"/>
                  <a:pt x="258154" y="11429"/>
                </a:cubicBezTo>
                <a:cubicBezTo>
                  <a:pt x="273394" y="12382"/>
                  <a:pt x="274347" y="952"/>
                  <a:pt x="296254" y="0"/>
                </a:cubicBezTo>
                <a:cubicBezTo>
                  <a:pt x="319114" y="28575"/>
                  <a:pt x="323877" y="72390"/>
                  <a:pt x="353404" y="94297"/>
                </a:cubicBezTo>
                <a:cubicBezTo>
                  <a:pt x="369597" y="94297"/>
                  <a:pt x="384837" y="96202"/>
                  <a:pt x="400077" y="94297"/>
                </a:cubicBezTo>
                <a:cubicBezTo>
                  <a:pt x="421032" y="63817"/>
                  <a:pt x="438177" y="31432"/>
                  <a:pt x="458179" y="0"/>
                </a:cubicBezTo>
                <a:cubicBezTo>
                  <a:pt x="471514" y="1904"/>
                  <a:pt x="477229" y="8572"/>
                  <a:pt x="483897" y="7620"/>
                </a:cubicBezTo>
                <a:cubicBezTo>
                  <a:pt x="489612" y="6667"/>
                  <a:pt x="498184" y="6667"/>
                  <a:pt x="508662" y="15240"/>
                </a:cubicBezTo>
                <a:cubicBezTo>
                  <a:pt x="512472" y="51434"/>
                  <a:pt x="510567" y="88582"/>
                  <a:pt x="506757" y="125729"/>
                </a:cubicBezTo>
                <a:cubicBezTo>
                  <a:pt x="514377" y="132397"/>
                  <a:pt x="519139" y="137159"/>
                  <a:pt x="525807" y="138112"/>
                </a:cubicBezTo>
                <a:cubicBezTo>
                  <a:pt x="532474" y="139065"/>
                  <a:pt x="538189" y="143827"/>
                  <a:pt x="545809" y="150495"/>
                </a:cubicBezTo>
                <a:cubicBezTo>
                  <a:pt x="578194" y="134302"/>
                  <a:pt x="617247" y="127634"/>
                  <a:pt x="644869" y="102870"/>
                </a:cubicBezTo>
                <a:cubicBezTo>
                  <a:pt x="656299" y="116204"/>
                  <a:pt x="666777" y="130492"/>
                  <a:pt x="679159" y="142875"/>
                </a:cubicBezTo>
                <a:cubicBezTo>
                  <a:pt x="655347" y="170497"/>
                  <a:pt x="630582" y="200025"/>
                  <a:pt x="617247" y="234315"/>
                </a:cubicBezTo>
                <a:cubicBezTo>
                  <a:pt x="623914" y="243840"/>
                  <a:pt x="626772" y="250507"/>
                  <a:pt x="628677" y="258127"/>
                </a:cubicBezTo>
                <a:cubicBezTo>
                  <a:pt x="629629" y="263842"/>
                  <a:pt x="636297" y="268604"/>
                  <a:pt x="637249" y="277177"/>
                </a:cubicBezTo>
                <a:cubicBezTo>
                  <a:pt x="671539" y="288607"/>
                  <a:pt x="709639" y="286702"/>
                  <a:pt x="745834" y="290512"/>
                </a:cubicBezTo>
                <a:cubicBezTo>
                  <a:pt x="750597" y="307657"/>
                  <a:pt x="749644" y="325754"/>
                  <a:pt x="753454" y="342900"/>
                </a:cubicBezTo>
                <a:cubicBezTo>
                  <a:pt x="727737" y="368617"/>
                  <a:pt x="681064" y="363854"/>
                  <a:pt x="652489" y="386715"/>
                </a:cubicBezTo>
                <a:cubicBezTo>
                  <a:pt x="654394" y="395287"/>
                  <a:pt x="651537" y="401954"/>
                  <a:pt x="649632" y="407670"/>
                </a:cubicBezTo>
                <a:cubicBezTo>
                  <a:pt x="646774" y="414337"/>
                  <a:pt x="650584" y="421957"/>
                  <a:pt x="645822" y="432434"/>
                </a:cubicBezTo>
                <a:cubicBezTo>
                  <a:pt x="663919" y="464820"/>
                  <a:pt x="711544" y="471487"/>
                  <a:pt x="730594" y="502920"/>
                </a:cubicBezTo>
                <a:cubicBezTo>
                  <a:pt x="727737" y="517207"/>
                  <a:pt x="722022" y="521970"/>
                  <a:pt x="719164" y="527684"/>
                </a:cubicBezTo>
                <a:cubicBezTo>
                  <a:pt x="717259" y="533400"/>
                  <a:pt x="714402" y="538162"/>
                  <a:pt x="708687" y="551497"/>
                </a:cubicBezTo>
                <a:cubicBezTo>
                  <a:pt x="673444" y="541972"/>
                  <a:pt x="636297" y="526732"/>
                  <a:pt x="600102" y="533400"/>
                </a:cubicBezTo>
                <a:cubicBezTo>
                  <a:pt x="589624" y="544829"/>
                  <a:pt x="576289" y="554354"/>
                  <a:pt x="569622" y="568642"/>
                </a:cubicBezTo>
                <a:cubicBezTo>
                  <a:pt x="572479" y="604837"/>
                  <a:pt x="594387" y="638175"/>
                  <a:pt x="602007" y="673417"/>
                </a:cubicBezTo>
                <a:cubicBezTo>
                  <a:pt x="598197" y="675322"/>
                  <a:pt x="595339" y="678179"/>
                  <a:pt x="591529" y="680084"/>
                </a:cubicBezTo>
                <a:cubicBezTo>
                  <a:pt x="579147" y="689609"/>
                  <a:pt x="578194" y="690562"/>
                  <a:pt x="558192" y="701992"/>
                </a:cubicBezTo>
                <a:cubicBezTo>
                  <a:pt x="525807" y="683895"/>
                  <a:pt x="506757" y="648652"/>
                  <a:pt x="476277" y="627697"/>
                </a:cubicBezTo>
                <a:cubicBezTo>
                  <a:pt x="456274" y="631507"/>
                  <a:pt x="451512" y="636270"/>
                  <a:pt x="432462" y="641032"/>
                </a:cubicBezTo>
                <a:cubicBezTo>
                  <a:pt x="418174" y="675322"/>
                  <a:pt x="410554" y="711517"/>
                  <a:pt x="402934" y="747712"/>
                </a:cubicBezTo>
                <a:cubicBezTo>
                  <a:pt x="396267" y="745807"/>
                  <a:pt x="389599" y="748665"/>
                  <a:pt x="382932" y="747712"/>
                </a:cubicBezTo>
                <a:moveTo>
                  <a:pt x="380074" y="197167"/>
                </a:moveTo>
                <a:cubicBezTo>
                  <a:pt x="284824" y="199072"/>
                  <a:pt x="215292" y="275272"/>
                  <a:pt x="206719" y="370522"/>
                </a:cubicBezTo>
                <a:cubicBezTo>
                  <a:pt x="199099" y="465772"/>
                  <a:pt x="284824" y="537209"/>
                  <a:pt x="380074" y="543877"/>
                </a:cubicBezTo>
                <a:cubicBezTo>
                  <a:pt x="475324" y="551497"/>
                  <a:pt x="548667" y="466725"/>
                  <a:pt x="553429" y="370522"/>
                </a:cubicBezTo>
                <a:cubicBezTo>
                  <a:pt x="558192" y="274320"/>
                  <a:pt x="474372" y="212407"/>
                  <a:pt x="380074" y="197167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A5ADF1F-F9D9-5EF0-20DB-6ED947D09D7D}"/>
              </a:ext>
            </a:extLst>
          </p:cNvPr>
          <p:cNvSpPr/>
          <p:nvPr/>
        </p:nvSpPr>
        <p:spPr>
          <a:xfrm>
            <a:off x="7739547" y="2866707"/>
            <a:ext cx="1052429" cy="856728"/>
          </a:xfrm>
          <a:custGeom>
            <a:avLst/>
            <a:gdLst/>
            <a:ahLst/>
            <a:cxnLst/>
            <a:rect l="0" t="0" r="0" b="0"/>
            <a:pathLst>
              <a:path w="660082" h="603884">
                <a:moveTo>
                  <a:pt x="653415" y="400050"/>
                </a:moveTo>
                <a:lnTo>
                  <a:pt x="660082" y="351472"/>
                </a:lnTo>
                <a:lnTo>
                  <a:pt x="606742" y="319087"/>
                </a:lnTo>
                <a:lnTo>
                  <a:pt x="597217" y="391477"/>
                </a:lnTo>
                <a:lnTo>
                  <a:pt x="653415" y="400050"/>
                </a:lnTo>
                <a:moveTo>
                  <a:pt x="606742" y="319087"/>
                </a:moveTo>
                <a:lnTo>
                  <a:pt x="542925" y="364807"/>
                </a:lnTo>
                <a:lnTo>
                  <a:pt x="596265" y="397192"/>
                </a:lnTo>
                <a:lnTo>
                  <a:pt x="660082" y="351472"/>
                </a:lnTo>
                <a:lnTo>
                  <a:pt x="606742" y="319087"/>
                </a:lnTo>
                <a:moveTo>
                  <a:pt x="596265" y="397192"/>
                </a:moveTo>
                <a:lnTo>
                  <a:pt x="542925" y="364807"/>
                </a:lnTo>
                <a:lnTo>
                  <a:pt x="550545" y="306704"/>
                </a:lnTo>
                <a:lnTo>
                  <a:pt x="605790" y="324802"/>
                </a:lnTo>
                <a:lnTo>
                  <a:pt x="596265" y="397192"/>
                </a:lnTo>
                <a:moveTo>
                  <a:pt x="550545" y="306704"/>
                </a:moveTo>
                <a:lnTo>
                  <a:pt x="441007" y="512445"/>
                </a:lnTo>
                <a:lnTo>
                  <a:pt x="495300" y="532447"/>
                </a:lnTo>
                <a:lnTo>
                  <a:pt x="605790" y="324802"/>
                </a:lnTo>
                <a:lnTo>
                  <a:pt x="550545" y="306704"/>
                </a:lnTo>
                <a:moveTo>
                  <a:pt x="495300" y="532447"/>
                </a:moveTo>
                <a:lnTo>
                  <a:pt x="441007" y="512445"/>
                </a:lnTo>
                <a:lnTo>
                  <a:pt x="473392" y="367665"/>
                </a:lnTo>
                <a:lnTo>
                  <a:pt x="527685" y="389572"/>
                </a:lnTo>
                <a:lnTo>
                  <a:pt x="495300" y="532447"/>
                </a:lnTo>
                <a:moveTo>
                  <a:pt x="473392" y="367665"/>
                </a:moveTo>
                <a:lnTo>
                  <a:pt x="392430" y="501967"/>
                </a:lnTo>
                <a:lnTo>
                  <a:pt x="446722" y="521017"/>
                </a:lnTo>
                <a:lnTo>
                  <a:pt x="527685" y="389572"/>
                </a:lnTo>
                <a:lnTo>
                  <a:pt x="473392" y="367665"/>
                </a:lnTo>
                <a:moveTo>
                  <a:pt x="446722" y="521017"/>
                </a:moveTo>
                <a:lnTo>
                  <a:pt x="392430" y="501967"/>
                </a:lnTo>
                <a:lnTo>
                  <a:pt x="402907" y="423862"/>
                </a:lnTo>
                <a:lnTo>
                  <a:pt x="458152" y="442912"/>
                </a:lnTo>
                <a:lnTo>
                  <a:pt x="446722" y="521017"/>
                </a:lnTo>
                <a:moveTo>
                  <a:pt x="402907" y="423862"/>
                </a:moveTo>
                <a:lnTo>
                  <a:pt x="310515" y="582929"/>
                </a:lnTo>
                <a:lnTo>
                  <a:pt x="364807" y="603884"/>
                </a:lnTo>
                <a:lnTo>
                  <a:pt x="458152" y="442912"/>
                </a:lnTo>
                <a:lnTo>
                  <a:pt x="402907" y="423862"/>
                </a:lnTo>
                <a:moveTo>
                  <a:pt x="364807" y="603884"/>
                </a:moveTo>
                <a:lnTo>
                  <a:pt x="310515" y="582929"/>
                </a:lnTo>
                <a:lnTo>
                  <a:pt x="336232" y="448627"/>
                </a:lnTo>
                <a:lnTo>
                  <a:pt x="386715" y="489584"/>
                </a:lnTo>
                <a:lnTo>
                  <a:pt x="364807" y="603884"/>
                </a:lnTo>
                <a:moveTo>
                  <a:pt x="336232" y="448627"/>
                </a:moveTo>
                <a:lnTo>
                  <a:pt x="256222" y="481012"/>
                </a:lnTo>
                <a:lnTo>
                  <a:pt x="309562" y="521017"/>
                </a:lnTo>
                <a:lnTo>
                  <a:pt x="386715" y="489584"/>
                </a:lnTo>
                <a:lnTo>
                  <a:pt x="336232" y="448627"/>
                </a:lnTo>
                <a:moveTo>
                  <a:pt x="309562" y="521017"/>
                </a:moveTo>
                <a:lnTo>
                  <a:pt x="256222" y="481012"/>
                </a:lnTo>
                <a:lnTo>
                  <a:pt x="259080" y="441959"/>
                </a:lnTo>
                <a:lnTo>
                  <a:pt x="314325" y="469582"/>
                </a:lnTo>
                <a:lnTo>
                  <a:pt x="309562" y="521017"/>
                </a:lnTo>
                <a:moveTo>
                  <a:pt x="259080" y="441959"/>
                </a:moveTo>
                <a:lnTo>
                  <a:pt x="199072" y="498157"/>
                </a:lnTo>
                <a:lnTo>
                  <a:pt x="248602" y="529590"/>
                </a:lnTo>
                <a:lnTo>
                  <a:pt x="314325" y="469582"/>
                </a:lnTo>
                <a:lnTo>
                  <a:pt x="259080" y="441959"/>
                </a:lnTo>
                <a:moveTo>
                  <a:pt x="248602" y="529590"/>
                </a:moveTo>
                <a:lnTo>
                  <a:pt x="272415" y="460057"/>
                </a:lnTo>
                <a:lnTo>
                  <a:pt x="227647" y="415290"/>
                </a:lnTo>
                <a:lnTo>
                  <a:pt x="199072" y="498157"/>
                </a:lnTo>
                <a:lnTo>
                  <a:pt x="248602" y="529590"/>
                </a:lnTo>
                <a:moveTo>
                  <a:pt x="227647" y="415290"/>
                </a:moveTo>
                <a:lnTo>
                  <a:pt x="153352" y="439102"/>
                </a:lnTo>
                <a:lnTo>
                  <a:pt x="203835" y="482917"/>
                </a:lnTo>
                <a:lnTo>
                  <a:pt x="272415" y="460057"/>
                </a:lnTo>
                <a:lnTo>
                  <a:pt x="227647" y="415290"/>
                </a:lnTo>
                <a:moveTo>
                  <a:pt x="203835" y="482917"/>
                </a:moveTo>
                <a:lnTo>
                  <a:pt x="215265" y="415290"/>
                </a:lnTo>
                <a:lnTo>
                  <a:pt x="163830" y="375284"/>
                </a:lnTo>
                <a:lnTo>
                  <a:pt x="153352" y="439102"/>
                </a:lnTo>
                <a:lnTo>
                  <a:pt x="203835" y="482917"/>
                </a:lnTo>
                <a:moveTo>
                  <a:pt x="163830" y="375284"/>
                </a:moveTo>
                <a:lnTo>
                  <a:pt x="96202" y="404812"/>
                </a:lnTo>
                <a:lnTo>
                  <a:pt x="149542" y="443865"/>
                </a:lnTo>
                <a:lnTo>
                  <a:pt x="215265" y="415290"/>
                </a:lnTo>
                <a:lnTo>
                  <a:pt x="163830" y="375284"/>
                </a:lnTo>
                <a:moveTo>
                  <a:pt x="149542" y="443865"/>
                </a:moveTo>
                <a:lnTo>
                  <a:pt x="166687" y="303847"/>
                </a:lnTo>
                <a:lnTo>
                  <a:pt x="111442" y="282892"/>
                </a:lnTo>
                <a:lnTo>
                  <a:pt x="96202" y="404812"/>
                </a:lnTo>
                <a:lnTo>
                  <a:pt x="149542" y="443865"/>
                </a:lnTo>
                <a:moveTo>
                  <a:pt x="111442" y="282892"/>
                </a:moveTo>
                <a:lnTo>
                  <a:pt x="23812" y="414337"/>
                </a:lnTo>
                <a:lnTo>
                  <a:pt x="79057" y="434340"/>
                </a:lnTo>
                <a:lnTo>
                  <a:pt x="166687" y="303847"/>
                </a:lnTo>
                <a:lnTo>
                  <a:pt x="111442" y="282892"/>
                </a:lnTo>
                <a:moveTo>
                  <a:pt x="79057" y="434340"/>
                </a:moveTo>
                <a:lnTo>
                  <a:pt x="23812" y="414337"/>
                </a:lnTo>
                <a:lnTo>
                  <a:pt x="28575" y="366712"/>
                </a:lnTo>
                <a:lnTo>
                  <a:pt x="84772" y="372427"/>
                </a:lnTo>
                <a:lnTo>
                  <a:pt x="79057" y="434340"/>
                </a:lnTo>
                <a:moveTo>
                  <a:pt x="545782" y="561975"/>
                </a:moveTo>
                <a:lnTo>
                  <a:pt x="576262" y="513397"/>
                </a:lnTo>
                <a:lnTo>
                  <a:pt x="527685" y="482917"/>
                </a:lnTo>
                <a:lnTo>
                  <a:pt x="497205" y="531495"/>
                </a:lnTo>
                <a:lnTo>
                  <a:pt x="545782" y="561975"/>
                </a:lnTo>
                <a:moveTo>
                  <a:pt x="636270" y="220979"/>
                </a:moveTo>
                <a:lnTo>
                  <a:pt x="581977" y="204787"/>
                </a:lnTo>
                <a:lnTo>
                  <a:pt x="602932" y="137160"/>
                </a:lnTo>
                <a:lnTo>
                  <a:pt x="655320" y="160972"/>
                </a:lnTo>
                <a:lnTo>
                  <a:pt x="636270" y="220979"/>
                </a:lnTo>
                <a:moveTo>
                  <a:pt x="602932" y="137160"/>
                </a:moveTo>
                <a:lnTo>
                  <a:pt x="507682" y="281940"/>
                </a:lnTo>
                <a:lnTo>
                  <a:pt x="562927" y="301942"/>
                </a:lnTo>
                <a:lnTo>
                  <a:pt x="655320" y="160972"/>
                </a:lnTo>
                <a:lnTo>
                  <a:pt x="602932" y="137160"/>
                </a:lnTo>
                <a:moveTo>
                  <a:pt x="562927" y="301942"/>
                </a:moveTo>
                <a:lnTo>
                  <a:pt x="507682" y="281940"/>
                </a:lnTo>
                <a:lnTo>
                  <a:pt x="525780" y="137160"/>
                </a:lnTo>
                <a:lnTo>
                  <a:pt x="578167" y="183832"/>
                </a:lnTo>
                <a:lnTo>
                  <a:pt x="562927" y="301942"/>
                </a:lnTo>
                <a:moveTo>
                  <a:pt x="525780" y="137160"/>
                </a:moveTo>
                <a:lnTo>
                  <a:pt x="467677" y="151447"/>
                </a:lnTo>
                <a:lnTo>
                  <a:pt x="508635" y="200977"/>
                </a:lnTo>
                <a:lnTo>
                  <a:pt x="578167" y="183832"/>
                </a:lnTo>
                <a:lnTo>
                  <a:pt x="525780" y="137160"/>
                </a:lnTo>
                <a:moveTo>
                  <a:pt x="508635" y="200977"/>
                </a:moveTo>
                <a:lnTo>
                  <a:pt x="526732" y="160972"/>
                </a:lnTo>
                <a:lnTo>
                  <a:pt x="488632" y="106679"/>
                </a:lnTo>
                <a:lnTo>
                  <a:pt x="467677" y="151447"/>
                </a:lnTo>
                <a:lnTo>
                  <a:pt x="508635" y="200977"/>
                </a:lnTo>
                <a:moveTo>
                  <a:pt x="488632" y="106679"/>
                </a:moveTo>
                <a:lnTo>
                  <a:pt x="402907" y="116204"/>
                </a:lnTo>
                <a:lnTo>
                  <a:pt x="445770" y="168592"/>
                </a:lnTo>
                <a:lnTo>
                  <a:pt x="526732" y="160972"/>
                </a:lnTo>
                <a:lnTo>
                  <a:pt x="488632" y="106679"/>
                </a:lnTo>
                <a:moveTo>
                  <a:pt x="445770" y="168592"/>
                </a:moveTo>
                <a:lnTo>
                  <a:pt x="478155" y="64770"/>
                </a:lnTo>
                <a:lnTo>
                  <a:pt x="427672" y="35242"/>
                </a:lnTo>
                <a:lnTo>
                  <a:pt x="402907" y="116204"/>
                </a:lnTo>
                <a:lnTo>
                  <a:pt x="445770" y="168592"/>
                </a:lnTo>
                <a:moveTo>
                  <a:pt x="427672" y="35242"/>
                </a:moveTo>
                <a:lnTo>
                  <a:pt x="352425" y="115252"/>
                </a:lnTo>
                <a:lnTo>
                  <a:pt x="410527" y="137160"/>
                </a:lnTo>
                <a:lnTo>
                  <a:pt x="478155" y="64770"/>
                </a:lnTo>
                <a:lnTo>
                  <a:pt x="427672" y="35242"/>
                </a:lnTo>
                <a:moveTo>
                  <a:pt x="410527" y="137160"/>
                </a:moveTo>
                <a:lnTo>
                  <a:pt x="407670" y="80010"/>
                </a:lnTo>
                <a:lnTo>
                  <a:pt x="348615" y="55245"/>
                </a:lnTo>
                <a:lnTo>
                  <a:pt x="352425" y="115252"/>
                </a:lnTo>
                <a:lnTo>
                  <a:pt x="410527" y="137160"/>
                </a:lnTo>
                <a:moveTo>
                  <a:pt x="348615" y="55245"/>
                </a:moveTo>
                <a:lnTo>
                  <a:pt x="299085" y="99060"/>
                </a:lnTo>
                <a:lnTo>
                  <a:pt x="354330" y="126682"/>
                </a:lnTo>
                <a:lnTo>
                  <a:pt x="407670" y="80010"/>
                </a:lnTo>
                <a:lnTo>
                  <a:pt x="348615" y="55245"/>
                </a:lnTo>
                <a:moveTo>
                  <a:pt x="354330" y="126682"/>
                </a:moveTo>
                <a:lnTo>
                  <a:pt x="299085" y="99060"/>
                </a:lnTo>
                <a:lnTo>
                  <a:pt x="304800" y="0"/>
                </a:lnTo>
                <a:lnTo>
                  <a:pt x="360997" y="19050"/>
                </a:lnTo>
                <a:lnTo>
                  <a:pt x="354330" y="126682"/>
                </a:lnTo>
                <a:moveTo>
                  <a:pt x="304800" y="0"/>
                </a:moveTo>
                <a:lnTo>
                  <a:pt x="221932" y="123825"/>
                </a:lnTo>
                <a:lnTo>
                  <a:pt x="272415" y="150495"/>
                </a:lnTo>
                <a:lnTo>
                  <a:pt x="360997" y="19050"/>
                </a:lnTo>
                <a:lnTo>
                  <a:pt x="304800" y="0"/>
                </a:lnTo>
                <a:moveTo>
                  <a:pt x="272415" y="150495"/>
                </a:moveTo>
                <a:lnTo>
                  <a:pt x="221932" y="123825"/>
                </a:lnTo>
                <a:lnTo>
                  <a:pt x="243840" y="70485"/>
                </a:lnTo>
                <a:lnTo>
                  <a:pt x="293370" y="100012"/>
                </a:lnTo>
                <a:lnTo>
                  <a:pt x="272415" y="150495"/>
                </a:lnTo>
                <a:moveTo>
                  <a:pt x="243840" y="70485"/>
                </a:moveTo>
                <a:lnTo>
                  <a:pt x="143827" y="200025"/>
                </a:lnTo>
                <a:lnTo>
                  <a:pt x="197167" y="223837"/>
                </a:lnTo>
                <a:lnTo>
                  <a:pt x="293370" y="100012"/>
                </a:lnTo>
                <a:lnTo>
                  <a:pt x="243840" y="70485"/>
                </a:lnTo>
                <a:moveTo>
                  <a:pt x="197167" y="223837"/>
                </a:moveTo>
                <a:lnTo>
                  <a:pt x="143827" y="200025"/>
                </a:lnTo>
                <a:lnTo>
                  <a:pt x="170497" y="61912"/>
                </a:lnTo>
                <a:lnTo>
                  <a:pt x="224790" y="80962"/>
                </a:lnTo>
                <a:lnTo>
                  <a:pt x="197167" y="223837"/>
                </a:lnTo>
                <a:moveTo>
                  <a:pt x="170497" y="61912"/>
                </a:moveTo>
                <a:lnTo>
                  <a:pt x="60007" y="258127"/>
                </a:lnTo>
                <a:lnTo>
                  <a:pt x="116205" y="276225"/>
                </a:lnTo>
                <a:lnTo>
                  <a:pt x="224790" y="80962"/>
                </a:lnTo>
                <a:lnTo>
                  <a:pt x="170497" y="61912"/>
                </a:lnTo>
                <a:moveTo>
                  <a:pt x="116205" y="276225"/>
                </a:moveTo>
                <a:lnTo>
                  <a:pt x="60007" y="258127"/>
                </a:lnTo>
                <a:lnTo>
                  <a:pt x="70485" y="164782"/>
                </a:lnTo>
                <a:lnTo>
                  <a:pt x="124777" y="194309"/>
                </a:lnTo>
                <a:lnTo>
                  <a:pt x="116205" y="276225"/>
                </a:lnTo>
                <a:moveTo>
                  <a:pt x="70485" y="164782"/>
                </a:moveTo>
                <a:lnTo>
                  <a:pt x="2857" y="220027"/>
                </a:lnTo>
                <a:lnTo>
                  <a:pt x="62865" y="244792"/>
                </a:lnTo>
                <a:lnTo>
                  <a:pt x="124777" y="194309"/>
                </a:lnTo>
                <a:lnTo>
                  <a:pt x="70485" y="164782"/>
                </a:lnTo>
                <a:moveTo>
                  <a:pt x="62865" y="244792"/>
                </a:moveTo>
                <a:lnTo>
                  <a:pt x="56197" y="176212"/>
                </a:lnTo>
                <a:lnTo>
                  <a:pt x="0" y="180975"/>
                </a:lnTo>
                <a:lnTo>
                  <a:pt x="2857" y="220027"/>
                </a:lnTo>
                <a:lnTo>
                  <a:pt x="62865" y="244792"/>
                </a:lnTo>
                <a:moveTo>
                  <a:pt x="177165" y="570547"/>
                </a:moveTo>
                <a:lnTo>
                  <a:pt x="197167" y="531495"/>
                </a:lnTo>
                <a:lnTo>
                  <a:pt x="146685" y="505777"/>
                </a:lnTo>
                <a:lnTo>
                  <a:pt x="125730" y="544829"/>
                </a:lnTo>
                <a:lnTo>
                  <a:pt x="177165" y="570547"/>
                </a:lnTo>
                <a:moveTo>
                  <a:pt x="159067" y="69532"/>
                </a:moveTo>
                <a:lnTo>
                  <a:pt x="157162" y="42862"/>
                </a:lnTo>
                <a:lnTo>
                  <a:pt x="100012" y="46672"/>
                </a:lnTo>
                <a:lnTo>
                  <a:pt x="101917" y="72389"/>
                </a:lnTo>
                <a:lnTo>
                  <a:pt x="159067" y="69532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8E0C2A7-4AC2-BD49-5FC5-19DB3640BD98}"/>
              </a:ext>
            </a:extLst>
          </p:cNvPr>
          <p:cNvSpPr/>
          <p:nvPr/>
        </p:nvSpPr>
        <p:spPr>
          <a:xfrm>
            <a:off x="7753169" y="2812655"/>
            <a:ext cx="1041979" cy="932403"/>
          </a:xfrm>
          <a:custGeom>
            <a:avLst/>
            <a:gdLst/>
            <a:ahLst/>
            <a:cxnLst/>
            <a:rect l="0" t="0" r="0" b="0"/>
            <a:pathLst>
              <a:path w="653528" h="657225">
                <a:moveTo>
                  <a:pt x="644045" y="229522"/>
                </a:moveTo>
                <a:lnTo>
                  <a:pt x="561523" y="292583"/>
                </a:lnTo>
                <a:lnTo>
                  <a:pt x="563975" y="333013"/>
                </a:lnTo>
                <a:lnTo>
                  <a:pt x="653528" y="385889"/>
                </a:lnTo>
                <a:cubicBezTo>
                  <a:pt x="649403" y="401473"/>
                  <a:pt x="648199" y="406024"/>
                  <a:pt x="646073" y="414060"/>
                </a:cubicBezTo>
                <a:cubicBezTo>
                  <a:pt x="644967" y="418239"/>
                  <a:pt x="643611" y="423362"/>
                  <a:pt x="641465" y="431470"/>
                </a:cubicBezTo>
                <a:lnTo>
                  <a:pt x="537035" y="434805"/>
                </a:lnTo>
                <a:cubicBezTo>
                  <a:pt x="533761" y="439842"/>
                  <a:pt x="531228" y="443741"/>
                  <a:pt x="528921" y="447291"/>
                </a:cubicBezTo>
                <a:cubicBezTo>
                  <a:pt x="524570" y="453984"/>
                  <a:pt x="521027" y="459437"/>
                  <a:pt x="514854" y="468938"/>
                </a:cubicBezTo>
                <a:lnTo>
                  <a:pt x="555673" y="563506"/>
                </a:lnTo>
                <a:cubicBezTo>
                  <a:pt x="546057" y="571281"/>
                  <a:pt x="541616" y="574873"/>
                  <a:pt x="537174" y="578465"/>
                </a:cubicBezTo>
                <a:cubicBezTo>
                  <a:pt x="532734" y="582057"/>
                  <a:pt x="528292" y="585650"/>
                  <a:pt x="518677" y="593425"/>
                </a:cubicBezTo>
                <a:lnTo>
                  <a:pt x="432233" y="535758"/>
                </a:lnTo>
                <a:cubicBezTo>
                  <a:pt x="420019" y="540476"/>
                  <a:pt x="413763" y="542891"/>
                  <a:pt x="404546" y="546451"/>
                </a:cubicBezTo>
                <a:lnTo>
                  <a:pt x="393896" y="550563"/>
                </a:lnTo>
                <a:lnTo>
                  <a:pt x="370392" y="650699"/>
                </a:lnTo>
                <a:lnTo>
                  <a:pt x="322596" y="653528"/>
                </a:lnTo>
                <a:lnTo>
                  <a:pt x="287157" y="556880"/>
                </a:lnTo>
                <a:cubicBezTo>
                  <a:pt x="274496" y="553645"/>
                  <a:pt x="267994" y="551985"/>
                  <a:pt x="258458" y="549549"/>
                </a:cubicBezTo>
                <a:cubicBezTo>
                  <a:pt x="255212" y="548720"/>
                  <a:pt x="251617" y="547802"/>
                  <a:pt x="247307" y="546702"/>
                </a:cubicBezTo>
                <a:lnTo>
                  <a:pt x="168450" y="614152"/>
                </a:lnTo>
                <a:cubicBezTo>
                  <a:pt x="157963" y="607566"/>
                  <a:pt x="153120" y="604524"/>
                  <a:pt x="148276" y="601481"/>
                </a:cubicBezTo>
                <a:cubicBezTo>
                  <a:pt x="143433" y="598439"/>
                  <a:pt x="138590" y="595396"/>
                  <a:pt x="128103" y="588810"/>
                </a:cubicBezTo>
                <a:lnTo>
                  <a:pt x="157200" y="490106"/>
                </a:lnTo>
                <a:cubicBezTo>
                  <a:pt x="153382" y="485538"/>
                  <a:pt x="150416" y="481992"/>
                  <a:pt x="147719" y="478767"/>
                </a:cubicBezTo>
                <a:cubicBezTo>
                  <a:pt x="142553" y="472588"/>
                  <a:pt x="138369" y="467586"/>
                  <a:pt x="131053" y="458832"/>
                </a:cubicBezTo>
                <a:lnTo>
                  <a:pt x="26967" y="467837"/>
                </a:lnTo>
                <a:cubicBezTo>
                  <a:pt x="20781" y="452334"/>
                  <a:pt x="19127" y="448185"/>
                  <a:pt x="15836" y="439934"/>
                </a:cubicBezTo>
                <a:cubicBezTo>
                  <a:pt x="14291" y="436062"/>
                  <a:pt x="12386" y="431285"/>
                  <a:pt x="9483" y="424005"/>
                </a:cubicBezTo>
                <a:lnTo>
                  <a:pt x="92004" y="360945"/>
                </a:lnTo>
                <a:lnTo>
                  <a:pt x="89552" y="320515"/>
                </a:lnTo>
                <a:lnTo>
                  <a:pt x="0" y="267638"/>
                </a:lnTo>
                <a:cubicBezTo>
                  <a:pt x="4256" y="251558"/>
                  <a:pt x="5403" y="247225"/>
                  <a:pt x="7661" y="238688"/>
                </a:cubicBezTo>
                <a:cubicBezTo>
                  <a:pt x="8730" y="234649"/>
                  <a:pt x="10047" y="229668"/>
                  <a:pt x="12062" y="222058"/>
                </a:cubicBezTo>
                <a:lnTo>
                  <a:pt x="116492" y="218722"/>
                </a:lnTo>
                <a:cubicBezTo>
                  <a:pt x="119739" y="213725"/>
                  <a:pt x="122260" y="209849"/>
                  <a:pt x="124552" y="206321"/>
                </a:cubicBezTo>
                <a:cubicBezTo>
                  <a:pt x="128927" y="199589"/>
                  <a:pt x="132475" y="194130"/>
                  <a:pt x="138673" y="184588"/>
                </a:cubicBezTo>
                <a:lnTo>
                  <a:pt x="97855" y="90021"/>
                </a:lnTo>
                <a:cubicBezTo>
                  <a:pt x="107470" y="82246"/>
                  <a:pt x="111912" y="78654"/>
                  <a:pt x="116353" y="75062"/>
                </a:cubicBezTo>
                <a:cubicBezTo>
                  <a:pt x="120794" y="71469"/>
                  <a:pt x="125235" y="67878"/>
                  <a:pt x="134851" y="60102"/>
                </a:cubicBezTo>
                <a:lnTo>
                  <a:pt x="221295" y="117769"/>
                </a:lnTo>
                <a:cubicBezTo>
                  <a:pt x="233373" y="113104"/>
                  <a:pt x="239625" y="110690"/>
                  <a:pt x="248674" y="107195"/>
                </a:cubicBezTo>
                <a:lnTo>
                  <a:pt x="259631" y="102965"/>
                </a:lnTo>
                <a:lnTo>
                  <a:pt x="283136" y="2828"/>
                </a:lnTo>
                <a:lnTo>
                  <a:pt x="330931" y="0"/>
                </a:lnTo>
                <a:lnTo>
                  <a:pt x="366370" y="96648"/>
                </a:lnTo>
                <a:cubicBezTo>
                  <a:pt x="383340" y="100984"/>
                  <a:pt x="389244" y="102490"/>
                  <a:pt x="406221" y="106825"/>
                </a:cubicBezTo>
                <a:lnTo>
                  <a:pt x="485077" y="39375"/>
                </a:lnTo>
                <a:cubicBezTo>
                  <a:pt x="495564" y="45960"/>
                  <a:pt x="500408" y="49004"/>
                  <a:pt x="505251" y="52046"/>
                </a:cubicBezTo>
                <a:cubicBezTo>
                  <a:pt x="510095" y="55088"/>
                  <a:pt x="514937" y="58131"/>
                  <a:pt x="525424" y="64717"/>
                </a:cubicBezTo>
                <a:lnTo>
                  <a:pt x="496327" y="163422"/>
                </a:lnTo>
                <a:cubicBezTo>
                  <a:pt x="500194" y="168048"/>
                  <a:pt x="503187" y="171626"/>
                  <a:pt x="505911" y="174884"/>
                </a:cubicBezTo>
                <a:cubicBezTo>
                  <a:pt x="511031" y="181006"/>
                  <a:pt x="515208" y="186000"/>
                  <a:pt x="522474" y="194695"/>
                </a:cubicBezTo>
                <a:lnTo>
                  <a:pt x="626561" y="185690"/>
                </a:lnTo>
                <a:cubicBezTo>
                  <a:pt x="632539" y="200672"/>
                  <a:pt x="634284" y="205051"/>
                  <a:pt x="637365" y="212775"/>
                </a:cubicBezTo>
                <a:cubicBezTo>
                  <a:pt x="638969" y="216795"/>
                  <a:pt x="640934" y="221721"/>
                  <a:pt x="644045" y="229522"/>
                </a:cubicBezTo>
                <a:close/>
                <a:moveTo>
                  <a:pt x="151114" y="337160"/>
                </a:moveTo>
                <a:cubicBezTo>
                  <a:pt x="156926" y="432991"/>
                  <a:pt x="240279" y="506026"/>
                  <a:pt x="337285" y="500285"/>
                </a:cubicBezTo>
                <a:cubicBezTo>
                  <a:pt x="434292" y="494544"/>
                  <a:pt x="508223" y="412201"/>
                  <a:pt x="502412" y="316370"/>
                </a:cubicBezTo>
                <a:cubicBezTo>
                  <a:pt x="496600" y="220538"/>
                  <a:pt x="413246" y="147504"/>
                  <a:pt x="316240" y="153245"/>
                </a:cubicBezTo>
                <a:cubicBezTo>
                  <a:pt x="219234" y="158986"/>
                  <a:pt x="145302" y="241330"/>
                  <a:pt x="151114" y="337160"/>
                </a:cubicBezTo>
                <a:close/>
                <a:moveTo>
                  <a:pt x="643913" y="229552"/>
                </a:moveTo>
                <a:cubicBezTo>
                  <a:pt x="611528" y="240982"/>
                  <a:pt x="590573" y="273367"/>
                  <a:pt x="561998" y="292417"/>
                </a:cubicBezTo>
                <a:cubicBezTo>
                  <a:pt x="562951" y="305752"/>
                  <a:pt x="564856" y="319087"/>
                  <a:pt x="563903" y="333375"/>
                </a:cubicBezTo>
                <a:cubicBezTo>
                  <a:pt x="598193" y="340995"/>
                  <a:pt x="624863" y="365759"/>
                  <a:pt x="653438" y="385762"/>
                </a:cubicBezTo>
                <a:cubicBezTo>
                  <a:pt x="648676" y="401002"/>
                  <a:pt x="645818" y="405765"/>
                  <a:pt x="645818" y="414337"/>
                </a:cubicBezTo>
                <a:cubicBezTo>
                  <a:pt x="645818" y="418147"/>
                  <a:pt x="642961" y="422909"/>
                  <a:pt x="641056" y="431482"/>
                </a:cubicBezTo>
                <a:cubicBezTo>
                  <a:pt x="607718" y="441959"/>
                  <a:pt x="570571" y="424815"/>
                  <a:pt x="537233" y="434340"/>
                </a:cubicBezTo>
                <a:cubicBezTo>
                  <a:pt x="532471" y="438150"/>
                  <a:pt x="532471" y="444817"/>
                  <a:pt x="528661" y="447675"/>
                </a:cubicBezTo>
                <a:cubicBezTo>
                  <a:pt x="521993" y="451484"/>
                  <a:pt x="521041" y="460057"/>
                  <a:pt x="515326" y="468629"/>
                </a:cubicBezTo>
                <a:cubicBezTo>
                  <a:pt x="528661" y="500062"/>
                  <a:pt x="539138" y="533400"/>
                  <a:pt x="555331" y="563879"/>
                </a:cubicBezTo>
                <a:cubicBezTo>
                  <a:pt x="546758" y="572452"/>
                  <a:pt x="541043" y="574357"/>
                  <a:pt x="537233" y="578167"/>
                </a:cubicBezTo>
                <a:cubicBezTo>
                  <a:pt x="532471" y="581977"/>
                  <a:pt x="528661" y="586740"/>
                  <a:pt x="519136" y="593407"/>
                </a:cubicBezTo>
                <a:cubicBezTo>
                  <a:pt x="490561" y="573404"/>
                  <a:pt x="460081" y="556259"/>
                  <a:pt x="432458" y="535304"/>
                </a:cubicBezTo>
                <a:cubicBezTo>
                  <a:pt x="421981" y="543877"/>
                  <a:pt x="414361" y="543877"/>
                  <a:pt x="404836" y="546734"/>
                </a:cubicBezTo>
                <a:cubicBezTo>
                  <a:pt x="401026" y="547687"/>
                  <a:pt x="398168" y="550545"/>
                  <a:pt x="394358" y="550545"/>
                </a:cubicBezTo>
                <a:cubicBezTo>
                  <a:pt x="396263" y="584834"/>
                  <a:pt x="370546" y="616267"/>
                  <a:pt x="370546" y="650557"/>
                </a:cubicBezTo>
                <a:cubicBezTo>
                  <a:pt x="354353" y="648652"/>
                  <a:pt x="338161" y="657225"/>
                  <a:pt x="322921" y="653415"/>
                </a:cubicBezTo>
                <a:cubicBezTo>
                  <a:pt x="314348" y="620077"/>
                  <a:pt x="295298" y="590550"/>
                  <a:pt x="286726" y="557212"/>
                </a:cubicBezTo>
                <a:cubicBezTo>
                  <a:pt x="275296" y="551497"/>
                  <a:pt x="267676" y="552450"/>
                  <a:pt x="258151" y="549592"/>
                </a:cubicBezTo>
                <a:cubicBezTo>
                  <a:pt x="255293" y="548640"/>
                  <a:pt x="251483" y="547687"/>
                  <a:pt x="247673" y="546734"/>
                </a:cubicBezTo>
                <a:cubicBezTo>
                  <a:pt x="223861" y="571500"/>
                  <a:pt x="186713" y="584834"/>
                  <a:pt x="168616" y="614362"/>
                </a:cubicBezTo>
                <a:cubicBezTo>
                  <a:pt x="156233" y="610552"/>
                  <a:pt x="152423" y="605790"/>
                  <a:pt x="148613" y="601027"/>
                </a:cubicBezTo>
                <a:cubicBezTo>
                  <a:pt x="143851" y="597217"/>
                  <a:pt x="137183" y="598170"/>
                  <a:pt x="127658" y="588645"/>
                </a:cubicBezTo>
                <a:cubicBezTo>
                  <a:pt x="137183" y="555307"/>
                  <a:pt x="155281" y="523875"/>
                  <a:pt x="157186" y="490537"/>
                </a:cubicBezTo>
                <a:cubicBezTo>
                  <a:pt x="155281" y="484822"/>
                  <a:pt x="149566" y="482917"/>
                  <a:pt x="147661" y="479107"/>
                </a:cubicBezTo>
                <a:cubicBezTo>
                  <a:pt x="144803" y="471487"/>
                  <a:pt x="138136" y="467677"/>
                  <a:pt x="131468" y="459104"/>
                </a:cubicBezTo>
                <a:cubicBezTo>
                  <a:pt x="97178" y="467677"/>
                  <a:pt x="61936" y="471487"/>
                  <a:pt x="26693" y="467677"/>
                </a:cubicBezTo>
                <a:cubicBezTo>
                  <a:pt x="18121" y="453390"/>
                  <a:pt x="18121" y="448627"/>
                  <a:pt x="16216" y="440054"/>
                </a:cubicBezTo>
                <a:cubicBezTo>
                  <a:pt x="14311" y="436245"/>
                  <a:pt x="12406" y="431482"/>
                  <a:pt x="9548" y="423862"/>
                </a:cubicBezTo>
                <a:cubicBezTo>
                  <a:pt x="39076" y="406717"/>
                  <a:pt x="60031" y="375284"/>
                  <a:pt x="92416" y="360997"/>
                </a:cubicBezTo>
                <a:cubicBezTo>
                  <a:pt x="94321" y="347662"/>
                  <a:pt x="92416" y="333375"/>
                  <a:pt x="89558" y="320040"/>
                </a:cubicBezTo>
                <a:cubicBezTo>
                  <a:pt x="56221" y="309562"/>
                  <a:pt x="26693" y="290512"/>
                  <a:pt x="23" y="267652"/>
                </a:cubicBezTo>
                <a:cubicBezTo>
                  <a:pt x="3833" y="251459"/>
                  <a:pt x="2881" y="245745"/>
                  <a:pt x="7643" y="239077"/>
                </a:cubicBezTo>
                <a:cubicBezTo>
                  <a:pt x="9548" y="235267"/>
                  <a:pt x="8596" y="229552"/>
                  <a:pt x="12406" y="221932"/>
                </a:cubicBezTo>
                <a:cubicBezTo>
                  <a:pt x="44791" y="233362"/>
                  <a:pt x="81938" y="217170"/>
                  <a:pt x="116228" y="219075"/>
                </a:cubicBezTo>
                <a:cubicBezTo>
                  <a:pt x="118133" y="213359"/>
                  <a:pt x="120991" y="209550"/>
                  <a:pt x="124801" y="206692"/>
                </a:cubicBezTo>
                <a:cubicBezTo>
                  <a:pt x="130516" y="200977"/>
                  <a:pt x="131468" y="193357"/>
                  <a:pt x="139088" y="184784"/>
                </a:cubicBezTo>
                <a:cubicBezTo>
                  <a:pt x="121943" y="154304"/>
                  <a:pt x="120038" y="116204"/>
                  <a:pt x="98131" y="90487"/>
                </a:cubicBezTo>
                <a:cubicBezTo>
                  <a:pt x="108608" y="83820"/>
                  <a:pt x="112418" y="79057"/>
                  <a:pt x="116228" y="75247"/>
                </a:cubicBezTo>
                <a:cubicBezTo>
                  <a:pt x="120038" y="71437"/>
                  <a:pt x="127658" y="69532"/>
                  <a:pt x="135278" y="60007"/>
                </a:cubicBezTo>
                <a:cubicBezTo>
                  <a:pt x="165758" y="75247"/>
                  <a:pt x="200048" y="90487"/>
                  <a:pt x="221003" y="118110"/>
                </a:cubicBezTo>
                <a:cubicBezTo>
                  <a:pt x="231481" y="110489"/>
                  <a:pt x="239101" y="110489"/>
                  <a:pt x="248626" y="107632"/>
                </a:cubicBezTo>
                <a:cubicBezTo>
                  <a:pt x="252436" y="105727"/>
                  <a:pt x="256246" y="105727"/>
                  <a:pt x="260056" y="102870"/>
                </a:cubicBezTo>
                <a:cubicBezTo>
                  <a:pt x="277201" y="73342"/>
                  <a:pt x="272438" y="35242"/>
                  <a:pt x="282916" y="2857"/>
                </a:cubicBezTo>
                <a:cubicBezTo>
                  <a:pt x="299108" y="0"/>
                  <a:pt x="315301" y="2857"/>
                  <a:pt x="330541" y="0"/>
                </a:cubicBezTo>
                <a:cubicBezTo>
                  <a:pt x="342923" y="32385"/>
                  <a:pt x="363878" y="62864"/>
                  <a:pt x="366736" y="96202"/>
                </a:cubicBezTo>
                <a:cubicBezTo>
                  <a:pt x="383881" y="99060"/>
                  <a:pt x="388643" y="105727"/>
                  <a:pt x="405788" y="106679"/>
                </a:cubicBezTo>
                <a:cubicBezTo>
                  <a:pt x="435316" y="87629"/>
                  <a:pt x="458176" y="60960"/>
                  <a:pt x="484846" y="39052"/>
                </a:cubicBezTo>
                <a:cubicBezTo>
                  <a:pt x="492466" y="49529"/>
                  <a:pt x="500086" y="49529"/>
                  <a:pt x="504848" y="52387"/>
                </a:cubicBezTo>
                <a:cubicBezTo>
                  <a:pt x="510563" y="54292"/>
                  <a:pt x="513421" y="60007"/>
                  <a:pt x="525803" y="64770"/>
                </a:cubicBezTo>
                <a:cubicBezTo>
                  <a:pt x="525803" y="99060"/>
                  <a:pt x="503896" y="129539"/>
                  <a:pt x="496276" y="163829"/>
                </a:cubicBezTo>
                <a:cubicBezTo>
                  <a:pt x="499133" y="168592"/>
                  <a:pt x="503896" y="171450"/>
                  <a:pt x="505801" y="175260"/>
                </a:cubicBezTo>
                <a:cubicBezTo>
                  <a:pt x="509611" y="181927"/>
                  <a:pt x="514373" y="186690"/>
                  <a:pt x="522946" y="194309"/>
                </a:cubicBezTo>
                <a:cubicBezTo>
                  <a:pt x="557236" y="196215"/>
                  <a:pt x="592478" y="193357"/>
                  <a:pt x="626768" y="185737"/>
                </a:cubicBezTo>
                <a:cubicBezTo>
                  <a:pt x="631531" y="200977"/>
                  <a:pt x="634388" y="204787"/>
                  <a:pt x="637246" y="212407"/>
                </a:cubicBezTo>
                <a:cubicBezTo>
                  <a:pt x="639151" y="217170"/>
                  <a:pt x="642008" y="220979"/>
                  <a:pt x="643913" y="229552"/>
                </a:cubicBezTo>
                <a:moveTo>
                  <a:pt x="151471" y="337184"/>
                </a:moveTo>
                <a:cubicBezTo>
                  <a:pt x="148613" y="433387"/>
                  <a:pt x="241958" y="517207"/>
                  <a:pt x="337208" y="500062"/>
                </a:cubicBezTo>
                <a:cubicBezTo>
                  <a:pt x="432458" y="482917"/>
                  <a:pt x="492466" y="411479"/>
                  <a:pt x="501991" y="316229"/>
                </a:cubicBezTo>
                <a:cubicBezTo>
                  <a:pt x="512468" y="220979"/>
                  <a:pt x="412456" y="139064"/>
                  <a:pt x="316253" y="153352"/>
                </a:cubicBezTo>
                <a:cubicBezTo>
                  <a:pt x="220051" y="167639"/>
                  <a:pt x="150518" y="240982"/>
                  <a:pt x="151471" y="337184"/>
                </a:cubicBezTo>
              </a:path>
            </a:pathLst>
          </a:custGeom>
          <a:noFill/>
          <a:ln w="285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BD463-76C1-13F8-A0BA-71D6BE8CBE91}"/>
              </a:ext>
            </a:extLst>
          </p:cNvPr>
          <p:cNvSpPr txBox="1"/>
          <p:nvPr/>
        </p:nvSpPr>
        <p:spPr>
          <a:xfrm>
            <a:off x="5878939" y="1785751"/>
            <a:ext cx="1091901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Ensure cause
reproduces issue,
fix removes it,
and explains
behavior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DAB430-B243-0D13-A270-A9C375E8A603}"/>
              </a:ext>
            </a:extLst>
          </p:cNvPr>
          <p:cNvSpPr txBox="1"/>
          <p:nvPr/>
        </p:nvSpPr>
        <p:spPr>
          <a:xfrm>
            <a:off x="383878" y="2191142"/>
            <a:ext cx="96539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Stop operation,
isolate system,
preserve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12AF5A-2F6C-F5A0-769E-A7D77EF13516}"/>
              </a:ext>
            </a:extLst>
          </p:cNvPr>
          <p:cNvSpPr txBox="1"/>
          <p:nvPr/>
        </p:nvSpPr>
        <p:spPr>
          <a:xfrm>
            <a:off x="4126473" y="1785750"/>
            <a:ext cx="952119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Gather time-
correlated data
to build causal
understanding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55B3CF-EE21-91EB-78F9-C7D247099C3B}"/>
              </a:ext>
            </a:extLst>
          </p:cNvPr>
          <p:cNvSpPr txBox="1"/>
          <p:nvPr/>
        </p:nvSpPr>
        <p:spPr>
          <a:xfrm>
            <a:off x="7685285" y="1380358"/>
            <a:ext cx="1123961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Update tests,
design margins,
and
documentation to
prevent future
occurrence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EC4918-AED5-47C9-658D-7ED9CA8F0593}"/>
              </a:ext>
            </a:extLst>
          </p:cNvPr>
          <p:cNvSpPr txBox="1"/>
          <p:nvPr/>
        </p:nvSpPr>
        <p:spPr>
          <a:xfrm>
            <a:off x="2213770" y="1704671"/>
            <a:ext cx="1041566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Recreate failure
under controlled
conditions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264103-5CB8-DD82-C754-06E3621B6DAB}"/>
              </a:ext>
            </a:extLst>
          </p:cNvPr>
          <p:cNvSpPr txBox="1"/>
          <p:nvPr/>
        </p:nvSpPr>
        <p:spPr>
          <a:xfrm>
            <a:off x="528208" y="1736427"/>
            <a:ext cx="67691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 dirty="0">
                <a:solidFill>
                  <a:srgbClr val="484848"/>
                </a:solidFill>
                <a:latin typeface="Shantell Sans"/>
              </a:rPr>
              <a:t>Stabilize &amp;
Contain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DF2AB3-FB59-B008-2763-CA4C64442003}"/>
              </a:ext>
            </a:extLst>
          </p:cNvPr>
          <p:cNvSpPr txBox="1"/>
          <p:nvPr/>
        </p:nvSpPr>
        <p:spPr>
          <a:xfrm>
            <a:off x="6002003" y="1331035"/>
            <a:ext cx="84574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Root Cause
Confirmation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50C03C-7490-FC65-6EC7-3375495ADA8C}"/>
              </a:ext>
            </a:extLst>
          </p:cNvPr>
          <p:cNvSpPr txBox="1"/>
          <p:nvPr/>
        </p:nvSpPr>
        <p:spPr>
          <a:xfrm>
            <a:off x="4281900" y="1331035"/>
            <a:ext cx="64120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Evidence
Collection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D519C5-9746-1B7E-9895-39F6DC21CAB0}"/>
              </a:ext>
            </a:extLst>
          </p:cNvPr>
          <p:cNvSpPr txBox="1"/>
          <p:nvPr/>
        </p:nvSpPr>
        <p:spPr>
          <a:xfrm>
            <a:off x="2266176" y="1249956"/>
            <a:ext cx="93686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 dirty="0">
                <a:solidFill>
                  <a:srgbClr val="484848"/>
                </a:solidFill>
                <a:latin typeface="Shantell Sans"/>
              </a:rPr>
              <a:t>Reproduce the
Issue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43D93D-9FAF-EED1-5518-E572449576C3}"/>
              </a:ext>
            </a:extLst>
          </p:cNvPr>
          <p:cNvSpPr txBox="1"/>
          <p:nvPr/>
        </p:nvSpPr>
        <p:spPr>
          <a:xfrm>
            <a:off x="7888661" y="925642"/>
            <a:ext cx="71737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Recurrence
Prevention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2EF83E-C969-C029-9A3E-0E346EC233AE}"/>
              </a:ext>
            </a:extLst>
          </p:cNvPr>
          <p:cNvSpPr txBox="1"/>
          <p:nvPr/>
        </p:nvSpPr>
        <p:spPr>
          <a:xfrm>
            <a:off x="3305741" y="302149"/>
            <a:ext cx="250248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Shantell Sans"/>
              </a:rPr>
              <a:t>Failure Analysis and Resolution Process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9F6105-E90D-97B4-42C0-7DB570AE7F3A}"/>
              </a:ext>
            </a:extLst>
          </p:cNvPr>
          <p:cNvSpPr txBox="1"/>
          <p:nvPr/>
        </p:nvSpPr>
        <p:spPr>
          <a:xfrm>
            <a:off x="1379686" y="5114699"/>
            <a:ext cx="8873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Define Failure
Clearly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4F0692-35CF-D872-CF1D-35A6DD8228C1}"/>
              </a:ext>
            </a:extLst>
          </p:cNvPr>
          <p:cNvSpPr txBox="1"/>
          <p:nvPr/>
        </p:nvSpPr>
        <p:spPr>
          <a:xfrm>
            <a:off x="3334411" y="4952542"/>
            <a:ext cx="62267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Boundary
Isolation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33EFD8-2A92-3107-EC6B-A96D395477F4}"/>
              </a:ext>
            </a:extLst>
          </p:cNvPr>
          <p:cNvSpPr txBox="1"/>
          <p:nvPr/>
        </p:nvSpPr>
        <p:spPr>
          <a:xfrm>
            <a:off x="6867670" y="5596441"/>
            <a:ext cx="1119023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Implement fix
and verify
through
regression, stress,
and interface
testing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10A202-1533-EFBC-547D-566A964E3BDE}"/>
              </a:ext>
            </a:extLst>
          </p:cNvPr>
          <p:cNvSpPr txBox="1"/>
          <p:nvPr/>
        </p:nvSpPr>
        <p:spPr>
          <a:xfrm>
            <a:off x="5158707" y="5357934"/>
            <a:ext cx="71013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Hypothesis
Testing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DD095A-A509-984A-08E7-78085E582BE0}"/>
              </a:ext>
            </a:extLst>
          </p:cNvPr>
          <p:cNvSpPr txBox="1"/>
          <p:nvPr/>
        </p:nvSpPr>
        <p:spPr>
          <a:xfrm>
            <a:off x="1327054" y="5569415"/>
            <a:ext cx="992579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Describe issue
using condition,
deviation,
measurement,
frequency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E1C31-F016-ADAE-ECFF-5CA0D4C72196}"/>
              </a:ext>
            </a:extLst>
          </p:cNvPr>
          <p:cNvSpPr txBox="1"/>
          <p:nvPr/>
        </p:nvSpPr>
        <p:spPr>
          <a:xfrm>
            <a:off x="3128349" y="5407258"/>
            <a:ext cx="1034962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Isolate problem
across electrical,
firmware,
mechanical, or
environmental
domains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5B09D2-73BC-B911-A149-F252B1660038}"/>
              </a:ext>
            </a:extLst>
          </p:cNvPr>
          <p:cNvSpPr txBox="1"/>
          <p:nvPr/>
        </p:nvSpPr>
        <p:spPr>
          <a:xfrm>
            <a:off x="4975364" y="5812651"/>
            <a:ext cx="1076770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Form data-driven
hypotheses and
validate using
controlled
experiments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F5893D-B8DC-0BE8-DCF9-E7FE2164ED75}"/>
              </a:ext>
            </a:extLst>
          </p:cNvPr>
          <p:cNvSpPr txBox="1"/>
          <p:nvPr/>
        </p:nvSpPr>
        <p:spPr>
          <a:xfrm>
            <a:off x="7096806" y="4952542"/>
            <a:ext cx="660950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1" u="sng">
                <a:solidFill>
                  <a:srgbClr val="484848"/>
                </a:solidFill>
                <a:latin typeface="Shantell Sans"/>
              </a:rPr>
              <a:t>Corrective
Action &amp;
Validation</a:t>
            </a:r>
          </a:p>
        </p:txBody>
      </p:sp>
    </p:spTree>
    <p:extLst>
      <p:ext uri="{BB962C8B-B14F-4D97-AF65-F5344CB8AC3E}">
        <p14:creationId xmlns:p14="http://schemas.microsoft.com/office/powerpoint/2010/main" val="392712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808</Words>
  <Application>Microsoft Office PowerPoint</Application>
  <PresentationFormat>On-screen Show (4:3)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Shantell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Ratan Lal Bunkar</dc:creator>
  <cp:keywords/>
  <dc:description>generated using python-pptx</dc:description>
  <cp:lastModifiedBy>李欣白</cp:lastModifiedBy>
  <cp:revision>5</cp:revision>
  <dcterms:created xsi:type="dcterms:W3CDTF">2013-01-27T09:14:16Z</dcterms:created>
  <dcterms:modified xsi:type="dcterms:W3CDTF">2026-04-22T13:20:14Z</dcterms:modified>
  <cp:category/>
</cp:coreProperties>
</file>